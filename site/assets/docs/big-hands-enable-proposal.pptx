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Lexend ExtraBold"/>
      <p:bold r:id="rId28"/>
    </p:embeddedFont>
    <p:embeddedFont>
      <p:font typeface="Lexend SemiBold"/>
      <p:regular r:id="rId29"/>
      <p:bold r:id="rId30"/>
    </p:embeddedFont>
    <p:embeddedFont>
      <p:font typeface="Arimo"/>
      <p:regular r:id="rId31"/>
      <p:bold r:id="rId32"/>
      <p:italic r:id="rId33"/>
      <p:boldItalic r:id="rId34"/>
    </p:embeddedFont>
    <p:embeddedFont>
      <p:font typeface="Arimo SemiBold"/>
      <p:regular r:id="rId35"/>
      <p:bold r:id="rId36"/>
      <p:italic r:id="rId37"/>
      <p:boldItalic r:id="rId38"/>
    </p:embeddedFont>
    <p:embeddedFont>
      <p:font typeface="Manrope"/>
      <p:regular r:id="rId39"/>
      <p:bold r:id="rId40"/>
    </p:embeddedFont>
    <p:embeddedFont>
      <p:font typeface="Manrope Medium"/>
      <p:regular r:id="rId41"/>
      <p:bold r:id="rId42"/>
    </p:embeddedFont>
    <p:embeddedFont>
      <p:font typeface="Manrope ExtraBold"/>
      <p:bold r:id="rId43"/>
    </p:embeddedFont>
    <p:embeddedFont>
      <p:font typeface="Lexend Medium"/>
      <p:regular r:id="rId44"/>
      <p:bold r:id="rId45"/>
    </p:embeddedFont>
    <p:embeddedFont>
      <p:font typeface="Arimo Medium"/>
      <p:regular r:id="rId46"/>
      <p:bold r:id="rId47"/>
      <p:italic r:id="rId48"/>
      <p:boldItalic r:id="rId49"/>
    </p:embeddedFont>
    <p:embeddedFont>
      <p:font typeface="Lexend"/>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anrope-bold.fntdata"/><Relationship Id="rId42" Type="http://schemas.openxmlformats.org/officeDocument/2006/relationships/font" Target="fonts/ManropeMedium-bold.fntdata"/><Relationship Id="rId41" Type="http://schemas.openxmlformats.org/officeDocument/2006/relationships/font" Target="fonts/ManropeMedium-regular.fntdata"/><Relationship Id="rId44" Type="http://schemas.openxmlformats.org/officeDocument/2006/relationships/font" Target="fonts/LexendMedium-regular.fntdata"/><Relationship Id="rId43" Type="http://schemas.openxmlformats.org/officeDocument/2006/relationships/font" Target="fonts/ManropeExtraBold-bold.fntdata"/><Relationship Id="rId46" Type="http://schemas.openxmlformats.org/officeDocument/2006/relationships/font" Target="fonts/ArimoMedium-regular.fntdata"/><Relationship Id="rId45" Type="http://schemas.openxmlformats.org/officeDocument/2006/relationships/font" Target="fonts/Lexend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ArimoMedium-italic.fntdata"/><Relationship Id="rId47" Type="http://schemas.openxmlformats.org/officeDocument/2006/relationships/font" Target="fonts/ArimoMedium-bold.fntdata"/><Relationship Id="rId49" Type="http://schemas.openxmlformats.org/officeDocument/2006/relationships/font" Target="fonts/Arimo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rimo-regular.fntdata"/><Relationship Id="rId30" Type="http://schemas.openxmlformats.org/officeDocument/2006/relationships/font" Target="fonts/LexendSemiBold-bold.fntdata"/><Relationship Id="rId33" Type="http://schemas.openxmlformats.org/officeDocument/2006/relationships/font" Target="fonts/Arimo-italic.fntdata"/><Relationship Id="rId32" Type="http://schemas.openxmlformats.org/officeDocument/2006/relationships/font" Target="fonts/Arimo-bold.fntdata"/><Relationship Id="rId35" Type="http://schemas.openxmlformats.org/officeDocument/2006/relationships/font" Target="fonts/ArimoSemiBold-regular.fntdata"/><Relationship Id="rId34" Type="http://schemas.openxmlformats.org/officeDocument/2006/relationships/font" Target="fonts/Arimo-boldItalic.fntdata"/><Relationship Id="rId37" Type="http://schemas.openxmlformats.org/officeDocument/2006/relationships/font" Target="fonts/ArimoSemiBold-italic.fntdata"/><Relationship Id="rId36" Type="http://schemas.openxmlformats.org/officeDocument/2006/relationships/font" Target="fonts/ArimoSemiBold-bold.fntdata"/><Relationship Id="rId39" Type="http://schemas.openxmlformats.org/officeDocument/2006/relationships/font" Target="fonts/Manrope-regular.fntdata"/><Relationship Id="rId38" Type="http://schemas.openxmlformats.org/officeDocument/2006/relationships/font" Target="fonts/ArimoSemiBold-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LexendExtraBold-bold.fntdata"/><Relationship Id="rId27" Type="http://schemas.openxmlformats.org/officeDocument/2006/relationships/slide" Target="slides/slide22.xml"/><Relationship Id="rId29" Type="http://schemas.openxmlformats.org/officeDocument/2006/relationships/font" Target="fonts/LexendSemiBold-regular.fntdata"/><Relationship Id="rId51" Type="http://schemas.openxmlformats.org/officeDocument/2006/relationships/font" Target="fonts/Lexend-bold.fntdata"/><Relationship Id="rId50" Type="http://schemas.openxmlformats.org/officeDocument/2006/relationships/font" Target="fonts/Lexend-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ablingthefuture.org/e-nable-community-chapter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bb338c0a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bb338c0a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bb338c0a3e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bb338c0a3e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bb338c0a3e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bb338c0a3e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d58c97739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d58c97739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u="sng">
                <a:solidFill>
                  <a:schemeClr val="dk1"/>
                </a:solidFill>
                <a:latin typeface="Lexend"/>
                <a:ea typeface="Lexend"/>
                <a:cs typeface="Lexend"/>
                <a:sym typeface="Lexend"/>
              </a:rPr>
              <a:t>e-NABLE Timeline</a:t>
            </a:r>
            <a:endParaRPr b="1" u="sng">
              <a:solidFill>
                <a:schemeClr val="dk1"/>
              </a:solidFill>
              <a:latin typeface="Lexend"/>
              <a:ea typeface="Lexend"/>
              <a:cs typeface="Lexend"/>
              <a:sym typeface="Lexend"/>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latin typeface="Lexend"/>
                <a:ea typeface="Lexend"/>
                <a:cs typeface="Lexend"/>
                <a:sym typeface="Lexend"/>
              </a:rPr>
              <a:t>2011</a:t>
            </a:r>
            <a:r>
              <a:rPr lang="en">
                <a:solidFill>
                  <a:schemeClr val="dk1"/>
                </a:solidFill>
                <a:latin typeface="Lexend"/>
                <a:ea typeface="Lexend"/>
                <a:cs typeface="Lexend"/>
                <a:sym typeface="Lexend"/>
              </a:rPr>
              <a:t>: First prototype designed by Ivan Owen and Richard Van As</a:t>
            </a:r>
            <a:r>
              <a:rPr lang="en" sz="1400">
                <a:solidFill>
                  <a:schemeClr val="dk1"/>
                </a:solidFill>
                <a:latin typeface="Lexend"/>
                <a:ea typeface="Lexend"/>
                <a:cs typeface="Lexend"/>
                <a:sym typeface="Lexend"/>
              </a:rPr>
              <a:t> - </a:t>
            </a:r>
            <a:r>
              <a:rPr b="1" lang="en" sz="1000">
                <a:solidFill>
                  <a:srgbClr val="F5862E"/>
                </a:solidFill>
                <a:latin typeface="Lexend"/>
                <a:ea typeface="Lexend"/>
                <a:cs typeface="Lexend"/>
                <a:sym typeface="Lexend"/>
              </a:rPr>
              <a:t>Ivan Owen </a:t>
            </a:r>
            <a:r>
              <a:rPr lang="en" sz="1000">
                <a:solidFill>
                  <a:schemeClr val="dk1"/>
                </a:solidFill>
                <a:latin typeface="Lexend"/>
                <a:ea typeface="Lexend"/>
                <a:cs typeface="Lexend"/>
                <a:sym typeface="Lexend"/>
              </a:rPr>
              <a:t>(Seattle, USA) </a:t>
            </a:r>
            <a:r>
              <a:rPr b="1" lang="en" sz="1000">
                <a:solidFill>
                  <a:srgbClr val="F5862E"/>
                </a:solidFill>
                <a:latin typeface="Lexend"/>
                <a:ea typeface="Lexend"/>
                <a:cs typeface="Lexend"/>
                <a:sym typeface="Lexend"/>
              </a:rPr>
              <a:t>and Richard Van As</a:t>
            </a:r>
            <a:r>
              <a:rPr lang="en" sz="1000">
                <a:solidFill>
                  <a:schemeClr val="dk1"/>
                </a:solidFill>
                <a:latin typeface="Lexend"/>
                <a:ea typeface="Lexend"/>
                <a:cs typeface="Lexend"/>
                <a:sym typeface="Lexend"/>
              </a:rPr>
              <a:t> (South Africa) collaborate remotely to create the first 3D printed mechanical hand for a young boy named Liam.</a:t>
            </a:r>
            <a:endParaRPr>
              <a:solidFill>
                <a:schemeClr val="dk1"/>
              </a:solidFill>
              <a:latin typeface="Lexend"/>
              <a:ea typeface="Lexend"/>
              <a:cs typeface="Lexend"/>
              <a:sym typeface="Lexend"/>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latin typeface="Lexend"/>
                <a:ea typeface="Lexend"/>
                <a:cs typeface="Lexend"/>
                <a:sym typeface="Lexend"/>
              </a:rPr>
              <a:t>2013</a:t>
            </a:r>
            <a:r>
              <a:rPr lang="en">
                <a:solidFill>
                  <a:schemeClr val="dk1"/>
                </a:solidFill>
                <a:latin typeface="Lexend"/>
                <a:ea typeface="Lexend"/>
                <a:cs typeface="Lexend"/>
                <a:sym typeface="Lexend"/>
              </a:rPr>
              <a:t>: Designs released open-source; e-NABLE community founded</a:t>
            </a:r>
            <a:r>
              <a:rPr lang="en" sz="1500">
                <a:solidFill>
                  <a:schemeClr val="dk1"/>
                </a:solidFill>
                <a:latin typeface="Lexend"/>
                <a:ea typeface="Lexend"/>
                <a:cs typeface="Lexend"/>
                <a:sym typeface="Lexend"/>
              </a:rPr>
              <a:t> -</a:t>
            </a:r>
            <a:r>
              <a:rPr lang="en">
                <a:solidFill>
                  <a:schemeClr val="dk1"/>
                </a:solidFill>
                <a:latin typeface="Lexend"/>
                <a:ea typeface="Lexend"/>
                <a:cs typeface="Lexend"/>
                <a:sym typeface="Lexend"/>
              </a:rPr>
              <a:t>After </a:t>
            </a:r>
            <a:r>
              <a:rPr b="1" lang="en">
                <a:solidFill>
                  <a:srgbClr val="F5862E"/>
                </a:solidFill>
                <a:latin typeface="Lexend"/>
                <a:ea typeface="Lexend"/>
                <a:cs typeface="Lexend"/>
                <a:sym typeface="Lexend"/>
              </a:rPr>
              <a:t>releasing the design files open-source</a:t>
            </a:r>
            <a:r>
              <a:rPr lang="en">
                <a:solidFill>
                  <a:schemeClr val="dk1"/>
                </a:solidFill>
                <a:latin typeface="Lexend"/>
                <a:ea typeface="Lexend"/>
                <a:cs typeface="Lexend"/>
                <a:sym typeface="Lexend"/>
              </a:rPr>
              <a:t>, volunteers around the world begin building devices and improving the designs. </a:t>
            </a:r>
            <a:endParaRPr>
              <a:solidFill>
                <a:schemeClr val="dk1"/>
              </a:solidFill>
              <a:latin typeface="Lexend"/>
              <a:ea typeface="Lexend"/>
              <a:cs typeface="Lexend"/>
              <a:sym typeface="Lexend"/>
            </a:endParaRPr>
          </a:p>
          <a:p>
            <a:pPr indent="-298450" lvl="0" marL="457200" rtl="0" algn="l">
              <a:lnSpc>
                <a:spcPct val="115000"/>
              </a:lnSpc>
              <a:spcBef>
                <a:spcPts val="0"/>
              </a:spcBef>
              <a:spcAft>
                <a:spcPts val="0"/>
              </a:spcAft>
              <a:buClr>
                <a:schemeClr val="dk1"/>
              </a:buClr>
              <a:buSzPts val="1100"/>
              <a:buChar char="●"/>
            </a:pPr>
            <a:r>
              <a:rPr lang="en">
                <a:solidFill>
                  <a:schemeClr val="dk1"/>
                </a:solidFill>
                <a:latin typeface="Lexend"/>
                <a:ea typeface="Lexend"/>
                <a:cs typeface="Lexend"/>
                <a:sym typeface="Lexend"/>
              </a:rPr>
              <a:t>The first informal </a:t>
            </a:r>
            <a:r>
              <a:rPr b="1" lang="en">
                <a:solidFill>
                  <a:srgbClr val="F5862E"/>
                </a:solidFill>
                <a:latin typeface="Lexend"/>
                <a:ea typeface="Lexend"/>
                <a:cs typeface="Lexend"/>
                <a:sym typeface="Lexend"/>
              </a:rPr>
              <a:t>"e-NABLE"</a:t>
            </a:r>
            <a:r>
              <a:rPr lang="en">
                <a:solidFill>
                  <a:schemeClr val="dk1"/>
                </a:solidFill>
                <a:latin typeface="Lexend"/>
                <a:ea typeface="Lexend"/>
                <a:cs typeface="Lexend"/>
                <a:sym typeface="Lexend"/>
              </a:rPr>
              <a:t> community takes shape online.</a:t>
            </a:r>
            <a:br>
              <a:rPr lang="en">
                <a:solidFill>
                  <a:schemeClr val="dk1"/>
                </a:solidFill>
                <a:latin typeface="Lexend"/>
                <a:ea typeface="Lexend"/>
                <a:cs typeface="Lexend"/>
                <a:sym typeface="Lexend"/>
              </a:rPr>
            </a:br>
            <a:endParaRPr>
              <a:solidFill>
                <a:schemeClr val="dk1"/>
              </a:solidFill>
              <a:latin typeface="Lexend"/>
              <a:ea typeface="Lexend"/>
              <a:cs typeface="Lexend"/>
              <a:sym typeface="Lexend"/>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latin typeface="Lexend"/>
                <a:ea typeface="Lexend"/>
                <a:cs typeface="Lexend"/>
                <a:sym typeface="Lexend"/>
              </a:rPr>
              <a:t>2014–2015</a:t>
            </a:r>
            <a:r>
              <a:rPr lang="en">
                <a:solidFill>
                  <a:schemeClr val="dk1"/>
                </a:solidFill>
                <a:latin typeface="Lexend"/>
                <a:ea typeface="Lexend"/>
                <a:cs typeface="Lexend"/>
                <a:sym typeface="Lexend"/>
              </a:rPr>
              <a:t>: Explosive growth, schools and libraries join in -</a:t>
            </a:r>
            <a:r>
              <a:rPr lang="en" sz="1400">
                <a:solidFill>
                  <a:schemeClr val="dk1"/>
                </a:solidFill>
                <a:latin typeface="Lexend"/>
                <a:ea typeface="Lexend"/>
                <a:cs typeface="Lexend"/>
                <a:sym typeface="Lexend"/>
              </a:rPr>
              <a:t> </a:t>
            </a:r>
            <a:r>
              <a:rPr b="1" lang="en" sz="1000">
                <a:solidFill>
                  <a:srgbClr val="F5862E"/>
                </a:solidFill>
                <a:latin typeface="Lexend"/>
                <a:ea typeface="Lexend"/>
                <a:cs typeface="Lexend"/>
                <a:sym typeface="Lexend"/>
              </a:rPr>
              <a:t>Schools, libraries, and makerspaces</a:t>
            </a:r>
            <a:r>
              <a:rPr lang="en" sz="1000">
                <a:solidFill>
                  <a:schemeClr val="dk1"/>
                </a:solidFill>
                <a:latin typeface="Lexend"/>
                <a:ea typeface="Lexend"/>
                <a:cs typeface="Lexend"/>
                <a:sym typeface="Lexend"/>
              </a:rPr>
              <a:t> join the movement. Hundreds of volunteers, students, and families start chapters, building devices and hosting "build-a-thons."</a:t>
            </a:r>
            <a:endParaRPr>
              <a:solidFill>
                <a:schemeClr val="dk1"/>
              </a:solidFill>
              <a:latin typeface="Lexend"/>
              <a:ea typeface="Lexend"/>
              <a:cs typeface="Lexend"/>
              <a:sym typeface="Lexend"/>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latin typeface="Lexend"/>
                <a:ea typeface="Lexend"/>
                <a:cs typeface="Lexend"/>
                <a:sym typeface="Lexend"/>
              </a:rPr>
              <a:t>2016+</a:t>
            </a:r>
            <a:r>
              <a:rPr lang="en">
                <a:solidFill>
                  <a:schemeClr val="dk1"/>
                </a:solidFill>
                <a:latin typeface="Lexend"/>
                <a:ea typeface="Lexend"/>
                <a:cs typeface="Lexend"/>
                <a:sym typeface="Lexend"/>
              </a:rPr>
              <a:t>: Emergence of chapters globally, custom designs created for unique cases - </a:t>
            </a:r>
            <a:r>
              <a:rPr lang="en" sz="700">
                <a:solidFill>
                  <a:schemeClr val="dk1"/>
                </a:solidFill>
                <a:latin typeface="Lexend"/>
                <a:ea typeface="Lexend"/>
                <a:cs typeface="Lexend"/>
                <a:sym typeface="Lexend"/>
              </a:rPr>
              <a:t>Makers develop specialized devices for unique needs — including arms, partial-hand designs, and devices for children with atypical anatomies.</a:t>
            </a:r>
            <a:br>
              <a:rPr lang="en">
                <a:solidFill>
                  <a:schemeClr val="dk1"/>
                </a:solidFill>
                <a:latin typeface="Lexend"/>
                <a:ea typeface="Lexend"/>
                <a:cs typeface="Lexend"/>
                <a:sym typeface="Lexend"/>
              </a:rPr>
            </a:br>
            <a:endParaRPr>
              <a:solidFill>
                <a:schemeClr val="dk1"/>
              </a:solidFill>
              <a:latin typeface="Lexend"/>
              <a:ea typeface="Lexend"/>
              <a:cs typeface="Lexend"/>
              <a:sym typeface="Lexend"/>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latin typeface="Lexend"/>
                <a:ea typeface="Lexend"/>
                <a:cs typeface="Lexend"/>
                <a:sym typeface="Lexend"/>
              </a:rPr>
              <a:t>Today</a:t>
            </a:r>
            <a:r>
              <a:rPr lang="en">
                <a:solidFill>
                  <a:schemeClr val="dk1"/>
                </a:solidFill>
                <a:latin typeface="Lexend"/>
                <a:ea typeface="Lexend"/>
                <a:cs typeface="Lexend"/>
                <a:sym typeface="Lexend"/>
              </a:rPr>
              <a:t>: Strong global presence, innovative designs, cross-continental collaborations - </a:t>
            </a:r>
            <a:r>
              <a:rPr lang="en" sz="700">
                <a:solidFill>
                  <a:schemeClr val="dk1"/>
                </a:solidFill>
                <a:latin typeface="Lexend"/>
                <a:ea typeface="Lexend"/>
                <a:cs typeface="Lexend"/>
                <a:sym typeface="Lexend"/>
              </a:rPr>
              <a:t>Over </a:t>
            </a:r>
            <a:r>
              <a:rPr b="1" lang="en" sz="700">
                <a:solidFill>
                  <a:srgbClr val="F5862E"/>
                </a:solidFill>
                <a:latin typeface="Lexend"/>
                <a:ea typeface="Lexend"/>
                <a:cs typeface="Lexend"/>
                <a:sym typeface="Lexend"/>
              </a:rPr>
              <a:t>100,000 volunteers, ~200 chapters</a:t>
            </a:r>
            <a:r>
              <a:rPr lang="en" sz="700">
                <a:solidFill>
                  <a:schemeClr val="dk1"/>
                </a:solidFill>
                <a:latin typeface="Lexend"/>
                <a:ea typeface="Lexend"/>
                <a:cs typeface="Lexend"/>
                <a:sym typeface="Lexend"/>
              </a:rPr>
              <a:t>, and devices delivered in more than 100 countries. </a:t>
            </a:r>
            <a:endParaRPr sz="700">
              <a:solidFill>
                <a:schemeClr val="dk1"/>
              </a:solidFill>
              <a:latin typeface="Lexend"/>
              <a:ea typeface="Lexend"/>
              <a:cs typeface="Lexend"/>
              <a:sym typeface="Lexend"/>
            </a:endParaRPr>
          </a:p>
          <a:p>
            <a:pPr indent="-298450" lvl="0" marL="457200" rtl="0" algn="l">
              <a:lnSpc>
                <a:spcPct val="115000"/>
              </a:lnSpc>
              <a:spcBef>
                <a:spcPts val="0"/>
              </a:spcBef>
              <a:spcAft>
                <a:spcPts val="0"/>
              </a:spcAft>
              <a:buClr>
                <a:schemeClr val="dk1"/>
              </a:buClr>
              <a:buSzPts val="1100"/>
              <a:buFont typeface="Lexend"/>
              <a:buChar char="●"/>
            </a:pPr>
            <a:r>
              <a:rPr lang="en" sz="700">
                <a:solidFill>
                  <a:schemeClr val="dk1"/>
                </a:solidFill>
                <a:latin typeface="Lexend"/>
                <a:ea typeface="Lexend"/>
                <a:cs typeface="Lexend"/>
                <a:sym typeface="Lexend"/>
              </a:rPr>
              <a:t>e-NABLE continues to innovate, collaborate, and transform lives — all powered by open-source sharing and compassion.</a:t>
            </a:r>
            <a:endParaRPr b="1" u="sng">
              <a:solidFill>
                <a:schemeClr val="dk1"/>
              </a:solidFill>
              <a:latin typeface="Lexend"/>
              <a:ea typeface="Lexend"/>
              <a:cs typeface="Lexend"/>
              <a:sym typeface="Lexen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bb338c0a3e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bb338c0a3e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d58c97739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d58c97739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u="sng">
                <a:solidFill>
                  <a:schemeClr val="hlink"/>
                </a:solidFill>
                <a:latin typeface="Lexend"/>
                <a:ea typeface="Lexend"/>
                <a:cs typeface="Lexend"/>
                <a:sym typeface="Lexend"/>
                <a:hlinkClick r:id="rId2"/>
              </a:rPr>
              <a:t>e-NABLE Community Chapters (</a:t>
            </a:r>
            <a:r>
              <a:rPr lang="en" u="sng">
                <a:solidFill>
                  <a:schemeClr val="dk1"/>
                </a:solidFill>
                <a:latin typeface="Lexend"/>
                <a:ea typeface="Lexend"/>
                <a:cs typeface="Lexend"/>
                <a:sym typeface="Lexend"/>
              </a:rPr>
              <a:t>from Enabling the Future Website)</a:t>
            </a:r>
            <a:endParaRPr>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a:solidFill>
                  <a:schemeClr val="dk1"/>
                </a:solidFill>
                <a:latin typeface="Lexend"/>
                <a:ea typeface="Lexend"/>
                <a:cs typeface="Lexend"/>
                <a:sym typeface="Lexend"/>
              </a:rPr>
              <a:t>With the e-NABLE Community of volunteers growing rapidly in recent years, there are numerous chapters that have been formed by students, groups, libraries, schools and makerspaces, who are all participating in creating free 3D printed hands and arms for those in need. Our local chapters are critical since they work face-to-face with communities in a shared language and cultural context. This allows us to deliver individualized devices that recipients love rather than “one size fits all”.</a:t>
            </a:r>
            <a:endParaRPr>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t/>
            </a:r>
            <a:endParaRPr>
              <a:solidFill>
                <a:schemeClr val="dk1"/>
              </a:solidFill>
              <a:latin typeface="Lexend"/>
              <a:ea typeface="Lexend"/>
              <a:cs typeface="Lexend"/>
              <a:sym typeface="Lexend"/>
            </a:endParaRPr>
          </a:p>
          <a:p>
            <a:pPr indent="0" lvl="0" marL="0" rtl="0" algn="l">
              <a:spcBef>
                <a:spcPts val="0"/>
              </a:spcBef>
              <a:spcAft>
                <a:spcPts val="0"/>
              </a:spcAft>
              <a:buSzPts val="1100"/>
              <a:buNone/>
            </a:pPr>
            <a:r>
              <a:t/>
            </a:r>
            <a:endParaRPr>
              <a:latin typeface="Lexend"/>
              <a:ea typeface="Lexend"/>
              <a:cs typeface="Lexend"/>
              <a:sym typeface="Lexen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58c977395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d58c977395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bb338c0a3e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bb338c0a3e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bb338c0a3e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bb338c0a3e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b338c0a3e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bb338c0a3e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bb338c0a3e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3bb338c0a3e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d58c977395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3d58c977395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58c977395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3d58c977395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d58c977395_0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d58c977395_0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d58c977395_0_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d58c977395_0_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b338c0a3e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bb338c0a3e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bca29201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bca29201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bc8d8163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bc8d8163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f8a1360fb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f8a1360fb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f8a1360f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3f8a1360f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f8a1360fb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f8a1360fb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f8a1360fb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f8a1360fb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10" name="Google Shape;10;p2"/>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11" name="Google Shape;11;p2"/>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13" name="Google Shape;13;p2"/>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4" name="Google Shape;14;p2"/>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5" name="Google Shape;15;p2"/>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16" name="Google Shape;16;p2"/>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17" name="Shape 17"/>
        <p:cNvGrpSpPr/>
        <p:nvPr/>
      </p:nvGrpSpPr>
      <p:grpSpPr>
        <a:xfrm>
          <a:off x="0" y="0"/>
          <a:ext cx="0" cy="0"/>
          <a:chOff x="0" y="0"/>
          <a:chExt cx="0" cy="0"/>
        </a:xfrm>
      </p:grpSpPr>
      <p:grpSp>
        <p:nvGrpSpPr>
          <p:cNvPr id="18" name="Google Shape;18;p3"/>
          <p:cNvGrpSpPr/>
          <p:nvPr/>
        </p:nvGrpSpPr>
        <p:grpSpPr>
          <a:xfrm>
            <a:off x="277515" y="277501"/>
            <a:ext cx="8589075" cy="4593888"/>
            <a:chOff x="277500" y="277500"/>
            <a:chExt cx="8589075" cy="4593888"/>
          </a:xfrm>
        </p:grpSpPr>
        <p:pic>
          <p:nvPicPr>
            <p:cNvPr id="19" name="Google Shape;19;p3"/>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20" name="Google Shape;20;p3"/>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21" name="Google Shape;21;p3"/>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22" name="Google Shape;22;p3"/>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23" name="Google Shape;23;p3"/>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24" name="Google Shape;24;p3"/>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25" name="Google Shape;25;p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6" name="Google Shape;26;p3"/>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27" name="Shape 27"/>
        <p:cNvGrpSpPr/>
        <p:nvPr/>
      </p:nvGrpSpPr>
      <p:grpSpPr>
        <a:xfrm>
          <a:off x="0" y="0"/>
          <a:ext cx="0" cy="0"/>
          <a:chOff x="0" y="0"/>
          <a:chExt cx="0" cy="0"/>
        </a:xfrm>
      </p:grpSpPr>
      <p:sp>
        <p:nvSpPr>
          <p:cNvPr id="28" name="Google Shape;28;p4"/>
          <p:cNvSpPr/>
          <p:nvPr>
            <p:ph idx="2" type="pic"/>
          </p:nvPr>
        </p:nvSpPr>
        <p:spPr>
          <a:xfrm>
            <a:off x="277500" y="1963600"/>
            <a:ext cx="1333800" cy="1337100"/>
          </a:xfrm>
          <a:prstGeom prst="roundRect">
            <a:avLst>
              <a:gd fmla="val 14278" name="adj"/>
            </a:avLst>
          </a:prstGeom>
          <a:noFill/>
          <a:ln>
            <a:noFill/>
          </a:ln>
        </p:spPr>
      </p:sp>
      <p:sp>
        <p:nvSpPr>
          <p:cNvPr id="29" name="Google Shape;29;p4"/>
          <p:cNvSpPr/>
          <p:nvPr>
            <p:ph idx="3" type="pic"/>
          </p:nvPr>
        </p:nvSpPr>
        <p:spPr>
          <a:xfrm>
            <a:off x="1728225" y="1963600"/>
            <a:ext cx="1333800" cy="1337100"/>
          </a:xfrm>
          <a:prstGeom prst="roundRect">
            <a:avLst>
              <a:gd fmla="val 14278" name="adj"/>
            </a:avLst>
          </a:prstGeom>
          <a:noFill/>
          <a:ln>
            <a:noFill/>
          </a:ln>
        </p:spPr>
      </p:sp>
      <p:sp>
        <p:nvSpPr>
          <p:cNvPr id="30" name="Google Shape;30;p4"/>
          <p:cNvSpPr/>
          <p:nvPr>
            <p:ph idx="4" type="pic"/>
          </p:nvPr>
        </p:nvSpPr>
        <p:spPr>
          <a:xfrm>
            <a:off x="3179025" y="1963600"/>
            <a:ext cx="1333800" cy="1337100"/>
          </a:xfrm>
          <a:prstGeom prst="roundRect">
            <a:avLst>
              <a:gd fmla="val 14278" name="adj"/>
            </a:avLst>
          </a:prstGeom>
          <a:noFill/>
          <a:ln>
            <a:noFill/>
          </a:ln>
        </p:spPr>
      </p:sp>
      <p:sp>
        <p:nvSpPr>
          <p:cNvPr id="31" name="Google Shape;31;p4"/>
          <p:cNvSpPr/>
          <p:nvPr>
            <p:ph idx="5" type="pic"/>
          </p:nvPr>
        </p:nvSpPr>
        <p:spPr>
          <a:xfrm>
            <a:off x="4629825" y="1963600"/>
            <a:ext cx="1333800" cy="1337100"/>
          </a:xfrm>
          <a:prstGeom prst="roundRect">
            <a:avLst>
              <a:gd fmla="val 14278" name="adj"/>
            </a:avLst>
          </a:prstGeom>
          <a:noFill/>
          <a:ln>
            <a:noFill/>
          </a:ln>
        </p:spPr>
      </p:sp>
      <p:sp>
        <p:nvSpPr>
          <p:cNvPr id="32" name="Google Shape;32;p4"/>
          <p:cNvSpPr/>
          <p:nvPr>
            <p:ph idx="6" type="pic"/>
          </p:nvPr>
        </p:nvSpPr>
        <p:spPr>
          <a:xfrm>
            <a:off x="6080625" y="1963600"/>
            <a:ext cx="1333800" cy="1337100"/>
          </a:xfrm>
          <a:prstGeom prst="roundRect">
            <a:avLst>
              <a:gd fmla="val 14278" name="adj"/>
            </a:avLst>
          </a:prstGeom>
          <a:noFill/>
          <a:ln>
            <a:noFill/>
          </a:ln>
        </p:spPr>
      </p:sp>
      <p:sp>
        <p:nvSpPr>
          <p:cNvPr id="33" name="Google Shape;33;p4"/>
          <p:cNvSpPr/>
          <p:nvPr>
            <p:ph idx="7" type="pic"/>
          </p:nvPr>
        </p:nvSpPr>
        <p:spPr>
          <a:xfrm>
            <a:off x="7531425" y="1963600"/>
            <a:ext cx="1333800" cy="1337100"/>
          </a:xfrm>
          <a:prstGeom prst="roundRect">
            <a:avLst>
              <a:gd fmla="val 14278" name="adj"/>
            </a:avLst>
          </a:prstGeom>
          <a:noFill/>
          <a:ln>
            <a:noFill/>
          </a:ln>
        </p:spPr>
      </p:sp>
      <p:sp>
        <p:nvSpPr>
          <p:cNvPr id="34" name="Google Shape;34;p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35" name="Google Shape;35;p4"/>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36" name="Google Shape;36;p4"/>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7" name="Google Shape;37;p4"/>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8" name="Google Shape;38;p4"/>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39" name="Google Shape;39;p4"/>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0" name="Google Shape;40;p4"/>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1" name="Google Shape;41;p4"/>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42" name="Google Shape;42;p4"/>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3" name="Google Shape;43;p4"/>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4" name="Google Shape;44;p4"/>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5" name="Google Shape;45;p4"/>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6" name="Google Shape;46;p4"/>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7" name="Google Shape;47;p4"/>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48" name="Google Shape;48;p4"/>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49" name="Google Shape;49;p4"/>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50" name="Shape 50"/>
        <p:cNvGrpSpPr/>
        <p:nvPr/>
      </p:nvGrpSpPr>
      <p:grpSpPr>
        <a:xfrm>
          <a:off x="0" y="0"/>
          <a:ext cx="0" cy="0"/>
          <a:chOff x="0" y="0"/>
          <a:chExt cx="0" cy="0"/>
        </a:xfrm>
      </p:grpSpPr>
      <p:sp>
        <p:nvSpPr>
          <p:cNvPr id="51" name="Google Shape;51;p5"/>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2" name="Google Shape;52;p5"/>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3" name="Google Shape;53;p5"/>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4" name="Google Shape;54;p5"/>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5" name="Google Shape;55;p5"/>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56" name="Google Shape;56;p5"/>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7" name="Google Shape;57;p5"/>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8" name="Google Shape;58;p5"/>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59" name="Google Shape;59;p5"/>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0" name="Google Shape;60;p5"/>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61" name="Google Shape;61;p5"/>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2" name="Google Shape;62;p5"/>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63" name="Google Shape;63;p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4" name="Google Shape;64;p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65" name="Shape 65"/>
        <p:cNvGrpSpPr/>
        <p:nvPr/>
      </p:nvGrpSpPr>
      <p:grpSpPr>
        <a:xfrm>
          <a:off x="0" y="0"/>
          <a:ext cx="0" cy="0"/>
          <a:chOff x="0" y="0"/>
          <a:chExt cx="0" cy="0"/>
        </a:xfrm>
      </p:grpSpPr>
      <p:sp>
        <p:nvSpPr>
          <p:cNvPr id="66" name="Google Shape;66;p6"/>
          <p:cNvSpPr/>
          <p:nvPr>
            <p:ph idx="2" type="pic"/>
          </p:nvPr>
        </p:nvSpPr>
        <p:spPr>
          <a:xfrm>
            <a:off x="0" y="0"/>
            <a:ext cx="9144000" cy="5143500"/>
          </a:xfrm>
          <a:prstGeom prst="rect">
            <a:avLst/>
          </a:prstGeom>
          <a:noFill/>
          <a:ln>
            <a:noFill/>
          </a:ln>
        </p:spPr>
      </p:sp>
      <p:sp>
        <p:nvSpPr>
          <p:cNvPr id="67" name="Google Shape;67;p6"/>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68" name="Google Shape;68;p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69" name="Google Shape;69;p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0" name="Google Shape;70;p6"/>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71" name="Google Shape;71;p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72" name="Shape 72"/>
        <p:cNvGrpSpPr/>
        <p:nvPr/>
      </p:nvGrpSpPr>
      <p:grpSpPr>
        <a:xfrm>
          <a:off x="0" y="0"/>
          <a:ext cx="0" cy="0"/>
          <a:chOff x="0" y="0"/>
          <a:chExt cx="0" cy="0"/>
        </a:xfrm>
      </p:grpSpPr>
      <p:sp>
        <p:nvSpPr>
          <p:cNvPr id="73" name="Google Shape;73;p7"/>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74" name="Google Shape;74;p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5" name="Google Shape;75;p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76" name="Google Shape;76;p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7" name="Google Shape;77;p7"/>
          <p:cNvSpPr/>
          <p:nvPr>
            <p:ph idx="3" type="pic"/>
          </p:nvPr>
        </p:nvSpPr>
        <p:spPr>
          <a:xfrm>
            <a:off x="3766700" y="873150"/>
            <a:ext cx="1621800" cy="3549600"/>
          </a:xfrm>
          <a:prstGeom prst="roundRect">
            <a:avLst>
              <a:gd fmla="val 10482" name="adj"/>
            </a:avLst>
          </a:prstGeom>
          <a:noFill/>
          <a:ln>
            <a:noFill/>
          </a:ln>
        </p:spPr>
      </p:sp>
      <p:sp>
        <p:nvSpPr>
          <p:cNvPr id="78" name="Google Shape;78;p7"/>
          <p:cNvSpPr/>
          <p:nvPr>
            <p:ph idx="4" type="pic"/>
          </p:nvPr>
        </p:nvSpPr>
        <p:spPr>
          <a:xfrm>
            <a:off x="289100" y="1324475"/>
            <a:ext cx="1563300" cy="2531100"/>
          </a:xfrm>
          <a:prstGeom prst="roundRect">
            <a:avLst>
              <a:gd fmla="val 11947" name="adj"/>
            </a:avLst>
          </a:prstGeom>
          <a:noFill/>
          <a:ln>
            <a:noFill/>
          </a:ln>
        </p:spPr>
      </p:sp>
      <p:sp>
        <p:nvSpPr>
          <p:cNvPr id="79" name="Google Shape;79;p7"/>
          <p:cNvSpPr/>
          <p:nvPr>
            <p:ph idx="5" type="pic"/>
          </p:nvPr>
        </p:nvSpPr>
        <p:spPr>
          <a:xfrm>
            <a:off x="1969400" y="1142650"/>
            <a:ext cx="1563300" cy="2531100"/>
          </a:xfrm>
          <a:prstGeom prst="roundRect">
            <a:avLst>
              <a:gd fmla="val 11947" name="adj"/>
            </a:avLst>
          </a:prstGeom>
          <a:noFill/>
          <a:ln>
            <a:noFill/>
          </a:ln>
        </p:spPr>
      </p:sp>
      <p:sp>
        <p:nvSpPr>
          <p:cNvPr id="80" name="Google Shape;80;p7"/>
          <p:cNvSpPr/>
          <p:nvPr>
            <p:ph idx="6" type="pic"/>
          </p:nvPr>
        </p:nvSpPr>
        <p:spPr>
          <a:xfrm>
            <a:off x="5623125" y="1142650"/>
            <a:ext cx="1563300" cy="2531100"/>
          </a:xfrm>
          <a:prstGeom prst="roundRect">
            <a:avLst>
              <a:gd fmla="val 11947" name="adj"/>
            </a:avLst>
          </a:prstGeom>
          <a:noFill/>
          <a:ln>
            <a:noFill/>
          </a:ln>
        </p:spPr>
      </p:sp>
      <p:sp>
        <p:nvSpPr>
          <p:cNvPr id="81" name="Google Shape;81;p7"/>
          <p:cNvSpPr/>
          <p:nvPr>
            <p:ph idx="7" type="pic"/>
          </p:nvPr>
        </p:nvSpPr>
        <p:spPr>
          <a:xfrm>
            <a:off x="7304050" y="1324475"/>
            <a:ext cx="1563300" cy="2531100"/>
          </a:xfrm>
          <a:prstGeom prst="roundRect">
            <a:avLst>
              <a:gd fmla="val 11947" name="adj"/>
            </a:avLst>
          </a:prstGeom>
          <a:noFill/>
          <a:ln>
            <a:noFill/>
          </a:ln>
        </p:spPr>
      </p:sp>
      <p:sp>
        <p:nvSpPr>
          <p:cNvPr id="82" name="Google Shape;82;p7"/>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3" name="Google Shape;83;p7"/>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4" name="Google Shape;84;p7"/>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5" name="Google Shape;85;p7"/>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6" name="Google Shape;86;p7"/>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7" name="Google Shape;87;p7"/>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88" name="Google Shape;88;p7"/>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89" name="Google Shape;89;p7"/>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90" name="Shape 90"/>
        <p:cNvGrpSpPr/>
        <p:nvPr/>
      </p:nvGrpSpPr>
      <p:grpSpPr>
        <a:xfrm>
          <a:off x="0" y="0"/>
          <a:ext cx="0" cy="0"/>
          <a:chOff x="0" y="0"/>
          <a:chExt cx="0" cy="0"/>
        </a:xfrm>
      </p:grpSpPr>
      <p:sp>
        <p:nvSpPr>
          <p:cNvPr id="91" name="Google Shape;91;p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92" name="Google Shape;92;p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3" name="Google Shape;93;p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94" name="Google Shape;94;p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95" name="Shape 95"/>
        <p:cNvGrpSpPr/>
        <p:nvPr/>
      </p:nvGrpSpPr>
      <p:grpSpPr>
        <a:xfrm>
          <a:off x="0" y="0"/>
          <a:ext cx="0" cy="0"/>
          <a:chOff x="0" y="0"/>
          <a:chExt cx="0" cy="0"/>
        </a:xfrm>
      </p:grpSpPr>
      <p:pic>
        <p:nvPicPr>
          <p:cNvPr id="96" name="Google Shape;96;p9"/>
          <p:cNvPicPr preferRelativeResize="0"/>
          <p:nvPr/>
        </p:nvPicPr>
        <p:blipFill rotWithShape="1">
          <a:blip r:embed="rId2">
            <a:alphaModFix amt="10000"/>
          </a:blip>
          <a:srcRect b="720" l="1068" r="20" t="592"/>
          <a:stretch/>
        </p:blipFill>
        <p:spPr>
          <a:xfrm>
            <a:off x="277425" y="277650"/>
            <a:ext cx="8588100" cy="4582500"/>
          </a:xfrm>
          <a:prstGeom prst="roundRect">
            <a:avLst>
              <a:gd fmla="val 13460" name="adj"/>
            </a:avLst>
          </a:prstGeom>
          <a:noFill/>
          <a:ln>
            <a:noFill/>
          </a:ln>
        </p:spPr>
      </p:pic>
      <p:sp>
        <p:nvSpPr>
          <p:cNvPr id="97" name="Google Shape;97;p9"/>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98" name="Google Shape;98;p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99" name="Shape 99"/>
        <p:cNvGrpSpPr/>
        <p:nvPr/>
      </p:nvGrpSpPr>
      <p:grpSpPr>
        <a:xfrm>
          <a:off x="0" y="0"/>
          <a:ext cx="0" cy="0"/>
          <a:chOff x="0" y="0"/>
          <a:chExt cx="0" cy="0"/>
        </a:xfrm>
      </p:grpSpPr>
      <p:sp>
        <p:nvSpPr>
          <p:cNvPr id="100" name="Google Shape;100;p10"/>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1" name="Google Shape;101;p10"/>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2" name="Google Shape;102;p10"/>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03" name="Google Shape;103;p10"/>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4" name="Google Shape;104;p10"/>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5" name="Google Shape;105;p10"/>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6" name="Google Shape;106;p1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07" name="Shape 107"/>
        <p:cNvGrpSpPr/>
        <p:nvPr/>
      </p:nvGrpSpPr>
      <p:grpSpPr>
        <a:xfrm>
          <a:off x="0" y="0"/>
          <a:ext cx="0" cy="0"/>
          <a:chOff x="0" y="0"/>
          <a:chExt cx="0" cy="0"/>
        </a:xfrm>
      </p:grpSpPr>
      <p:sp>
        <p:nvSpPr>
          <p:cNvPr id="108" name="Google Shape;108;p11"/>
          <p:cNvSpPr/>
          <p:nvPr>
            <p:ph idx="2" type="pic"/>
          </p:nvPr>
        </p:nvSpPr>
        <p:spPr>
          <a:xfrm>
            <a:off x="7480825" y="734600"/>
            <a:ext cx="1383900" cy="1660200"/>
          </a:xfrm>
          <a:prstGeom prst="roundRect">
            <a:avLst>
              <a:gd fmla="val 11646" name="adj"/>
            </a:avLst>
          </a:prstGeom>
          <a:noFill/>
          <a:ln>
            <a:noFill/>
          </a:ln>
        </p:spPr>
      </p:sp>
      <p:sp>
        <p:nvSpPr>
          <p:cNvPr id="109" name="Google Shape;109;p11"/>
          <p:cNvSpPr/>
          <p:nvPr>
            <p:ph idx="3" type="pic"/>
          </p:nvPr>
        </p:nvSpPr>
        <p:spPr>
          <a:xfrm>
            <a:off x="7480825" y="2521175"/>
            <a:ext cx="1383900" cy="1879200"/>
          </a:xfrm>
          <a:prstGeom prst="roundRect">
            <a:avLst>
              <a:gd fmla="val 11646" name="adj"/>
            </a:avLst>
          </a:prstGeom>
          <a:noFill/>
          <a:ln>
            <a:noFill/>
          </a:ln>
        </p:spPr>
      </p:sp>
      <p:sp>
        <p:nvSpPr>
          <p:cNvPr id="110" name="Google Shape;110;p11"/>
          <p:cNvSpPr/>
          <p:nvPr>
            <p:ph idx="4" type="pic"/>
          </p:nvPr>
        </p:nvSpPr>
        <p:spPr>
          <a:xfrm>
            <a:off x="4665550" y="850900"/>
            <a:ext cx="2589300" cy="3433200"/>
          </a:xfrm>
          <a:prstGeom prst="roundRect">
            <a:avLst>
              <a:gd fmla="val 6330" name="adj"/>
            </a:avLst>
          </a:prstGeom>
          <a:noFill/>
          <a:ln>
            <a:noFill/>
          </a:ln>
        </p:spPr>
      </p:sp>
      <p:sp>
        <p:nvSpPr>
          <p:cNvPr id="111" name="Google Shape;111;p11"/>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2" name="Google Shape;112;p11"/>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13" name="Google Shape;113;p1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4" name="Google Shape;114;p11"/>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15" name="Google Shape;115;p1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16" name="Shape 116"/>
        <p:cNvGrpSpPr/>
        <p:nvPr/>
      </p:nvGrpSpPr>
      <p:grpSpPr>
        <a:xfrm>
          <a:off x="0" y="0"/>
          <a:ext cx="0" cy="0"/>
          <a:chOff x="0" y="0"/>
          <a:chExt cx="0" cy="0"/>
        </a:xfrm>
      </p:grpSpPr>
      <p:sp>
        <p:nvSpPr>
          <p:cNvPr id="117" name="Google Shape;117;p12"/>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18" name="Google Shape;118;p12"/>
          <p:cNvSpPr/>
          <p:nvPr>
            <p:ph idx="2" type="pic"/>
          </p:nvPr>
        </p:nvSpPr>
        <p:spPr>
          <a:xfrm>
            <a:off x="6220309" y="696000"/>
            <a:ext cx="2532900" cy="3358800"/>
          </a:xfrm>
          <a:prstGeom prst="roundRect">
            <a:avLst>
              <a:gd fmla="val 7223" name="adj"/>
            </a:avLst>
          </a:prstGeom>
          <a:noFill/>
          <a:ln>
            <a:noFill/>
          </a:ln>
        </p:spPr>
      </p:sp>
      <p:sp>
        <p:nvSpPr>
          <p:cNvPr id="119" name="Google Shape;119;p12"/>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0" name="Google Shape;120;p12"/>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1" name="Google Shape;121;p12"/>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2" name="Google Shape;122;p12"/>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3" name="Google Shape;123;p1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24" name="Shape 124"/>
        <p:cNvGrpSpPr/>
        <p:nvPr/>
      </p:nvGrpSpPr>
      <p:grpSpPr>
        <a:xfrm>
          <a:off x="0" y="0"/>
          <a:ext cx="0" cy="0"/>
          <a:chOff x="0" y="0"/>
          <a:chExt cx="0" cy="0"/>
        </a:xfrm>
      </p:grpSpPr>
      <p:sp>
        <p:nvSpPr>
          <p:cNvPr id="125" name="Google Shape;125;p1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6" name="Google Shape;126;p13"/>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27" name="Google Shape;127;p1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8" name="Google Shape;128;p13"/>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9" name="Google Shape;129;p1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30" name="Shape 130"/>
        <p:cNvGrpSpPr/>
        <p:nvPr/>
      </p:nvGrpSpPr>
      <p:grpSpPr>
        <a:xfrm>
          <a:off x="0" y="0"/>
          <a:ext cx="0" cy="0"/>
          <a:chOff x="0" y="0"/>
          <a:chExt cx="0" cy="0"/>
        </a:xfrm>
      </p:grpSpPr>
      <p:sp>
        <p:nvSpPr>
          <p:cNvPr id="131" name="Google Shape;131;p1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2" name="Google Shape;132;p1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3" name="Google Shape;133;p14"/>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4" name="Google Shape;134;p1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35" name="Google Shape;135;p14"/>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6" name="Google Shape;136;p14"/>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37" name="Google Shape;137;p14"/>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8" name="Google Shape;138;p14"/>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39" name="Shape 139"/>
        <p:cNvGrpSpPr/>
        <p:nvPr/>
      </p:nvGrpSpPr>
      <p:grpSpPr>
        <a:xfrm>
          <a:off x="0" y="0"/>
          <a:ext cx="0" cy="0"/>
          <a:chOff x="0" y="0"/>
          <a:chExt cx="0" cy="0"/>
        </a:xfrm>
      </p:grpSpPr>
      <p:sp>
        <p:nvSpPr>
          <p:cNvPr id="140" name="Google Shape;140;p15"/>
          <p:cNvSpPr/>
          <p:nvPr>
            <p:ph idx="2" type="pic"/>
          </p:nvPr>
        </p:nvSpPr>
        <p:spPr>
          <a:xfrm>
            <a:off x="502800" y="2080575"/>
            <a:ext cx="603600" cy="603600"/>
          </a:xfrm>
          <a:prstGeom prst="ellipse">
            <a:avLst/>
          </a:prstGeom>
          <a:noFill/>
          <a:ln>
            <a:noFill/>
          </a:ln>
        </p:spPr>
      </p:sp>
      <p:sp>
        <p:nvSpPr>
          <p:cNvPr id="141" name="Google Shape;141;p15"/>
          <p:cNvSpPr/>
          <p:nvPr>
            <p:ph idx="3" type="pic"/>
          </p:nvPr>
        </p:nvSpPr>
        <p:spPr>
          <a:xfrm>
            <a:off x="6334750" y="2080575"/>
            <a:ext cx="603600" cy="603600"/>
          </a:xfrm>
          <a:prstGeom prst="ellipse">
            <a:avLst/>
          </a:prstGeom>
          <a:noFill/>
          <a:ln>
            <a:noFill/>
          </a:ln>
        </p:spPr>
      </p:sp>
      <p:sp>
        <p:nvSpPr>
          <p:cNvPr id="142" name="Google Shape;142;p15"/>
          <p:cNvSpPr/>
          <p:nvPr>
            <p:ph idx="4" type="pic"/>
          </p:nvPr>
        </p:nvSpPr>
        <p:spPr>
          <a:xfrm>
            <a:off x="3418775" y="2080550"/>
            <a:ext cx="603600" cy="603600"/>
          </a:xfrm>
          <a:prstGeom prst="ellipse">
            <a:avLst/>
          </a:prstGeom>
          <a:noFill/>
          <a:ln>
            <a:noFill/>
          </a:ln>
        </p:spPr>
      </p:sp>
      <p:sp>
        <p:nvSpPr>
          <p:cNvPr id="143" name="Google Shape;143;p15"/>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44" name="Google Shape;144;p1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5" name="Google Shape;145;p15"/>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46" name="Google Shape;146;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47" name="Google Shape;147;p15"/>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8" name="Google Shape;148;p15"/>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9" name="Google Shape;149;p15"/>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50" name="Google Shape;150;p15"/>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1" name="Google Shape;151;p15"/>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52" name="Google Shape;152;p15"/>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53" name="Shape 153"/>
        <p:cNvGrpSpPr/>
        <p:nvPr/>
      </p:nvGrpSpPr>
      <p:grpSpPr>
        <a:xfrm>
          <a:off x="0" y="0"/>
          <a:ext cx="0" cy="0"/>
          <a:chOff x="0" y="0"/>
          <a:chExt cx="0" cy="0"/>
        </a:xfrm>
      </p:grpSpPr>
      <p:sp>
        <p:nvSpPr>
          <p:cNvPr id="154" name="Google Shape;154;p16"/>
          <p:cNvSpPr/>
          <p:nvPr>
            <p:ph idx="2" type="pic"/>
          </p:nvPr>
        </p:nvSpPr>
        <p:spPr>
          <a:xfrm>
            <a:off x="4644850" y="1299225"/>
            <a:ext cx="1037700" cy="1056300"/>
          </a:xfrm>
          <a:prstGeom prst="roundRect">
            <a:avLst>
              <a:gd fmla="val 12807" name="adj"/>
            </a:avLst>
          </a:prstGeom>
          <a:noFill/>
          <a:ln>
            <a:noFill/>
          </a:ln>
        </p:spPr>
      </p:sp>
      <p:sp>
        <p:nvSpPr>
          <p:cNvPr id="155" name="Google Shape;155;p16"/>
          <p:cNvSpPr/>
          <p:nvPr>
            <p:ph idx="3" type="pic"/>
          </p:nvPr>
        </p:nvSpPr>
        <p:spPr>
          <a:xfrm>
            <a:off x="4644850" y="3642825"/>
            <a:ext cx="1037700" cy="1056300"/>
          </a:xfrm>
          <a:prstGeom prst="roundRect">
            <a:avLst>
              <a:gd fmla="val 12807" name="adj"/>
            </a:avLst>
          </a:prstGeom>
          <a:noFill/>
          <a:ln>
            <a:noFill/>
          </a:ln>
        </p:spPr>
      </p:sp>
      <p:sp>
        <p:nvSpPr>
          <p:cNvPr id="156" name="Google Shape;156;p16"/>
          <p:cNvSpPr/>
          <p:nvPr>
            <p:ph idx="4" type="pic"/>
          </p:nvPr>
        </p:nvSpPr>
        <p:spPr>
          <a:xfrm>
            <a:off x="7828875" y="2471025"/>
            <a:ext cx="1037700" cy="1056300"/>
          </a:xfrm>
          <a:prstGeom prst="roundRect">
            <a:avLst>
              <a:gd fmla="val 12807" name="adj"/>
            </a:avLst>
          </a:prstGeom>
          <a:noFill/>
          <a:ln>
            <a:noFill/>
          </a:ln>
        </p:spPr>
      </p:sp>
      <p:sp>
        <p:nvSpPr>
          <p:cNvPr id="157" name="Google Shape;157;p16"/>
          <p:cNvSpPr/>
          <p:nvPr>
            <p:ph idx="5" type="pic"/>
          </p:nvPr>
        </p:nvSpPr>
        <p:spPr>
          <a:xfrm>
            <a:off x="373175" y="1147525"/>
            <a:ext cx="3579900" cy="3607500"/>
          </a:xfrm>
          <a:prstGeom prst="roundRect">
            <a:avLst>
              <a:gd fmla="val 11548" name="adj"/>
            </a:avLst>
          </a:prstGeom>
          <a:noFill/>
          <a:ln>
            <a:noFill/>
          </a:ln>
        </p:spPr>
      </p:sp>
      <p:sp>
        <p:nvSpPr>
          <p:cNvPr id="158" name="Google Shape;158;p16"/>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59" name="Google Shape;159;p1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16"/>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1" name="Google Shape;161;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62" name="Google Shape;162;p16"/>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3" name="Google Shape;163;p16"/>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4" name="Google Shape;164;p16"/>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5" name="Google Shape;165;p16"/>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166" name="Google Shape;166;p16"/>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167" name="Google Shape;167;p16"/>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168" name="Shape 168"/>
        <p:cNvGrpSpPr/>
        <p:nvPr/>
      </p:nvGrpSpPr>
      <p:grpSpPr>
        <a:xfrm>
          <a:off x="0" y="0"/>
          <a:ext cx="0" cy="0"/>
          <a:chOff x="0" y="0"/>
          <a:chExt cx="0" cy="0"/>
        </a:xfrm>
      </p:grpSpPr>
      <p:sp>
        <p:nvSpPr>
          <p:cNvPr id="169" name="Google Shape;169;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0" name="Google Shape;170;p1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1" name="Google Shape;171;p17"/>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2" name="Google Shape;172;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73" name="Google Shape;173;p17"/>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4" name="Google Shape;174;p17"/>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5" name="Google Shape;175;p17"/>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6" name="Google Shape;176;p17"/>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177" name="Google Shape;177;p17"/>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8" name="Google Shape;178;p17"/>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79" name="Google Shape;179;p17"/>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80" name="Google Shape;180;p17"/>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181" name="Shape 181"/>
        <p:cNvGrpSpPr/>
        <p:nvPr/>
      </p:nvGrpSpPr>
      <p:grpSpPr>
        <a:xfrm>
          <a:off x="0" y="0"/>
          <a:ext cx="0" cy="0"/>
          <a:chOff x="0" y="0"/>
          <a:chExt cx="0" cy="0"/>
        </a:xfrm>
      </p:grpSpPr>
      <p:sp>
        <p:nvSpPr>
          <p:cNvPr id="182" name="Google Shape;182;p18"/>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83" name="Google Shape;183;p18"/>
          <p:cNvSpPr/>
          <p:nvPr>
            <p:ph idx="2" type="pic"/>
          </p:nvPr>
        </p:nvSpPr>
        <p:spPr>
          <a:xfrm>
            <a:off x="392100" y="411300"/>
            <a:ext cx="4297500" cy="4333200"/>
          </a:xfrm>
          <a:prstGeom prst="roundRect">
            <a:avLst>
              <a:gd fmla="val 12298" name="adj"/>
            </a:avLst>
          </a:prstGeom>
          <a:noFill/>
          <a:ln>
            <a:noFill/>
          </a:ln>
        </p:spPr>
      </p:sp>
      <p:sp>
        <p:nvSpPr>
          <p:cNvPr id="184" name="Google Shape;184;p18"/>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85" name="Google Shape;185;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186" name="Shape 186"/>
        <p:cNvGrpSpPr/>
        <p:nvPr/>
      </p:nvGrpSpPr>
      <p:grpSpPr>
        <a:xfrm>
          <a:off x="0" y="0"/>
          <a:ext cx="0" cy="0"/>
          <a:chOff x="0" y="0"/>
          <a:chExt cx="0" cy="0"/>
        </a:xfrm>
      </p:grpSpPr>
      <p:sp>
        <p:nvSpPr>
          <p:cNvPr id="187" name="Google Shape;187;p19"/>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88" name="Google Shape;188;p19"/>
          <p:cNvSpPr/>
          <p:nvPr>
            <p:ph idx="2" type="pic"/>
          </p:nvPr>
        </p:nvSpPr>
        <p:spPr>
          <a:xfrm>
            <a:off x="289100" y="1685250"/>
            <a:ext cx="1751100" cy="1773000"/>
          </a:xfrm>
          <a:prstGeom prst="roundRect">
            <a:avLst>
              <a:gd fmla="val 11894" name="adj"/>
            </a:avLst>
          </a:prstGeom>
          <a:noFill/>
          <a:ln>
            <a:noFill/>
          </a:ln>
        </p:spPr>
      </p:sp>
      <p:sp>
        <p:nvSpPr>
          <p:cNvPr id="189" name="Google Shape;189;p19"/>
          <p:cNvSpPr/>
          <p:nvPr>
            <p:ph idx="3" type="pic"/>
          </p:nvPr>
        </p:nvSpPr>
        <p:spPr>
          <a:xfrm>
            <a:off x="2152200" y="1685250"/>
            <a:ext cx="1751100" cy="1773000"/>
          </a:xfrm>
          <a:prstGeom prst="roundRect">
            <a:avLst>
              <a:gd fmla="val 11894" name="adj"/>
            </a:avLst>
          </a:prstGeom>
          <a:noFill/>
          <a:ln>
            <a:noFill/>
          </a:ln>
        </p:spPr>
      </p:sp>
      <p:sp>
        <p:nvSpPr>
          <p:cNvPr id="190" name="Google Shape;190;p19"/>
          <p:cNvSpPr/>
          <p:nvPr>
            <p:ph idx="4" type="pic"/>
          </p:nvPr>
        </p:nvSpPr>
        <p:spPr>
          <a:xfrm>
            <a:off x="4015300" y="1685250"/>
            <a:ext cx="1751100" cy="1773000"/>
          </a:xfrm>
          <a:prstGeom prst="roundRect">
            <a:avLst>
              <a:gd fmla="val 11894" name="adj"/>
            </a:avLst>
          </a:prstGeom>
          <a:noFill/>
          <a:ln>
            <a:noFill/>
          </a:ln>
        </p:spPr>
      </p:sp>
      <p:sp>
        <p:nvSpPr>
          <p:cNvPr id="191" name="Google Shape;191;p19"/>
          <p:cNvSpPr/>
          <p:nvPr>
            <p:ph idx="5" type="pic"/>
          </p:nvPr>
        </p:nvSpPr>
        <p:spPr>
          <a:xfrm>
            <a:off x="5866250" y="1685250"/>
            <a:ext cx="1751100" cy="1773000"/>
          </a:xfrm>
          <a:prstGeom prst="roundRect">
            <a:avLst>
              <a:gd fmla="val 11894" name="adj"/>
            </a:avLst>
          </a:prstGeom>
          <a:noFill/>
          <a:ln>
            <a:noFill/>
          </a:ln>
        </p:spPr>
      </p:sp>
      <p:sp>
        <p:nvSpPr>
          <p:cNvPr id="192" name="Google Shape;192;p19"/>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193" name="Google Shape;193;p19"/>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4" name="Google Shape;194;p19"/>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5" name="Google Shape;195;p19"/>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6" name="Google Shape;196;p19"/>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7" name="Google Shape;197;p19"/>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198" name="Google Shape;198;p19"/>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199" name="Google Shape;199;p1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0" name="Google Shape;200;p19"/>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1" name="Google Shape;201;p19"/>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2" name="Google Shape;202;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03" name="Shape 203"/>
        <p:cNvGrpSpPr/>
        <p:nvPr/>
      </p:nvGrpSpPr>
      <p:grpSpPr>
        <a:xfrm>
          <a:off x="0" y="0"/>
          <a:ext cx="0" cy="0"/>
          <a:chOff x="0" y="0"/>
          <a:chExt cx="0" cy="0"/>
        </a:xfrm>
      </p:grpSpPr>
      <p:sp>
        <p:nvSpPr>
          <p:cNvPr id="204" name="Google Shape;204;p20"/>
          <p:cNvSpPr/>
          <p:nvPr>
            <p:ph idx="2" type="pic"/>
          </p:nvPr>
        </p:nvSpPr>
        <p:spPr>
          <a:xfrm>
            <a:off x="392100" y="411300"/>
            <a:ext cx="4915800" cy="4333200"/>
          </a:xfrm>
          <a:prstGeom prst="roundRect">
            <a:avLst>
              <a:gd fmla="val 11160" name="adj"/>
            </a:avLst>
          </a:prstGeom>
          <a:noFill/>
          <a:ln>
            <a:noFill/>
          </a:ln>
        </p:spPr>
      </p:sp>
      <p:sp>
        <p:nvSpPr>
          <p:cNvPr id="205" name="Google Shape;205;p20"/>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6" name="Google Shape;206;p20"/>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07" name="Google Shape;207;p2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8" name="Google Shape;208;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09" name="Shape 209"/>
        <p:cNvGrpSpPr/>
        <p:nvPr/>
      </p:nvGrpSpPr>
      <p:grpSpPr>
        <a:xfrm>
          <a:off x="0" y="0"/>
          <a:ext cx="0" cy="0"/>
          <a:chOff x="0" y="0"/>
          <a:chExt cx="0" cy="0"/>
        </a:xfrm>
      </p:grpSpPr>
      <p:sp>
        <p:nvSpPr>
          <p:cNvPr id="210" name="Google Shape;210;p21"/>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1" name="Google Shape;211;p21"/>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12" name="Google Shape;212;p21"/>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13" name="Google Shape;213;p21"/>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14" name="Google Shape;214;p21"/>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15" name="Google Shape;215;p21"/>
          <p:cNvSpPr/>
          <p:nvPr>
            <p:ph idx="2" type="pic"/>
          </p:nvPr>
        </p:nvSpPr>
        <p:spPr>
          <a:xfrm>
            <a:off x="3910200" y="3408075"/>
            <a:ext cx="3486300" cy="1447800"/>
          </a:xfrm>
          <a:prstGeom prst="roundRect">
            <a:avLst>
              <a:gd fmla="val 16397" name="adj"/>
            </a:avLst>
          </a:prstGeom>
          <a:noFill/>
          <a:ln>
            <a:noFill/>
          </a:ln>
        </p:spPr>
      </p:sp>
      <p:sp>
        <p:nvSpPr>
          <p:cNvPr id="216" name="Google Shape;216;p21"/>
          <p:cNvSpPr/>
          <p:nvPr>
            <p:ph idx="3" type="pic"/>
          </p:nvPr>
        </p:nvSpPr>
        <p:spPr>
          <a:xfrm>
            <a:off x="277500" y="277500"/>
            <a:ext cx="2765700" cy="3013800"/>
          </a:xfrm>
          <a:prstGeom prst="roundRect">
            <a:avLst>
              <a:gd fmla="val 8721" name="adj"/>
            </a:avLst>
          </a:prstGeom>
          <a:noFill/>
          <a:ln>
            <a:noFill/>
          </a:ln>
        </p:spPr>
      </p:sp>
      <p:sp>
        <p:nvSpPr>
          <p:cNvPr id="217" name="Google Shape;217;p21"/>
          <p:cNvSpPr/>
          <p:nvPr>
            <p:ph idx="4" type="pic"/>
          </p:nvPr>
        </p:nvSpPr>
        <p:spPr>
          <a:xfrm>
            <a:off x="3161225" y="277500"/>
            <a:ext cx="1350600" cy="1447800"/>
          </a:xfrm>
          <a:prstGeom prst="roundRect">
            <a:avLst>
              <a:gd fmla="val 15267" name="adj"/>
            </a:avLst>
          </a:prstGeom>
          <a:noFill/>
          <a:ln>
            <a:noFill/>
          </a:ln>
        </p:spPr>
      </p:sp>
      <p:sp>
        <p:nvSpPr>
          <p:cNvPr id="218" name="Google Shape;218;p21"/>
          <p:cNvSpPr/>
          <p:nvPr>
            <p:ph idx="5" type="pic"/>
          </p:nvPr>
        </p:nvSpPr>
        <p:spPr>
          <a:xfrm>
            <a:off x="6883575" y="399550"/>
            <a:ext cx="1866000" cy="2775000"/>
          </a:xfrm>
          <a:prstGeom prst="roundRect">
            <a:avLst>
              <a:gd fmla="val 9097" name="adj"/>
            </a:avLst>
          </a:prstGeom>
          <a:noFill/>
          <a:ln>
            <a:noFill/>
          </a:ln>
        </p:spPr>
      </p:sp>
      <p:sp>
        <p:nvSpPr>
          <p:cNvPr id="219" name="Google Shape;219;p21"/>
          <p:cNvSpPr/>
          <p:nvPr>
            <p:ph idx="6" type="pic"/>
          </p:nvPr>
        </p:nvSpPr>
        <p:spPr>
          <a:xfrm>
            <a:off x="7516025" y="3407700"/>
            <a:ext cx="1350600" cy="1447800"/>
          </a:xfrm>
          <a:prstGeom prst="roundRect">
            <a:avLst>
              <a:gd fmla="val 16397" name="adj"/>
            </a:avLst>
          </a:prstGeom>
          <a:noFill/>
          <a:ln>
            <a:noFill/>
          </a:ln>
        </p:spPr>
      </p:sp>
      <p:sp>
        <p:nvSpPr>
          <p:cNvPr id="220" name="Google Shape;220;p21"/>
          <p:cNvSpPr/>
          <p:nvPr>
            <p:ph idx="7" type="pic"/>
          </p:nvPr>
        </p:nvSpPr>
        <p:spPr>
          <a:xfrm>
            <a:off x="394425" y="3528475"/>
            <a:ext cx="3279600" cy="1218900"/>
          </a:xfrm>
          <a:prstGeom prst="roundRect">
            <a:avLst>
              <a:gd fmla="val 11412" name="adj"/>
            </a:avLst>
          </a:prstGeom>
          <a:noFill/>
          <a:ln>
            <a:noFill/>
          </a:ln>
        </p:spPr>
      </p:sp>
      <p:sp>
        <p:nvSpPr>
          <p:cNvPr id="221" name="Google Shape;221;p21"/>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22" name="Google Shape;222;p21"/>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23" name="Google Shape;223;p21"/>
          <p:cNvCxnSpPr>
            <a:stCxn id="221" idx="1"/>
            <a:endCxn id="221"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24" name="Google Shape;224;p21"/>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25" name="Google Shape;225;p21"/>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26" name="Google Shape;226;p21"/>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27" name="Google Shape;227;p21"/>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28" name="Google Shape;228;p21"/>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29" name="Google Shape;229;p21"/>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30" name="Google Shape;230;p21"/>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1" name="Google Shape;231;p21"/>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32" name="Google Shape;232;p21"/>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3" name="Google Shape;233;p21"/>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34" name="Google Shape;234;p21"/>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35" name="Google Shape;235;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36" name="Google Shape;236;p21"/>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37" name="Shape 237"/>
        <p:cNvGrpSpPr/>
        <p:nvPr/>
      </p:nvGrpSpPr>
      <p:grpSpPr>
        <a:xfrm>
          <a:off x="0" y="0"/>
          <a:ext cx="0" cy="0"/>
          <a:chOff x="0" y="0"/>
          <a:chExt cx="0" cy="0"/>
        </a:xfrm>
      </p:grpSpPr>
      <p:sp>
        <p:nvSpPr>
          <p:cNvPr id="238" name="Google Shape;238;p22"/>
          <p:cNvSpPr/>
          <p:nvPr>
            <p:ph idx="2" type="pic"/>
          </p:nvPr>
        </p:nvSpPr>
        <p:spPr>
          <a:xfrm>
            <a:off x="2021325" y="1854425"/>
            <a:ext cx="1679100" cy="3013800"/>
          </a:xfrm>
          <a:prstGeom prst="roundRect">
            <a:avLst>
              <a:gd fmla="val 13643" name="adj"/>
            </a:avLst>
          </a:prstGeom>
          <a:noFill/>
          <a:ln>
            <a:noFill/>
          </a:ln>
        </p:spPr>
      </p:sp>
      <p:sp>
        <p:nvSpPr>
          <p:cNvPr id="239" name="Google Shape;239;p22"/>
          <p:cNvSpPr/>
          <p:nvPr>
            <p:ph idx="3" type="pic"/>
          </p:nvPr>
        </p:nvSpPr>
        <p:spPr>
          <a:xfrm>
            <a:off x="5444400" y="1854425"/>
            <a:ext cx="1679100" cy="3013800"/>
          </a:xfrm>
          <a:prstGeom prst="roundRect">
            <a:avLst>
              <a:gd fmla="val 13643" name="adj"/>
            </a:avLst>
          </a:prstGeom>
          <a:noFill/>
          <a:ln>
            <a:noFill/>
          </a:ln>
        </p:spPr>
      </p:sp>
      <p:sp>
        <p:nvSpPr>
          <p:cNvPr id="240" name="Google Shape;240;p22"/>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22"/>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2" name="Google Shape;242;p22"/>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22"/>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44" name="Google Shape;244;p22"/>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22"/>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22"/>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48" name="Shape 248"/>
        <p:cNvGrpSpPr/>
        <p:nvPr/>
      </p:nvGrpSpPr>
      <p:grpSpPr>
        <a:xfrm>
          <a:off x="0" y="0"/>
          <a:ext cx="0" cy="0"/>
          <a:chOff x="0" y="0"/>
          <a:chExt cx="0" cy="0"/>
        </a:xfrm>
      </p:grpSpPr>
      <p:sp>
        <p:nvSpPr>
          <p:cNvPr id="249" name="Google Shape;249;p23"/>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50" name="Google Shape;250;p23"/>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51" name="Shape 251"/>
        <p:cNvGrpSpPr/>
        <p:nvPr/>
      </p:nvGrpSpPr>
      <p:grpSpPr>
        <a:xfrm>
          <a:off x="0" y="0"/>
          <a:ext cx="0" cy="0"/>
          <a:chOff x="0" y="0"/>
          <a:chExt cx="0" cy="0"/>
        </a:xfrm>
      </p:grpSpPr>
      <p:sp>
        <p:nvSpPr>
          <p:cNvPr id="252" name="Google Shape;252;p24"/>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53" name="Shape 253"/>
        <p:cNvGrpSpPr/>
        <p:nvPr/>
      </p:nvGrpSpPr>
      <p:grpSpPr>
        <a:xfrm>
          <a:off x="0" y="0"/>
          <a:ext cx="0" cy="0"/>
          <a:chOff x="0" y="0"/>
          <a:chExt cx="0" cy="0"/>
        </a:xfrm>
      </p:grpSpPr>
      <p:sp>
        <p:nvSpPr>
          <p:cNvPr id="254" name="Google Shape;254;p2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5" name="Google Shape;255;p25"/>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56" name="Shape 256"/>
        <p:cNvGrpSpPr/>
        <p:nvPr/>
      </p:nvGrpSpPr>
      <p:grpSpPr>
        <a:xfrm>
          <a:off x="0" y="0"/>
          <a:ext cx="0" cy="0"/>
          <a:chOff x="0" y="0"/>
          <a:chExt cx="0" cy="0"/>
        </a:xfrm>
      </p:grpSpPr>
      <p:sp>
        <p:nvSpPr>
          <p:cNvPr id="257" name="Google Shape;257;p26"/>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8" name="Google Shape;258;p26"/>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9" name="Google Shape;259;p26"/>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64" name="Google Shape;264;p28"/>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65" name="Shape 265"/>
        <p:cNvGrpSpPr/>
        <p:nvPr/>
      </p:nvGrpSpPr>
      <p:grpSpPr>
        <a:xfrm>
          <a:off x="0" y="0"/>
          <a:ext cx="0" cy="0"/>
          <a:chOff x="0" y="0"/>
          <a:chExt cx="0" cy="0"/>
        </a:xfrm>
      </p:grpSpPr>
      <p:sp>
        <p:nvSpPr>
          <p:cNvPr id="266" name="Google Shape;266;p29"/>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67" name="Shape 267"/>
        <p:cNvGrpSpPr/>
        <p:nvPr/>
      </p:nvGrpSpPr>
      <p:grpSpPr>
        <a:xfrm>
          <a:off x="0" y="0"/>
          <a:ext cx="0" cy="0"/>
          <a:chOff x="0" y="0"/>
          <a:chExt cx="0" cy="0"/>
        </a:xfrm>
      </p:grpSpPr>
      <p:sp>
        <p:nvSpPr>
          <p:cNvPr id="268" name="Google Shape;268;p30"/>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69" name="Google Shape;269;p30"/>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0" name="Google Shape;270;p30"/>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71" name="Shape 271"/>
        <p:cNvGrpSpPr/>
        <p:nvPr/>
      </p:nvGrpSpPr>
      <p:grpSpPr>
        <a:xfrm>
          <a:off x="0" y="0"/>
          <a:ext cx="0" cy="0"/>
          <a:chOff x="0" y="0"/>
          <a:chExt cx="0" cy="0"/>
        </a:xfrm>
      </p:grpSpPr>
      <p:sp>
        <p:nvSpPr>
          <p:cNvPr id="272" name="Google Shape;272;p31"/>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73" name="Shape 273"/>
        <p:cNvGrpSpPr/>
        <p:nvPr/>
      </p:nvGrpSpPr>
      <p:grpSpPr>
        <a:xfrm>
          <a:off x="0" y="0"/>
          <a:ext cx="0" cy="0"/>
          <a:chOff x="0" y="0"/>
          <a:chExt cx="0" cy="0"/>
        </a:xfrm>
      </p:grpSpPr>
      <p:sp>
        <p:nvSpPr>
          <p:cNvPr id="274" name="Google Shape;274;p32"/>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275" name="Google Shape;275;p32"/>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6" name="Shape 276"/>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77" name="Shape 277"/>
        <p:cNvGrpSpPr/>
        <p:nvPr/>
      </p:nvGrpSpPr>
      <p:grpSpPr>
        <a:xfrm>
          <a:off x="0" y="0"/>
          <a:ext cx="0" cy="0"/>
          <a:chOff x="0" y="0"/>
          <a:chExt cx="0" cy="0"/>
        </a:xfrm>
      </p:grpSpPr>
      <p:sp>
        <p:nvSpPr>
          <p:cNvPr id="278" name="Google Shape;278;p34"/>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4"/>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0" name="Google Shape;280;p34"/>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1" name="Google Shape;281;p34"/>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2" name="Google Shape;282;p34"/>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3" name="Google Shape;283;p34"/>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4" name="Google Shape;284;p34"/>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87" name="Google Shape;287;p35"/>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8" name="Google Shape;288;p3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89" name="Shape 289"/>
        <p:cNvGrpSpPr/>
        <p:nvPr/>
      </p:nvGrpSpPr>
      <p:grpSpPr>
        <a:xfrm>
          <a:off x="0" y="0"/>
          <a:ext cx="0" cy="0"/>
          <a:chOff x="0" y="0"/>
          <a:chExt cx="0" cy="0"/>
        </a:xfrm>
      </p:grpSpPr>
      <p:sp>
        <p:nvSpPr>
          <p:cNvPr id="290" name="Google Shape;290;p36"/>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1" name="Google Shape;291;p36"/>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2" name="Google Shape;292;p36"/>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3" name="Google Shape;293;p36"/>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4" name="Google Shape;294;p36"/>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95" name="Shape 295"/>
        <p:cNvGrpSpPr/>
        <p:nvPr/>
      </p:nvGrpSpPr>
      <p:grpSpPr>
        <a:xfrm>
          <a:off x="0" y="0"/>
          <a:ext cx="0" cy="0"/>
          <a:chOff x="0" y="0"/>
          <a:chExt cx="0" cy="0"/>
        </a:xfrm>
      </p:grpSpPr>
      <p:sp>
        <p:nvSpPr>
          <p:cNvPr id="296" name="Google Shape;296;p37"/>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7"/>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8" name="Google Shape;298;p37"/>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99" name="Google Shape;299;p37"/>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0" name="Google Shape;300;p37"/>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1" name="Google Shape;301;p37"/>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2" name="Google Shape;302;p37"/>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03" name="Shape 303"/>
        <p:cNvGrpSpPr/>
        <p:nvPr/>
      </p:nvGrpSpPr>
      <p:grpSpPr>
        <a:xfrm>
          <a:off x="0" y="0"/>
          <a:ext cx="0" cy="0"/>
          <a:chOff x="0" y="0"/>
          <a:chExt cx="0" cy="0"/>
        </a:xfrm>
      </p:grpSpPr>
      <p:sp>
        <p:nvSpPr>
          <p:cNvPr id="304" name="Google Shape;304;p38"/>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5" name="Google Shape;305;p38"/>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38"/>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38"/>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8" name="Google Shape;308;p38"/>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9" name="Google Shape;309;p38"/>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38"/>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38"/>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2" name="Google Shape;312;p38"/>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13" name="Shape 313"/>
        <p:cNvGrpSpPr/>
        <p:nvPr/>
      </p:nvGrpSpPr>
      <p:grpSpPr>
        <a:xfrm>
          <a:off x="0" y="0"/>
          <a:ext cx="0" cy="0"/>
          <a:chOff x="0" y="0"/>
          <a:chExt cx="0" cy="0"/>
        </a:xfrm>
      </p:grpSpPr>
      <p:sp>
        <p:nvSpPr>
          <p:cNvPr id="314" name="Google Shape;314;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15" name="Google Shape;315;p3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16" name="Shape 316"/>
        <p:cNvGrpSpPr/>
        <p:nvPr/>
      </p:nvGrpSpPr>
      <p:grpSpPr>
        <a:xfrm>
          <a:off x="0" y="0"/>
          <a:ext cx="0" cy="0"/>
          <a:chOff x="0" y="0"/>
          <a:chExt cx="0" cy="0"/>
        </a:xfrm>
      </p:grpSpPr>
      <p:sp>
        <p:nvSpPr>
          <p:cNvPr id="317" name="Google Shape;317;p40"/>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8" name="Google Shape;318;p40"/>
          <p:cNvSpPr/>
          <p:nvPr>
            <p:ph idx="2" type="pic"/>
          </p:nvPr>
        </p:nvSpPr>
        <p:spPr>
          <a:xfrm>
            <a:off x="4804825" y="1133300"/>
            <a:ext cx="4027500" cy="2392800"/>
          </a:xfrm>
          <a:prstGeom prst="rect">
            <a:avLst/>
          </a:prstGeom>
          <a:noFill/>
          <a:ln>
            <a:noFill/>
          </a:ln>
        </p:spPr>
      </p:sp>
      <p:sp>
        <p:nvSpPr>
          <p:cNvPr id="319" name="Google Shape;319;p40"/>
          <p:cNvSpPr/>
          <p:nvPr>
            <p:ph idx="3" type="pic"/>
          </p:nvPr>
        </p:nvSpPr>
        <p:spPr>
          <a:xfrm>
            <a:off x="311725" y="1133300"/>
            <a:ext cx="4027500" cy="2392800"/>
          </a:xfrm>
          <a:prstGeom prst="rect">
            <a:avLst/>
          </a:prstGeom>
          <a:noFill/>
          <a:ln>
            <a:noFill/>
          </a:ln>
        </p:spPr>
      </p:sp>
      <p:sp>
        <p:nvSpPr>
          <p:cNvPr id="320" name="Google Shape;320;p40"/>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1" name="Google Shape;321;p40"/>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22" name="Google Shape;322;p40"/>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3" name="Google Shape;323;p40"/>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24" name="Shape 324"/>
        <p:cNvGrpSpPr/>
        <p:nvPr/>
      </p:nvGrpSpPr>
      <p:grpSpPr>
        <a:xfrm>
          <a:off x="0" y="0"/>
          <a:ext cx="0" cy="0"/>
          <a:chOff x="0" y="0"/>
          <a:chExt cx="0" cy="0"/>
        </a:xfrm>
      </p:grpSpPr>
      <p:sp>
        <p:nvSpPr>
          <p:cNvPr id="325" name="Google Shape;325;p41"/>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6" name="Google Shape;326;p41"/>
          <p:cNvSpPr/>
          <p:nvPr>
            <p:ph idx="2" type="pic"/>
          </p:nvPr>
        </p:nvSpPr>
        <p:spPr>
          <a:xfrm>
            <a:off x="6205225" y="1128325"/>
            <a:ext cx="2627100" cy="2273100"/>
          </a:xfrm>
          <a:prstGeom prst="rect">
            <a:avLst/>
          </a:prstGeom>
          <a:noFill/>
          <a:ln>
            <a:noFill/>
          </a:ln>
        </p:spPr>
      </p:sp>
      <p:sp>
        <p:nvSpPr>
          <p:cNvPr id="327" name="Google Shape;327;p41"/>
          <p:cNvSpPr/>
          <p:nvPr>
            <p:ph idx="3" type="pic"/>
          </p:nvPr>
        </p:nvSpPr>
        <p:spPr>
          <a:xfrm>
            <a:off x="311725" y="1128325"/>
            <a:ext cx="2627100" cy="2273100"/>
          </a:xfrm>
          <a:prstGeom prst="rect">
            <a:avLst/>
          </a:prstGeom>
          <a:noFill/>
          <a:ln>
            <a:noFill/>
          </a:ln>
        </p:spPr>
      </p:sp>
      <p:sp>
        <p:nvSpPr>
          <p:cNvPr id="328" name="Google Shape;328;p41"/>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9" name="Google Shape;329;p41"/>
          <p:cNvSpPr/>
          <p:nvPr>
            <p:ph idx="5" type="pic"/>
          </p:nvPr>
        </p:nvSpPr>
        <p:spPr>
          <a:xfrm>
            <a:off x="3255250" y="1128325"/>
            <a:ext cx="2627100" cy="2273100"/>
          </a:xfrm>
          <a:prstGeom prst="rect">
            <a:avLst/>
          </a:prstGeom>
          <a:noFill/>
          <a:ln>
            <a:noFill/>
          </a:ln>
        </p:spPr>
      </p:sp>
      <p:sp>
        <p:nvSpPr>
          <p:cNvPr id="330" name="Google Shape;330;p41"/>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1" name="Google Shape;331;p4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1"/>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3" name="Google Shape;333;p41"/>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4" name="Google Shape;334;p41"/>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35" name="Shape 335"/>
        <p:cNvGrpSpPr/>
        <p:nvPr/>
      </p:nvGrpSpPr>
      <p:grpSpPr>
        <a:xfrm>
          <a:off x="0" y="0"/>
          <a:ext cx="0" cy="0"/>
          <a:chOff x="0" y="0"/>
          <a:chExt cx="0" cy="0"/>
        </a:xfrm>
      </p:grpSpPr>
      <p:sp>
        <p:nvSpPr>
          <p:cNvPr id="336" name="Google Shape;336;p4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37" name="Shape 337"/>
        <p:cNvGrpSpPr/>
        <p:nvPr/>
      </p:nvGrpSpPr>
      <p:grpSpPr>
        <a:xfrm>
          <a:off x="0" y="0"/>
          <a:ext cx="0" cy="0"/>
          <a:chOff x="0" y="0"/>
          <a:chExt cx="0" cy="0"/>
        </a:xfrm>
      </p:grpSpPr>
      <p:sp>
        <p:nvSpPr>
          <p:cNvPr id="338" name="Google Shape;338;p43"/>
          <p:cNvSpPr/>
          <p:nvPr>
            <p:ph idx="2" type="pic"/>
          </p:nvPr>
        </p:nvSpPr>
        <p:spPr>
          <a:xfrm>
            <a:off x="3389600" y="118913"/>
            <a:ext cx="1643700" cy="1535100"/>
          </a:xfrm>
          <a:prstGeom prst="rect">
            <a:avLst/>
          </a:prstGeom>
          <a:noFill/>
          <a:ln>
            <a:noFill/>
          </a:ln>
        </p:spPr>
      </p:sp>
      <p:sp>
        <p:nvSpPr>
          <p:cNvPr id="339" name="Google Shape;339;p43"/>
          <p:cNvSpPr/>
          <p:nvPr>
            <p:ph idx="3" type="pic"/>
          </p:nvPr>
        </p:nvSpPr>
        <p:spPr>
          <a:xfrm>
            <a:off x="5195935" y="118913"/>
            <a:ext cx="1643700" cy="1535100"/>
          </a:xfrm>
          <a:prstGeom prst="rect">
            <a:avLst/>
          </a:prstGeom>
          <a:noFill/>
          <a:ln>
            <a:noFill/>
          </a:ln>
        </p:spPr>
      </p:sp>
      <p:sp>
        <p:nvSpPr>
          <p:cNvPr id="340" name="Google Shape;340;p43"/>
          <p:cNvSpPr/>
          <p:nvPr>
            <p:ph idx="4" type="pic"/>
          </p:nvPr>
        </p:nvSpPr>
        <p:spPr>
          <a:xfrm>
            <a:off x="7002270" y="118913"/>
            <a:ext cx="1643700" cy="1535100"/>
          </a:xfrm>
          <a:prstGeom prst="rect">
            <a:avLst/>
          </a:prstGeom>
          <a:noFill/>
          <a:ln>
            <a:noFill/>
          </a:ln>
        </p:spPr>
      </p:sp>
      <p:sp>
        <p:nvSpPr>
          <p:cNvPr id="341" name="Google Shape;341;p43"/>
          <p:cNvSpPr/>
          <p:nvPr>
            <p:ph idx="5" type="pic"/>
          </p:nvPr>
        </p:nvSpPr>
        <p:spPr>
          <a:xfrm>
            <a:off x="3389588" y="1804212"/>
            <a:ext cx="1643700" cy="1535100"/>
          </a:xfrm>
          <a:prstGeom prst="rect">
            <a:avLst/>
          </a:prstGeom>
          <a:noFill/>
          <a:ln>
            <a:noFill/>
          </a:ln>
        </p:spPr>
      </p:sp>
      <p:sp>
        <p:nvSpPr>
          <p:cNvPr id="342" name="Google Shape;342;p43"/>
          <p:cNvSpPr/>
          <p:nvPr>
            <p:ph idx="6" type="pic"/>
          </p:nvPr>
        </p:nvSpPr>
        <p:spPr>
          <a:xfrm>
            <a:off x="5195922" y="1804212"/>
            <a:ext cx="1643700" cy="1535100"/>
          </a:xfrm>
          <a:prstGeom prst="rect">
            <a:avLst/>
          </a:prstGeom>
          <a:noFill/>
          <a:ln>
            <a:noFill/>
          </a:ln>
        </p:spPr>
      </p:sp>
      <p:sp>
        <p:nvSpPr>
          <p:cNvPr id="343" name="Google Shape;343;p43"/>
          <p:cNvSpPr/>
          <p:nvPr>
            <p:ph idx="7" type="pic"/>
          </p:nvPr>
        </p:nvSpPr>
        <p:spPr>
          <a:xfrm>
            <a:off x="7002257" y="1804212"/>
            <a:ext cx="1643700" cy="1535100"/>
          </a:xfrm>
          <a:prstGeom prst="rect">
            <a:avLst/>
          </a:prstGeom>
          <a:noFill/>
          <a:ln>
            <a:noFill/>
          </a:ln>
        </p:spPr>
      </p:sp>
      <p:sp>
        <p:nvSpPr>
          <p:cNvPr id="344" name="Google Shape;344;p43"/>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45" name="Google Shape;345;p43"/>
          <p:cNvSpPr/>
          <p:nvPr>
            <p:ph idx="8" type="pic"/>
          </p:nvPr>
        </p:nvSpPr>
        <p:spPr>
          <a:xfrm>
            <a:off x="3389588" y="3489487"/>
            <a:ext cx="1643700" cy="1535100"/>
          </a:xfrm>
          <a:prstGeom prst="rect">
            <a:avLst/>
          </a:prstGeom>
          <a:noFill/>
          <a:ln>
            <a:noFill/>
          </a:ln>
        </p:spPr>
      </p:sp>
      <p:sp>
        <p:nvSpPr>
          <p:cNvPr id="346" name="Google Shape;346;p43"/>
          <p:cNvSpPr/>
          <p:nvPr>
            <p:ph idx="9" type="pic"/>
          </p:nvPr>
        </p:nvSpPr>
        <p:spPr>
          <a:xfrm>
            <a:off x="5195922" y="3489487"/>
            <a:ext cx="1643700" cy="1535100"/>
          </a:xfrm>
          <a:prstGeom prst="rect">
            <a:avLst/>
          </a:prstGeom>
          <a:noFill/>
          <a:ln>
            <a:noFill/>
          </a:ln>
        </p:spPr>
      </p:sp>
      <p:sp>
        <p:nvSpPr>
          <p:cNvPr id="347" name="Google Shape;347;p4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Subtitle - Alt 1">
  <p:cSld name="CUSTOM_1_1_3_1_3">
    <p:spTree>
      <p:nvGrpSpPr>
        <p:cNvPr id="348" name="Shape 348"/>
        <p:cNvGrpSpPr/>
        <p:nvPr/>
      </p:nvGrpSpPr>
      <p:grpSpPr>
        <a:xfrm>
          <a:off x="0" y="0"/>
          <a:ext cx="0" cy="0"/>
          <a:chOff x="0" y="0"/>
          <a:chExt cx="0" cy="0"/>
        </a:xfrm>
      </p:grpSpPr>
      <p:grpSp>
        <p:nvGrpSpPr>
          <p:cNvPr id="349" name="Google Shape;349;p44"/>
          <p:cNvGrpSpPr/>
          <p:nvPr/>
        </p:nvGrpSpPr>
        <p:grpSpPr>
          <a:xfrm>
            <a:off x="392964" y="576950"/>
            <a:ext cx="8764835" cy="4114800"/>
            <a:chOff x="374175" y="576950"/>
            <a:chExt cx="8783280" cy="4114800"/>
          </a:xfrm>
        </p:grpSpPr>
        <p:cxnSp>
          <p:nvCxnSpPr>
            <p:cNvPr id="350" name="Google Shape;350;p44"/>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51" name="Google Shape;351;p44"/>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52" name="Google Shape;352;p44"/>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53" name="Google Shape;353;p44"/>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54" name="Google Shape;354;p44"/>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55" name="Google Shape;355;p44"/>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56" name="Google Shape;356;p44"/>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57" name="Google Shape;357;p44"/>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58" name="Google Shape;358;p44"/>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359" name="Google Shape;359;p44"/>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360" name="Google Shape;360;p44"/>
          <p:cNvGrpSpPr/>
          <p:nvPr/>
        </p:nvGrpSpPr>
        <p:grpSpPr>
          <a:xfrm>
            <a:off x="114421" y="175123"/>
            <a:ext cx="134104" cy="4750255"/>
            <a:chOff x="114421" y="175123"/>
            <a:chExt cx="134104" cy="4750255"/>
          </a:xfrm>
        </p:grpSpPr>
        <p:grpSp>
          <p:nvGrpSpPr>
            <p:cNvPr id="361" name="Google Shape;361;p44"/>
            <p:cNvGrpSpPr/>
            <p:nvPr/>
          </p:nvGrpSpPr>
          <p:grpSpPr>
            <a:xfrm>
              <a:off x="114421" y="175123"/>
              <a:ext cx="134104" cy="4334807"/>
              <a:chOff x="5432271" y="383100"/>
              <a:chExt cx="137854" cy="4456010"/>
            </a:xfrm>
          </p:grpSpPr>
          <p:grpSp>
            <p:nvGrpSpPr>
              <p:cNvPr id="362" name="Google Shape;362;p44"/>
              <p:cNvGrpSpPr/>
              <p:nvPr/>
            </p:nvGrpSpPr>
            <p:grpSpPr>
              <a:xfrm>
                <a:off x="5432271" y="383100"/>
                <a:ext cx="137854" cy="981668"/>
                <a:chOff x="5432271" y="383100"/>
                <a:chExt cx="137854" cy="981668"/>
              </a:xfrm>
            </p:grpSpPr>
            <p:sp>
              <p:nvSpPr>
                <p:cNvPr id="363" name="Google Shape;363;p4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64" name="Google Shape;364;p4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65" name="Google Shape;365;p44"/>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366" name="Google Shape;366;p44"/>
              <p:cNvGrpSpPr/>
              <p:nvPr/>
            </p:nvGrpSpPr>
            <p:grpSpPr>
              <a:xfrm>
                <a:off x="5432271" y="1678500"/>
                <a:ext cx="137854" cy="981668"/>
                <a:chOff x="5432271" y="383100"/>
                <a:chExt cx="137854" cy="981668"/>
              </a:xfrm>
            </p:grpSpPr>
            <p:sp>
              <p:nvSpPr>
                <p:cNvPr id="367" name="Google Shape;367;p4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68" name="Google Shape;368;p4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69" name="Google Shape;369;p44"/>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370" name="Google Shape;370;p44"/>
              <p:cNvGrpSpPr/>
              <p:nvPr/>
            </p:nvGrpSpPr>
            <p:grpSpPr>
              <a:xfrm>
                <a:off x="5432271" y="2973900"/>
                <a:ext cx="137854" cy="981668"/>
                <a:chOff x="5432271" y="383100"/>
                <a:chExt cx="137854" cy="981668"/>
              </a:xfrm>
            </p:grpSpPr>
            <p:sp>
              <p:nvSpPr>
                <p:cNvPr id="371" name="Google Shape;371;p4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72" name="Google Shape;372;p4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73" name="Google Shape;373;p44"/>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374" name="Google Shape;374;p44"/>
              <p:cNvGrpSpPr/>
              <p:nvPr/>
            </p:nvGrpSpPr>
            <p:grpSpPr>
              <a:xfrm>
                <a:off x="5432271" y="4269300"/>
                <a:ext cx="137854" cy="569810"/>
                <a:chOff x="5432271" y="383100"/>
                <a:chExt cx="137854" cy="569810"/>
              </a:xfrm>
            </p:grpSpPr>
            <p:sp>
              <p:nvSpPr>
                <p:cNvPr id="375" name="Google Shape;375;p4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376" name="Google Shape;376;p4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377" name="Google Shape;377;p44"/>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378" name="Google Shape;378;p44"/>
          <p:cNvSpPr txBox="1"/>
          <p:nvPr>
            <p:ph idx="1" type="subTitle"/>
          </p:nvPr>
        </p:nvSpPr>
        <p:spPr>
          <a:xfrm>
            <a:off x="3063300" y="413950"/>
            <a:ext cx="2445000" cy="911100"/>
          </a:xfrm>
          <a:prstGeom prst="rect">
            <a:avLst/>
          </a:prstGeom>
        </p:spPr>
        <p:txBody>
          <a:bodyPr anchorCtr="0" anchor="ctr" bIns="91425" lIns="0"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9" name="Google Shape;379;p44"/>
          <p:cNvSpPr txBox="1"/>
          <p:nvPr>
            <p:ph type="title"/>
          </p:nvPr>
        </p:nvSpPr>
        <p:spPr>
          <a:xfrm>
            <a:off x="513300" y="419950"/>
            <a:ext cx="2641500" cy="1015800"/>
          </a:xfrm>
          <a:prstGeom prst="rect">
            <a:avLst/>
          </a:prstGeom>
        </p:spPr>
        <p:txBody>
          <a:bodyPr anchorCtr="0" anchor="ctr" bIns="0" lIns="0" spcFirstLastPara="1" rIns="0" wrap="square" tIns="0">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0" name="Google Shape;380;p44"/>
          <p:cNvSpPr txBox="1"/>
          <p:nvPr>
            <p:ph idx="2" type="subTitle"/>
          </p:nvPr>
        </p:nvSpPr>
        <p:spPr>
          <a:xfrm>
            <a:off x="1541800" y="1729550"/>
            <a:ext cx="786300" cy="365700"/>
          </a:xfrm>
          <a:prstGeom prst="rect">
            <a:avLst/>
          </a:prstGeom>
        </p:spPr>
        <p:txBody>
          <a:bodyPr anchorCtr="0" anchor="t" bIns="91425" lIns="0"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81" name="Google Shape;381;p44"/>
          <p:cNvSpPr txBox="1"/>
          <p:nvPr>
            <p:ph idx="3" type="subTitle"/>
          </p:nvPr>
        </p:nvSpPr>
        <p:spPr>
          <a:xfrm>
            <a:off x="3423025" y="1729550"/>
            <a:ext cx="786300" cy="365700"/>
          </a:xfrm>
          <a:prstGeom prst="rect">
            <a:avLst/>
          </a:prstGeom>
        </p:spPr>
        <p:txBody>
          <a:bodyPr anchorCtr="0" anchor="t" bIns="91425" lIns="0"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82" name="Google Shape;382;p44"/>
          <p:cNvSpPr txBox="1"/>
          <p:nvPr>
            <p:ph idx="4" type="subTitle"/>
          </p:nvPr>
        </p:nvSpPr>
        <p:spPr>
          <a:xfrm>
            <a:off x="5307725" y="1729550"/>
            <a:ext cx="786300" cy="365700"/>
          </a:xfrm>
          <a:prstGeom prst="rect">
            <a:avLst/>
          </a:prstGeom>
        </p:spPr>
        <p:txBody>
          <a:bodyPr anchorCtr="0" anchor="t" bIns="91425" lIns="0"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83" name="Google Shape;383;p44"/>
          <p:cNvSpPr txBox="1"/>
          <p:nvPr>
            <p:ph idx="5" type="subTitle"/>
          </p:nvPr>
        </p:nvSpPr>
        <p:spPr>
          <a:xfrm>
            <a:off x="7170900" y="1729575"/>
            <a:ext cx="786300" cy="365700"/>
          </a:xfrm>
          <a:prstGeom prst="rect">
            <a:avLst/>
          </a:prstGeom>
        </p:spPr>
        <p:txBody>
          <a:bodyPr anchorCtr="0" anchor="t" bIns="91425" lIns="0"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84" name="Google Shape;384;p44"/>
          <p:cNvSpPr txBox="1"/>
          <p:nvPr>
            <p:ph idx="6" type="body"/>
          </p:nvPr>
        </p:nvSpPr>
        <p:spPr>
          <a:xfrm>
            <a:off x="1304475" y="3171988"/>
            <a:ext cx="1371600" cy="694800"/>
          </a:xfrm>
          <a:prstGeom prst="rect">
            <a:avLst/>
          </a:prstGeom>
        </p:spPr>
        <p:txBody>
          <a:bodyPr anchorCtr="0" anchor="t" bIns="0" lIns="0" spcFirstLastPara="1" rIns="0" wrap="square" tIns="0">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0"/>
              </a:spcBef>
              <a:spcAft>
                <a:spcPts val="0"/>
              </a:spcAft>
              <a:buSzPts val="1000"/>
              <a:buFont typeface="Manrope Medium"/>
              <a:buChar char="■"/>
              <a:defRPr sz="1000">
                <a:latin typeface="Manrope Medium"/>
                <a:ea typeface="Manrope Medium"/>
                <a:cs typeface="Manrope Medium"/>
                <a:sym typeface="Manrope Medium"/>
              </a:defRPr>
            </a:lvl9pPr>
          </a:lstStyle>
          <a:p/>
        </p:txBody>
      </p:sp>
      <p:sp>
        <p:nvSpPr>
          <p:cNvPr id="385" name="Google Shape;385;p44"/>
          <p:cNvSpPr txBox="1"/>
          <p:nvPr>
            <p:ph idx="7" type="body"/>
          </p:nvPr>
        </p:nvSpPr>
        <p:spPr>
          <a:xfrm>
            <a:off x="3130375" y="3171988"/>
            <a:ext cx="1371600" cy="694800"/>
          </a:xfrm>
          <a:prstGeom prst="rect">
            <a:avLst/>
          </a:prstGeom>
        </p:spPr>
        <p:txBody>
          <a:bodyPr anchorCtr="0" anchor="t" bIns="0" lIns="0" spcFirstLastPara="1" rIns="0" wrap="square" tIns="0">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0"/>
              </a:spcBef>
              <a:spcAft>
                <a:spcPts val="0"/>
              </a:spcAft>
              <a:buSzPts val="1000"/>
              <a:buFont typeface="Manrope Medium"/>
              <a:buChar char="■"/>
              <a:defRPr sz="1000">
                <a:latin typeface="Manrope Medium"/>
                <a:ea typeface="Manrope Medium"/>
                <a:cs typeface="Manrope Medium"/>
                <a:sym typeface="Manrope Medium"/>
              </a:defRPr>
            </a:lvl9pPr>
          </a:lstStyle>
          <a:p/>
        </p:txBody>
      </p:sp>
      <p:sp>
        <p:nvSpPr>
          <p:cNvPr id="386" name="Google Shape;386;p44"/>
          <p:cNvSpPr txBox="1"/>
          <p:nvPr>
            <p:ph idx="8" type="body"/>
          </p:nvPr>
        </p:nvSpPr>
        <p:spPr>
          <a:xfrm>
            <a:off x="4980275" y="3171988"/>
            <a:ext cx="1371600" cy="694800"/>
          </a:xfrm>
          <a:prstGeom prst="rect">
            <a:avLst/>
          </a:prstGeom>
        </p:spPr>
        <p:txBody>
          <a:bodyPr anchorCtr="0" anchor="t" bIns="0" lIns="0" spcFirstLastPara="1" rIns="0" wrap="square" tIns="0">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0"/>
              </a:spcBef>
              <a:spcAft>
                <a:spcPts val="0"/>
              </a:spcAft>
              <a:buSzPts val="1000"/>
              <a:buFont typeface="Manrope Medium"/>
              <a:buChar char="■"/>
              <a:defRPr sz="1000">
                <a:latin typeface="Manrope Medium"/>
                <a:ea typeface="Manrope Medium"/>
                <a:cs typeface="Manrope Medium"/>
                <a:sym typeface="Manrope Medium"/>
              </a:defRPr>
            </a:lvl9pPr>
          </a:lstStyle>
          <a:p/>
        </p:txBody>
      </p:sp>
      <p:sp>
        <p:nvSpPr>
          <p:cNvPr id="387" name="Google Shape;387;p44"/>
          <p:cNvSpPr txBox="1"/>
          <p:nvPr>
            <p:ph idx="9" type="body"/>
          </p:nvPr>
        </p:nvSpPr>
        <p:spPr>
          <a:xfrm>
            <a:off x="6878250" y="3171988"/>
            <a:ext cx="1371600" cy="694800"/>
          </a:xfrm>
          <a:prstGeom prst="rect">
            <a:avLst/>
          </a:prstGeom>
        </p:spPr>
        <p:txBody>
          <a:bodyPr anchorCtr="0" anchor="t" bIns="0" lIns="0" spcFirstLastPara="1" rIns="0" wrap="square" tIns="0">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0"/>
              </a:spcBef>
              <a:spcAft>
                <a:spcPts val="0"/>
              </a:spcAft>
              <a:buSzPts val="1000"/>
              <a:buFont typeface="Manrope Medium"/>
              <a:buChar char="■"/>
              <a:defRPr sz="1000">
                <a:latin typeface="Manrope Medium"/>
                <a:ea typeface="Manrope Medium"/>
                <a:cs typeface="Manrope Medium"/>
                <a:sym typeface="Manrope Medium"/>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1">
  <p:cSld name="CUSTOM_1_1_2">
    <p:spTree>
      <p:nvGrpSpPr>
        <p:cNvPr id="388" name="Shape 388"/>
        <p:cNvGrpSpPr/>
        <p:nvPr/>
      </p:nvGrpSpPr>
      <p:grpSpPr>
        <a:xfrm>
          <a:off x="0" y="0"/>
          <a:ext cx="0" cy="0"/>
          <a:chOff x="0" y="0"/>
          <a:chExt cx="0" cy="0"/>
        </a:xfrm>
      </p:grpSpPr>
      <p:grpSp>
        <p:nvGrpSpPr>
          <p:cNvPr id="389" name="Google Shape;389;p45"/>
          <p:cNvGrpSpPr/>
          <p:nvPr/>
        </p:nvGrpSpPr>
        <p:grpSpPr>
          <a:xfrm>
            <a:off x="392964" y="576950"/>
            <a:ext cx="8764835" cy="4114800"/>
            <a:chOff x="374175" y="576950"/>
            <a:chExt cx="8783280" cy="4114800"/>
          </a:xfrm>
        </p:grpSpPr>
        <p:cxnSp>
          <p:nvCxnSpPr>
            <p:cNvPr id="390" name="Google Shape;390;p45"/>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91" name="Google Shape;391;p45"/>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92" name="Google Shape;392;p45"/>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93" name="Google Shape;393;p45"/>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94" name="Google Shape;394;p45"/>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95" name="Google Shape;395;p45"/>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96" name="Google Shape;396;p45"/>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97" name="Google Shape;397;p45"/>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398" name="Google Shape;398;p45"/>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399" name="Google Shape;399;p45"/>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400" name="Google Shape;400;p45"/>
          <p:cNvGrpSpPr/>
          <p:nvPr/>
        </p:nvGrpSpPr>
        <p:grpSpPr>
          <a:xfrm>
            <a:off x="114406" y="175123"/>
            <a:ext cx="134104" cy="4750255"/>
            <a:chOff x="114406" y="175123"/>
            <a:chExt cx="134104" cy="4750255"/>
          </a:xfrm>
        </p:grpSpPr>
        <p:grpSp>
          <p:nvGrpSpPr>
            <p:cNvPr id="401" name="Google Shape;401;p45"/>
            <p:cNvGrpSpPr/>
            <p:nvPr/>
          </p:nvGrpSpPr>
          <p:grpSpPr>
            <a:xfrm>
              <a:off x="114406" y="175123"/>
              <a:ext cx="134104" cy="4334807"/>
              <a:chOff x="5432271" y="383100"/>
              <a:chExt cx="137854" cy="4456010"/>
            </a:xfrm>
          </p:grpSpPr>
          <p:grpSp>
            <p:nvGrpSpPr>
              <p:cNvPr id="402" name="Google Shape;402;p45"/>
              <p:cNvGrpSpPr/>
              <p:nvPr/>
            </p:nvGrpSpPr>
            <p:grpSpPr>
              <a:xfrm>
                <a:off x="5432271" y="383100"/>
                <a:ext cx="137854" cy="981668"/>
                <a:chOff x="5432271" y="383100"/>
                <a:chExt cx="137854" cy="981668"/>
              </a:xfrm>
            </p:grpSpPr>
            <p:sp>
              <p:nvSpPr>
                <p:cNvPr id="403" name="Google Shape;403;p45"/>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04" name="Google Shape;404;p45"/>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05" name="Google Shape;405;p45"/>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06" name="Google Shape;406;p45"/>
              <p:cNvGrpSpPr/>
              <p:nvPr/>
            </p:nvGrpSpPr>
            <p:grpSpPr>
              <a:xfrm>
                <a:off x="5432271" y="1678500"/>
                <a:ext cx="137854" cy="981668"/>
                <a:chOff x="5432271" y="383100"/>
                <a:chExt cx="137854" cy="981668"/>
              </a:xfrm>
            </p:grpSpPr>
            <p:sp>
              <p:nvSpPr>
                <p:cNvPr id="407" name="Google Shape;407;p45"/>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08" name="Google Shape;408;p45"/>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09" name="Google Shape;409;p45"/>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10" name="Google Shape;410;p45"/>
              <p:cNvGrpSpPr/>
              <p:nvPr/>
            </p:nvGrpSpPr>
            <p:grpSpPr>
              <a:xfrm>
                <a:off x="5432271" y="2973900"/>
                <a:ext cx="137854" cy="981668"/>
                <a:chOff x="5432271" y="383100"/>
                <a:chExt cx="137854" cy="981668"/>
              </a:xfrm>
            </p:grpSpPr>
            <p:sp>
              <p:nvSpPr>
                <p:cNvPr id="411" name="Google Shape;411;p45"/>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12" name="Google Shape;412;p45"/>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13" name="Google Shape;413;p45"/>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14" name="Google Shape;414;p45"/>
              <p:cNvGrpSpPr/>
              <p:nvPr/>
            </p:nvGrpSpPr>
            <p:grpSpPr>
              <a:xfrm>
                <a:off x="5432271" y="4269300"/>
                <a:ext cx="137854" cy="569810"/>
                <a:chOff x="5432271" y="383100"/>
                <a:chExt cx="137854" cy="569810"/>
              </a:xfrm>
            </p:grpSpPr>
            <p:sp>
              <p:nvSpPr>
                <p:cNvPr id="415" name="Google Shape;415;p45"/>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16" name="Google Shape;416;p45"/>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417" name="Google Shape;417;p45"/>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418" name="Google Shape;418;p45"/>
          <p:cNvSpPr txBox="1"/>
          <p:nvPr>
            <p:ph type="title"/>
          </p:nvPr>
        </p:nvSpPr>
        <p:spPr>
          <a:xfrm>
            <a:off x="871325" y="720750"/>
            <a:ext cx="2300400" cy="521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419" name="Google Shape;419;p45"/>
          <p:cNvSpPr txBox="1"/>
          <p:nvPr>
            <p:ph idx="2" type="title"/>
          </p:nvPr>
        </p:nvSpPr>
        <p:spPr>
          <a:xfrm>
            <a:off x="3587619" y="720750"/>
            <a:ext cx="2300400" cy="521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420" name="Google Shape;420;p45"/>
          <p:cNvSpPr txBox="1"/>
          <p:nvPr>
            <p:ph idx="3" type="title"/>
          </p:nvPr>
        </p:nvSpPr>
        <p:spPr>
          <a:xfrm>
            <a:off x="6179075" y="720750"/>
            <a:ext cx="2300400" cy="521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421" name="Google Shape;421;p45"/>
          <p:cNvSpPr/>
          <p:nvPr>
            <p:ph idx="4" type="pic"/>
          </p:nvPr>
        </p:nvSpPr>
        <p:spPr>
          <a:xfrm>
            <a:off x="895300" y="1487250"/>
            <a:ext cx="2264100" cy="2729700"/>
          </a:xfrm>
          <a:prstGeom prst="rect">
            <a:avLst/>
          </a:prstGeom>
          <a:noFill/>
          <a:ln>
            <a:noFill/>
          </a:ln>
        </p:spPr>
      </p:sp>
      <p:sp>
        <p:nvSpPr>
          <p:cNvPr id="422" name="Google Shape;422;p45"/>
          <p:cNvSpPr/>
          <p:nvPr>
            <p:ph idx="5" type="pic"/>
          </p:nvPr>
        </p:nvSpPr>
        <p:spPr>
          <a:xfrm>
            <a:off x="3605775" y="1487250"/>
            <a:ext cx="2264100" cy="2729700"/>
          </a:xfrm>
          <a:prstGeom prst="rect">
            <a:avLst/>
          </a:prstGeom>
          <a:noFill/>
          <a:ln>
            <a:noFill/>
          </a:ln>
        </p:spPr>
      </p:sp>
      <p:sp>
        <p:nvSpPr>
          <p:cNvPr id="423" name="Google Shape;423;p45"/>
          <p:cNvSpPr/>
          <p:nvPr>
            <p:ph idx="6" type="pic"/>
          </p:nvPr>
        </p:nvSpPr>
        <p:spPr>
          <a:xfrm>
            <a:off x="6197225" y="1487250"/>
            <a:ext cx="2264100" cy="2729700"/>
          </a:xfrm>
          <a:prstGeom prst="rect">
            <a:avLst/>
          </a:prstGeom>
          <a:noFill/>
          <a:ln>
            <a:noFill/>
          </a:ln>
        </p:spPr>
      </p:sp>
      <p:sp>
        <p:nvSpPr>
          <p:cNvPr id="424" name="Google Shape;424;p45"/>
          <p:cNvSpPr txBox="1"/>
          <p:nvPr>
            <p:ph idx="1" type="subTitle"/>
          </p:nvPr>
        </p:nvSpPr>
        <p:spPr>
          <a:xfrm>
            <a:off x="1187675" y="4299825"/>
            <a:ext cx="1667700" cy="226200"/>
          </a:xfrm>
          <a:prstGeom prst="rect">
            <a:avLst/>
          </a:prstGeom>
        </p:spPr>
        <p:txBody>
          <a:bodyPr anchorCtr="0" anchor="ctr" bIns="91425" lIns="0"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5" name="Google Shape;425;p45"/>
          <p:cNvSpPr txBox="1"/>
          <p:nvPr>
            <p:ph idx="7" type="subTitle"/>
          </p:nvPr>
        </p:nvSpPr>
        <p:spPr>
          <a:xfrm rot="-214117">
            <a:off x="3902250" y="4346193"/>
            <a:ext cx="1667634" cy="226340"/>
          </a:xfrm>
          <a:prstGeom prst="rect">
            <a:avLst/>
          </a:prstGeom>
        </p:spPr>
        <p:txBody>
          <a:bodyPr anchorCtr="0" anchor="ctr" bIns="91425" lIns="0"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45"/>
          <p:cNvSpPr txBox="1"/>
          <p:nvPr>
            <p:ph idx="8" type="subTitle"/>
          </p:nvPr>
        </p:nvSpPr>
        <p:spPr>
          <a:xfrm rot="215969">
            <a:off x="6495540" y="4324572"/>
            <a:ext cx="1667690" cy="226340"/>
          </a:xfrm>
          <a:prstGeom prst="rect">
            <a:avLst/>
          </a:prstGeom>
        </p:spPr>
        <p:txBody>
          <a:bodyPr anchorCtr="0" anchor="ctr" bIns="91425" lIns="0"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p:cSld name="CUSTOM_1_1_1">
    <p:spTree>
      <p:nvGrpSpPr>
        <p:cNvPr id="427" name="Shape 427"/>
        <p:cNvGrpSpPr/>
        <p:nvPr/>
      </p:nvGrpSpPr>
      <p:grpSpPr>
        <a:xfrm>
          <a:off x="0" y="0"/>
          <a:ext cx="0" cy="0"/>
          <a:chOff x="0" y="0"/>
          <a:chExt cx="0" cy="0"/>
        </a:xfrm>
      </p:grpSpPr>
      <p:grpSp>
        <p:nvGrpSpPr>
          <p:cNvPr id="428" name="Google Shape;428;p46"/>
          <p:cNvGrpSpPr/>
          <p:nvPr/>
        </p:nvGrpSpPr>
        <p:grpSpPr>
          <a:xfrm>
            <a:off x="392964" y="576950"/>
            <a:ext cx="8764835" cy="4114800"/>
            <a:chOff x="374175" y="576950"/>
            <a:chExt cx="8783280" cy="4114800"/>
          </a:xfrm>
        </p:grpSpPr>
        <p:cxnSp>
          <p:nvCxnSpPr>
            <p:cNvPr id="429" name="Google Shape;429;p46"/>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430" name="Google Shape;430;p46"/>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431" name="Google Shape;431;p46"/>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432" name="Google Shape;432;p46"/>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433" name="Google Shape;433;p46"/>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434" name="Google Shape;434;p46"/>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435" name="Google Shape;435;p46"/>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436" name="Google Shape;436;p46"/>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437" name="Google Shape;437;p46"/>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438" name="Google Shape;438;p46"/>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439" name="Google Shape;439;p46"/>
          <p:cNvGrpSpPr/>
          <p:nvPr/>
        </p:nvGrpSpPr>
        <p:grpSpPr>
          <a:xfrm>
            <a:off x="114406" y="175123"/>
            <a:ext cx="134104" cy="4750255"/>
            <a:chOff x="114406" y="175123"/>
            <a:chExt cx="134104" cy="4750255"/>
          </a:xfrm>
        </p:grpSpPr>
        <p:grpSp>
          <p:nvGrpSpPr>
            <p:cNvPr id="440" name="Google Shape;440;p46"/>
            <p:cNvGrpSpPr/>
            <p:nvPr/>
          </p:nvGrpSpPr>
          <p:grpSpPr>
            <a:xfrm>
              <a:off x="114406" y="175123"/>
              <a:ext cx="134104" cy="4334807"/>
              <a:chOff x="5432271" y="383100"/>
              <a:chExt cx="137854" cy="4456010"/>
            </a:xfrm>
          </p:grpSpPr>
          <p:grpSp>
            <p:nvGrpSpPr>
              <p:cNvPr id="441" name="Google Shape;441;p46"/>
              <p:cNvGrpSpPr/>
              <p:nvPr/>
            </p:nvGrpSpPr>
            <p:grpSpPr>
              <a:xfrm>
                <a:off x="5432271" y="383100"/>
                <a:ext cx="137854" cy="981668"/>
                <a:chOff x="5432271" y="383100"/>
                <a:chExt cx="137854" cy="981668"/>
              </a:xfrm>
            </p:grpSpPr>
            <p:sp>
              <p:nvSpPr>
                <p:cNvPr id="442" name="Google Shape;442;p4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43" name="Google Shape;443;p4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44" name="Google Shape;444;p46"/>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45" name="Google Shape;445;p46"/>
              <p:cNvGrpSpPr/>
              <p:nvPr/>
            </p:nvGrpSpPr>
            <p:grpSpPr>
              <a:xfrm>
                <a:off x="5432271" y="1678500"/>
                <a:ext cx="137854" cy="981668"/>
                <a:chOff x="5432271" y="383100"/>
                <a:chExt cx="137854" cy="981668"/>
              </a:xfrm>
            </p:grpSpPr>
            <p:sp>
              <p:nvSpPr>
                <p:cNvPr id="446" name="Google Shape;446;p4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47" name="Google Shape;447;p4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48" name="Google Shape;448;p46"/>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49" name="Google Shape;449;p46"/>
              <p:cNvGrpSpPr/>
              <p:nvPr/>
            </p:nvGrpSpPr>
            <p:grpSpPr>
              <a:xfrm>
                <a:off x="5432271" y="2973900"/>
                <a:ext cx="137854" cy="981668"/>
                <a:chOff x="5432271" y="383100"/>
                <a:chExt cx="137854" cy="981668"/>
              </a:xfrm>
            </p:grpSpPr>
            <p:sp>
              <p:nvSpPr>
                <p:cNvPr id="450" name="Google Shape;450;p4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51" name="Google Shape;451;p4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52" name="Google Shape;452;p46"/>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453" name="Google Shape;453;p46"/>
              <p:cNvGrpSpPr/>
              <p:nvPr/>
            </p:nvGrpSpPr>
            <p:grpSpPr>
              <a:xfrm>
                <a:off x="5432271" y="4269300"/>
                <a:ext cx="137854" cy="569810"/>
                <a:chOff x="5432271" y="383100"/>
                <a:chExt cx="137854" cy="569810"/>
              </a:xfrm>
            </p:grpSpPr>
            <p:sp>
              <p:nvSpPr>
                <p:cNvPr id="454" name="Google Shape;454;p46"/>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55" name="Google Shape;455;p46"/>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456" name="Google Shape;456;p46"/>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457" name="Google Shape;457;p46"/>
          <p:cNvSpPr txBox="1"/>
          <p:nvPr>
            <p:ph type="title"/>
          </p:nvPr>
        </p:nvSpPr>
        <p:spPr>
          <a:xfrm>
            <a:off x="871325" y="720750"/>
            <a:ext cx="2300400" cy="521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458" name="Google Shape;458;p46"/>
          <p:cNvSpPr txBox="1"/>
          <p:nvPr>
            <p:ph idx="2" type="title"/>
          </p:nvPr>
        </p:nvSpPr>
        <p:spPr>
          <a:xfrm>
            <a:off x="3587619" y="720750"/>
            <a:ext cx="2300400" cy="521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459" name="Google Shape;459;p46"/>
          <p:cNvSpPr txBox="1"/>
          <p:nvPr>
            <p:ph idx="3" type="title"/>
          </p:nvPr>
        </p:nvSpPr>
        <p:spPr>
          <a:xfrm>
            <a:off x="6179075" y="720750"/>
            <a:ext cx="2300400" cy="521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460" name="Google Shape;460;p46"/>
          <p:cNvSpPr/>
          <p:nvPr>
            <p:ph idx="4" type="pic"/>
          </p:nvPr>
        </p:nvSpPr>
        <p:spPr>
          <a:xfrm>
            <a:off x="895300" y="1487250"/>
            <a:ext cx="2264100" cy="2729700"/>
          </a:xfrm>
          <a:prstGeom prst="rect">
            <a:avLst/>
          </a:prstGeom>
          <a:noFill/>
          <a:ln>
            <a:noFill/>
          </a:ln>
        </p:spPr>
      </p:sp>
      <p:sp>
        <p:nvSpPr>
          <p:cNvPr id="461" name="Google Shape;461;p46"/>
          <p:cNvSpPr/>
          <p:nvPr>
            <p:ph idx="5" type="pic"/>
          </p:nvPr>
        </p:nvSpPr>
        <p:spPr>
          <a:xfrm>
            <a:off x="3605775" y="1487250"/>
            <a:ext cx="2264100" cy="2729700"/>
          </a:xfrm>
          <a:prstGeom prst="rect">
            <a:avLst/>
          </a:prstGeom>
          <a:noFill/>
          <a:ln>
            <a:noFill/>
          </a:ln>
        </p:spPr>
      </p:sp>
      <p:sp>
        <p:nvSpPr>
          <p:cNvPr id="462" name="Google Shape;462;p46"/>
          <p:cNvSpPr/>
          <p:nvPr>
            <p:ph idx="6" type="pic"/>
          </p:nvPr>
        </p:nvSpPr>
        <p:spPr>
          <a:xfrm>
            <a:off x="6197225" y="1487250"/>
            <a:ext cx="2264100" cy="2729700"/>
          </a:xfrm>
          <a:prstGeom prst="rect">
            <a:avLst/>
          </a:prstGeom>
          <a:noFill/>
          <a:ln>
            <a:noFill/>
          </a:ln>
        </p:spPr>
      </p:sp>
      <p:sp>
        <p:nvSpPr>
          <p:cNvPr id="463" name="Google Shape;463;p46"/>
          <p:cNvSpPr txBox="1"/>
          <p:nvPr>
            <p:ph idx="1" type="subTitle"/>
          </p:nvPr>
        </p:nvSpPr>
        <p:spPr>
          <a:xfrm>
            <a:off x="1187675" y="4299825"/>
            <a:ext cx="1667700" cy="226200"/>
          </a:xfrm>
          <a:prstGeom prst="rect">
            <a:avLst/>
          </a:prstGeom>
        </p:spPr>
        <p:txBody>
          <a:bodyPr anchorCtr="0" anchor="ctr" bIns="91425" lIns="0"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4" name="Google Shape;464;p46"/>
          <p:cNvSpPr txBox="1"/>
          <p:nvPr>
            <p:ph idx="7" type="subTitle"/>
          </p:nvPr>
        </p:nvSpPr>
        <p:spPr>
          <a:xfrm rot="-214117">
            <a:off x="3902250" y="4346193"/>
            <a:ext cx="1667634" cy="226340"/>
          </a:xfrm>
          <a:prstGeom prst="rect">
            <a:avLst/>
          </a:prstGeom>
        </p:spPr>
        <p:txBody>
          <a:bodyPr anchorCtr="0" anchor="ctr" bIns="91425" lIns="0"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46"/>
          <p:cNvSpPr txBox="1"/>
          <p:nvPr>
            <p:ph idx="8" type="subTitle"/>
          </p:nvPr>
        </p:nvSpPr>
        <p:spPr>
          <a:xfrm rot="215969">
            <a:off x="6495540" y="4324572"/>
            <a:ext cx="1667690" cy="226340"/>
          </a:xfrm>
          <a:prstGeom prst="rect">
            <a:avLst/>
          </a:prstGeom>
        </p:spPr>
        <p:txBody>
          <a:bodyPr anchorCtr="0" anchor="ctr" bIns="91425" lIns="0"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7" name="Google Shape;7;p1"/>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enablingthefuture.or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hyperlink" Target="https://enablingthefuture.org/" TargetMode="External"/><Relationship Id="rId4" Type="http://schemas.openxmlformats.org/officeDocument/2006/relationships/image" Target="../media/image7.png"/><Relationship Id="rId5"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xml"/><Relationship Id="rId3" Type="http://schemas.openxmlformats.org/officeDocument/2006/relationships/image" Target="../media/image26.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4.png"/><Relationship Id="rId7"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hyperlink" Target="https://enablingthefuture.org/e-nable-community-chapters/" TargetMode="Externa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hyperlink" Target="http://hub.e-nable.org/p/e-nable-chapters" TargetMode="External"/><Relationship Id="rId5" Type="http://schemas.openxmlformats.org/officeDocument/2006/relationships/image" Target="../media/image21.gif"/><Relationship Id="rId6"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3.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31.png"/><Relationship Id="rId5"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8.png"/><Relationship Id="rId5" Type="http://schemas.openxmlformats.org/officeDocument/2006/relationships/image" Target="../media/image27.png"/><Relationship Id="rId6"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hyperlink" Target="mailto:chrhua802@gmail.com" TargetMode="External"/><Relationship Id="rId4" Type="http://schemas.openxmlformats.org/officeDocument/2006/relationships/hyperlink" Target="mailto:bighandsenable@gmail.com" TargetMode="External"/><Relationship Id="rId5"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7"/>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1/24/2026</a:t>
            </a:r>
            <a:endParaRPr/>
          </a:p>
        </p:txBody>
      </p:sp>
      <p:sp>
        <p:nvSpPr>
          <p:cNvPr id="471" name="Google Shape;471;p47"/>
          <p:cNvSpPr txBox="1"/>
          <p:nvPr>
            <p:ph type="title"/>
          </p:nvPr>
        </p:nvSpPr>
        <p:spPr>
          <a:xfrm>
            <a:off x="821000" y="889650"/>
            <a:ext cx="7903500" cy="2886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sz="3000">
                <a:solidFill>
                  <a:schemeClr val="lt1"/>
                </a:solidFill>
                <a:latin typeface="Arial"/>
                <a:ea typeface="Arial"/>
                <a:cs typeface="Arial"/>
                <a:sym typeface="Arial"/>
              </a:rPr>
              <a:t>Big Hands e-NABLE Fremont</a:t>
            </a:r>
            <a:endParaRPr b="1" sz="3000">
              <a:solidFill>
                <a:schemeClr val="lt1"/>
              </a:solidFill>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b="1" sz="3000">
              <a:solidFill>
                <a:schemeClr val="lt1"/>
              </a:solidFill>
              <a:latin typeface="Arial"/>
              <a:ea typeface="Arial"/>
              <a:cs typeface="Arial"/>
              <a:sym typeface="Arial"/>
            </a:endParaRPr>
          </a:p>
          <a:p>
            <a:pPr indent="-419100" lvl="0" marL="457200" rtl="0" algn="l">
              <a:spcBef>
                <a:spcPts val="0"/>
              </a:spcBef>
              <a:spcAft>
                <a:spcPts val="0"/>
              </a:spcAft>
              <a:buClr>
                <a:schemeClr val="lt1"/>
              </a:buClr>
              <a:buSzPts val="3000"/>
              <a:buFont typeface="Arial"/>
              <a:buChar char="-"/>
            </a:pPr>
            <a:r>
              <a:rPr lang="en" sz="3000">
                <a:solidFill>
                  <a:schemeClr val="lt1"/>
                </a:solidFill>
                <a:latin typeface="Arial"/>
                <a:ea typeface="Arial"/>
                <a:cs typeface="Arial"/>
                <a:sym typeface="Arial"/>
              </a:rPr>
              <a:t>A chapter under </a:t>
            </a:r>
            <a:r>
              <a:rPr b="1" lang="en" sz="2400" u="sng">
                <a:solidFill>
                  <a:srgbClr val="1155CC"/>
                </a:solidFill>
                <a:latin typeface="Arial"/>
                <a:ea typeface="Arial"/>
                <a:cs typeface="Arial"/>
                <a:sym typeface="Arial"/>
                <a:hlinkClick r:id="rId3">
                  <a:extLst>
                    <a:ext uri="{A12FA001-AC4F-418D-AE19-62706E023703}">
                      <ahyp:hlinkClr val="tx"/>
                    </a:ext>
                  </a:extLst>
                </a:hlinkClick>
              </a:rPr>
              <a:t>e-NABLE the Future</a:t>
            </a:r>
            <a:r>
              <a:rPr lang="en" sz="2400">
                <a:solidFill>
                  <a:schemeClr val="lt1"/>
                </a:solidFill>
                <a:latin typeface="Arial"/>
                <a:ea typeface="Arial"/>
                <a:cs typeface="Arial"/>
                <a:sym typeface="Arial"/>
              </a:rPr>
              <a:t> </a:t>
            </a:r>
            <a:endParaRPr sz="2400">
              <a:solidFill>
                <a:schemeClr val="lt1"/>
              </a:solidFill>
              <a:latin typeface="Arial"/>
              <a:ea typeface="Arial"/>
              <a:cs typeface="Arial"/>
              <a:sym typeface="Arial"/>
            </a:endParaRPr>
          </a:p>
          <a:p>
            <a:pPr indent="0" lvl="0" marL="0" rtl="0" algn="l">
              <a:spcBef>
                <a:spcPts val="0"/>
              </a:spcBef>
              <a:spcAft>
                <a:spcPts val="0"/>
              </a:spcAft>
              <a:buClr>
                <a:schemeClr val="lt1"/>
              </a:buClr>
              <a:buSzPts val="1100"/>
              <a:buFont typeface="Arial"/>
              <a:buNone/>
            </a:pPr>
            <a:r>
              <a:t/>
            </a:r>
            <a:endParaRPr sz="3000">
              <a:solidFill>
                <a:schemeClr val="lt1"/>
              </a:solidFill>
              <a:latin typeface="Arial"/>
              <a:ea typeface="Arial"/>
              <a:cs typeface="Arial"/>
              <a:sym typeface="Arial"/>
            </a:endParaRPr>
          </a:p>
          <a:p>
            <a:pPr indent="0" lvl="0" marL="0" rtl="0" algn="l">
              <a:spcBef>
                <a:spcPts val="0"/>
              </a:spcBef>
              <a:spcAft>
                <a:spcPts val="0"/>
              </a:spcAft>
              <a:buNone/>
            </a:pPr>
            <a:r>
              <a:rPr lang="en" sz="1600">
                <a:solidFill>
                  <a:schemeClr val="lt1"/>
                </a:solidFill>
                <a:latin typeface="Arial"/>
                <a:ea typeface="Arial"/>
                <a:cs typeface="Arial"/>
                <a:sym typeface="Arial"/>
              </a:rPr>
              <a:t>By: Christopher Huang</a:t>
            </a:r>
            <a:endParaRPr sz="1600">
              <a:solidFill>
                <a:schemeClr val="lt1"/>
              </a:solidFill>
              <a:latin typeface="Arial"/>
              <a:ea typeface="Arial"/>
              <a:cs typeface="Arial"/>
              <a:sym typeface="Arial"/>
            </a:endParaRPr>
          </a:p>
          <a:p>
            <a:pPr indent="0" lvl="0" marL="0" rtl="0" algn="l">
              <a:spcBef>
                <a:spcPts val="0"/>
              </a:spcBef>
              <a:spcAft>
                <a:spcPts val="0"/>
              </a:spcAft>
              <a:buNone/>
            </a:pPr>
            <a:r>
              <a:rPr lang="en" sz="1600">
                <a:solidFill>
                  <a:schemeClr val="lt1"/>
                </a:solidFill>
                <a:latin typeface="Arial"/>
                <a:ea typeface="Arial"/>
                <a:cs typeface="Arial"/>
                <a:sym typeface="Arial"/>
              </a:rPr>
              <a:t>(Senior at Irvington High School)</a:t>
            </a:r>
            <a:endParaRPr sz="1600">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77" name="Google Shape;477;p48"/>
          <p:cNvSpPr txBox="1"/>
          <p:nvPr>
            <p:ph type="title"/>
          </p:nvPr>
        </p:nvSpPr>
        <p:spPr>
          <a:xfrm>
            <a:off x="625375" y="373800"/>
            <a:ext cx="7815000" cy="41052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Clr>
                <a:schemeClr val="lt1"/>
              </a:buClr>
              <a:buSzPts val="1100"/>
              <a:buFont typeface="Arial"/>
              <a:buNone/>
            </a:pPr>
            <a:r>
              <a:rPr b="1" lang="en" sz="3600">
                <a:solidFill>
                  <a:schemeClr val="lt1"/>
                </a:solidFill>
                <a:latin typeface="Arial"/>
                <a:ea typeface="Arial"/>
                <a:cs typeface="Arial"/>
                <a:sym typeface="Arial"/>
              </a:rPr>
              <a:t>What is e-NABLE?</a:t>
            </a:r>
            <a:r>
              <a:rPr lang="en" sz="1600" u="sng">
                <a:solidFill>
                  <a:srgbClr val="0000FF"/>
                </a:solidFill>
                <a:hlinkClick r:id="rId3">
                  <a:extLst>
                    <a:ext uri="{A12FA001-AC4F-418D-AE19-62706E023703}">
                      <ahyp:hlinkClr val="tx"/>
                    </a:ext>
                  </a:extLst>
                </a:hlinkClick>
              </a:rPr>
              <a:t>https://enablingthefuture.org/</a:t>
            </a:r>
            <a:r>
              <a:rPr lang="en" sz="1600">
                <a:solidFill>
                  <a:srgbClr val="00FFFF"/>
                </a:solidFill>
              </a:rPr>
              <a:t> </a:t>
            </a:r>
            <a:endParaRPr b="1" sz="3600">
              <a:solidFill>
                <a:srgbClr val="00FFFF"/>
              </a:solidFill>
              <a:latin typeface="Arial"/>
              <a:ea typeface="Arial"/>
              <a:cs typeface="Arial"/>
              <a:sym typeface="Arial"/>
            </a:endParaRPr>
          </a:p>
          <a:p>
            <a:pPr indent="0" lvl="0" marL="0" rtl="0" algn="l">
              <a:spcBef>
                <a:spcPts val="400"/>
              </a:spcBef>
              <a:spcAft>
                <a:spcPts val="0"/>
              </a:spcAft>
              <a:buNone/>
            </a:pPr>
            <a:r>
              <a:rPr lang="en" sz="2000"/>
              <a:t> </a:t>
            </a:r>
            <a:r>
              <a:rPr b="1" lang="en" sz="2000">
                <a:solidFill>
                  <a:schemeClr val="lt1"/>
                </a:solidFill>
                <a:latin typeface="Arial"/>
                <a:ea typeface="Arial"/>
                <a:cs typeface="Arial"/>
                <a:sym typeface="Arial"/>
              </a:rPr>
              <a:t>e-NABLE</a:t>
            </a:r>
            <a:r>
              <a:rPr lang="en" sz="2000">
                <a:solidFill>
                  <a:schemeClr val="lt1"/>
                </a:solidFill>
                <a:latin typeface="Arial"/>
                <a:ea typeface="Arial"/>
                <a:cs typeface="Arial"/>
                <a:sym typeface="Arial"/>
              </a:rPr>
              <a:t> is a global network of volunteers</a:t>
            </a:r>
            <a:endParaRPr sz="2000">
              <a:solidFill>
                <a:schemeClr val="lt1"/>
              </a:solidFill>
              <a:latin typeface="Arial"/>
              <a:ea typeface="Arial"/>
              <a:cs typeface="Arial"/>
              <a:sym typeface="Arial"/>
            </a:endParaRPr>
          </a:p>
          <a:p>
            <a:pPr indent="-355600" lvl="0" marL="457200" rtl="0" algn="l">
              <a:lnSpc>
                <a:spcPct val="115000"/>
              </a:lnSpc>
              <a:spcBef>
                <a:spcPts val="1200"/>
              </a:spcBef>
              <a:spcAft>
                <a:spcPts val="0"/>
              </a:spcAft>
              <a:buClr>
                <a:schemeClr val="lt1"/>
              </a:buClr>
              <a:buSzPts val="2000"/>
              <a:buChar char="●"/>
            </a:pPr>
            <a:r>
              <a:rPr lang="en" sz="2000">
                <a:solidFill>
                  <a:schemeClr val="lt1"/>
                </a:solidFill>
                <a:latin typeface="Arial"/>
                <a:ea typeface="Arial"/>
                <a:cs typeface="Arial"/>
                <a:sym typeface="Arial"/>
              </a:rPr>
              <a:t>Uses </a:t>
            </a:r>
            <a:r>
              <a:rPr b="1" lang="en" sz="2000">
                <a:solidFill>
                  <a:schemeClr val="lt1"/>
                </a:solidFill>
                <a:latin typeface="Arial"/>
                <a:ea typeface="Arial"/>
                <a:cs typeface="Arial"/>
                <a:sym typeface="Arial"/>
              </a:rPr>
              <a:t>3D printing &amp; digital fabrication</a:t>
            </a:r>
            <a:r>
              <a:rPr lang="en" sz="2000">
                <a:solidFill>
                  <a:schemeClr val="lt1"/>
                </a:solidFill>
                <a:latin typeface="Arial"/>
                <a:ea typeface="Arial"/>
                <a:cs typeface="Arial"/>
                <a:sym typeface="Arial"/>
              </a:rPr>
              <a:t> to create free assistive devices</a:t>
            </a:r>
            <a:endParaRPr sz="2000">
              <a:solidFill>
                <a:schemeClr val="lt1"/>
              </a:solidFill>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Char char="●"/>
            </a:pPr>
            <a:r>
              <a:rPr lang="en" sz="2000">
                <a:solidFill>
                  <a:schemeClr val="lt1"/>
                </a:solidFill>
                <a:latin typeface="Arial"/>
                <a:ea typeface="Arial"/>
                <a:cs typeface="Arial"/>
                <a:sym typeface="Arial"/>
              </a:rPr>
              <a:t>Focused on </a:t>
            </a:r>
            <a:r>
              <a:rPr b="1" lang="en" sz="2000">
                <a:solidFill>
                  <a:schemeClr val="lt1"/>
                </a:solidFill>
                <a:latin typeface="Arial"/>
                <a:ea typeface="Arial"/>
                <a:cs typeface="Arial"/>
                <a:sym typeface="Arial"/>
              </a:rPr>
              <a:t>upper-limb differences</a:t>
            </a:r>
            <a:r>
              <a:rPr lang="en" sz="2000">
                <a:solidFill>
                  <a:schemeClr val="lt1"/>
                </a:solidFill>
                <a:latin typeface="Arial"/>
                <a:ea typeface="Arial"/>
                <a:cs typeface="Arial"/>
                <a:sym typeface="Arial"/>
              </a:rPr>
              <a:t> (hands, arms)</a:t>
            </a:r>
            <a:endParaRPr sz="2000">
              <a:solidFill>
                <a:schemeClr val="lt1"/>
              </a:solidFill>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Char char="●"/>
            </a:pPr>
            <a:r>
              <a:rPr lang="en" sz="2000">
                <a:solidFill>
                  <a:schemeClr val="lt1"/>
                </a:solidFill>
                <a:latin typeface="Arial"/>
                <a:ea typeface="Arial"/>
                <a:cs typeface="Arial"/>
                <a:sym typeface="Arial"/>
              </a:rPr>
              <a:t>Operates in </a:t>
            </a:r>
            <a:r>
              <a:rPr b="1" lang="en" sz="2000">
                <a:solidFill>
                  <a:schemeClr val="lt1"/>
                </a:solidFill>
                <a:latin typeface="Arial"/>
                <a:ea typeface="Arial"/>
                <a:cs typeface="Arial"/>
                <a:sym typeface="Arial"/>
              </a:rPr>
              <a:t>100+ countries</a:t>
            </a:r>
            <a:r>
              <a:rPr lang="en" sz="2000">
                <a:solidFill>
                  <a:schemeClr val="lt1"/>
                </a:solidFill>
                <a:latin typeface="Arial"/>
                <a:ea typeface="Arial"/>
                <a:cs typeface="Arial"/>
                <a:sym typeface="Arial"/>
              </a:rPr>
              <a:t> with thousands of volunteers</a:t>
            </a:r>
            <a:endParaRPr sz="2000">
              <a:solidFill>
                <a:schemeClr val="lt1"/>
              </a:solidFill>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Char char="●"/>
            </a:pPr>
            <a:r>
              <a:rPr lang="en" sz="2000">
                <a:solidFill>
                  <a:schemeClr val="lt1"/>
                </a:solidFill>
                <a:latin typeface="Arial"/>
                <a:ea typeface="Arial"/>
                <a:cs typeface="Arial"/>
                <a:sym typeface="Arial"/>
              </a:rPr>
              <a:t>Devices are provided </a:t>
            </a:r>
            <a:r>
              <a:rPr b="1" lang="en" sz="2000">
                <a:solidFill>
                  <a:schemeClr val="lt1"/>
                </a:solidFill>
                <a:latin typeface="Arial"/>
                <a:ea typeface="Arial"/>
                <a:cs typeface="Arial"/>
                <a:sym typeface="Arial"/>
              </a:rPr>
              <a:t>at no cost</a:t>
            </a:r>
            <a:r>
              <a:rPr lang="en" sz="2000">
                <a:solidFill>
                  <a:schemeClr val="lt1"/>
                </a:solidFill>
                <a:latin typeface="Arial"/>
                <a:ea typeface="Arial"/>
                <a:cs typeface="Arial"/>
                <a:sym typeface="Arial"/>
              </a:rPr>
              <a:t> to recipients</a:t>
            </a:r>
            <a:endParaRPr sz="2000">
              <a:solidFill>
                <a:schemeClr val="lt1"/>
              </a:solidFill>
              <a:latin typeface="Arial"/>
              <a:ea typeface="Arial"/>
              <a:cs typeface="Arial"/>
              <a:sym typeface="Arial"/>
            </a:endParaRPr>
          </a:p>
          <a:p>
            <a:pPr indent="0" lvl="0" marL="0" rtl="0" algn="l">
              <a:spcBef>
                <a:spcPts val="1200"/>
              </a:spcBef>
              <a:spcAft>
                <a:spcPts val="0"/>
              </a:spcAft>
              <a:buNone/>
            </a:pPr>
            <a:r>
              <a:t/>
            </a:r>
            <a:endParaRPr sz="1600"/>
          </a:p>
        </p:txBody>
      </p:sp>
      <p:pic>
        <p:nvPicPr>
          <p:cNvPr id="478" name="Google Shape;478;p48"/>
          <p:cNvPicPr preferRelativeResize="0"/>
          <p:nvPr/>
        </p:nvPicPr>
        <p:blipFill>
          <a:blip r:embed="rId4">
            <a:alphaModFix/>
          </a:blip>
          <a:stretch>
            <a:fillRect/>
          </a:stretch>
        </p:blipFill>
        <p:spPr>
          <a:xfrm>
            <a:off x="488825" y="3553525"/>
            <a:ext cx="4083175" cy="1448525"/>
          </a:xfrm>
          <a:prstGeom prst="rect">
            <a:avLst/>
          </a:prstGeom>
          <a:noFill/>
          <a:ln>
            <a:noFill/>
          </a:ln>
        </p:spPr>
      </p:pic>
      <p:pic>
        <p:nvPicPr>
          <p:cNvPr id="479" name="Google Shape;479;p48"/>
          <p:cNvPicPr preferRelativeResize="0"/>
          <p:nvPr/>
        </p:nvPicPr>
        <p:blipFill>
          <a:blip r:embed="rId5">
            <a:alphaModFix/>
          </a:blip>
          <a:stretch>
            <a:fillRect/>
          </a:stretch>
        </p:blipFill>
        <p:spPr>
          <a:xfrm>
            <a:off x="4571989" y="3527212"/>
            <a:ext cx="4229010" cy="1501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4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85" name="Google Shape;485;p49"/>
          <p:cNvSpPr txBox="1"/>
          <p:nvPr>
            <p:ph type="title"/>
          </p:nvPr>
        </p:nvSpPr>
        <p:spPr>
          <a:xfrm>
            <a:off x="625375" y="590600"/>
            <a:ext cx="5961000" cy="38883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Clr>
                <a:schemeClr val="lt1"/>
              </a:buClr>
              <a:buSzPts val="1100"/>
              <a:buFont typeface="Arial"/>
              <a:buNone/>
            </a:pPr>
            <a:r>
              <a:rPr b="1" lang="en" sz="3600">
                <a:solidFill>
                  <a:schemeClr val="lt1"/>
                </a:solidFill>
                <a:latin typeface="Arial"/>
                <a:ea typeface="Arial"/>
                <a:cs typeface="Arial"/>
                <a:sym typeface="Arial"/>
              </a:rPr>
              <a:t>The Mission of e-NABLE</a:t>
            </a:r>
            <a:endParaRPr b="1" sz="3600">
              <a:solidFill>
                <a:schemeClr val="lt1"/>
              </a:solidFill>
              <a:latin typeface="Arial"/>
              <a:ea typeface="Arial"/>
              <a:cs typeface="Arial"/>
              <a:sym typeface="Arial"/>
            </a:endParaRPr>
          </a:p>
          <a:p>
            <a:pPr indent="-355600" lvl="0" marL="457200" rtl="0" algn="l">
              <a:lnSpc>
                <a:spcPct val="115000"/>
              </a:lnSpc>
              <a:spcBef>
                <a:spcPts val="1200"/>
              </a:spcBef>
              <a:spcAft>
                <a:spcPts val="0"/>
              </a:spcAft>
              <a:buClr>
                <a:schemeClr val="lt1"/>
              </a:buClr>
              <a:buSzPts val="2000"/>
              <a:buChar char="●"/>
            </a:pPr>
            <a:r>
              <a:rPr lang="en" sz="2000">
                <a:solidFill>
                  <a:schemeClr val="lt1"/>
                </a:solidFill>
                <a:latin typeface="Arial"/>
                <a:ea typeface="Arial"/>
                <a:cs typeface="Arial"/>
                <a:sym typeface="Arial"/>
              </a:rPr>
              <a:t>Increase </a:t>
            </a:r>
            <a:r>
              <a:rPr b="1" lang="en" sz="2000">
                <a:solidFill>
                  <a:schemeClr val="lt1"/>
                </a:solidFill>
                <a:latin typeface="Arial"/>
                <a:ea typeface="Arial"/>
                <a:cs typeface="Arial"/>
                <a:sym typeface="Arial"/>
              </a:rPr>
              <a:t>access to assistive devices</a:t>
            </a:r>
            <a:endParaRPr b="1" sz="2000">
              <a:solidFill>
                <a:schemeClr val="lt1"/>
              </a:solidFill>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Char char="●"/>
            </a:pPr>
            <a:r>
              <a:rPr lang="en" sz="2000">
                <a:solidFill>
                  <a:schemeClr val="lt1"/>
                </a:solidFill>
                <a:latin typeface="Arial"/>
                <a:ea typeface="Arial"/>
                <a:cs typeface="Arial"/>
                <a:sym typeface="Arial"/>
              </a:rPr>
              <a:t>Empower individuals with limb differences</a:t>
            </a:r>
            <a:endParaRPr sz="2000">
              <a:solidFill>
                <a:schemeClr val="lt1"/>
              </a:solidFill>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Char char="●"/>
            </a:pPr>
            <a:r>
              <a:rPr lang="en" sz="2000">
                <a:solidFill>
                  <a:schemeClr val="lt1"/>
                </a:solidFill>
                <a:latin typeface="Arial"/>
                <a:ea typeface="Arial"/>
                <a:cs typeface="Arial"/>
                <a:sym typeface="Arial"/>
              </a:rPr>
              <a:t>Connect </a:t>
            </a:r>
            <a:r>
              <a:rPr b="1" lang="en" sz="2000">
                <a:solidFill>
                  <a:schemeClr val="lt1"/>
                </a:solidFill>
                <a:latin typeface="Arial"/>
                <a:ea typeface="Arial"/>
                <a:cs typeface="Arial"/>
                <a:sym typeface="Arial"/>
              </a:rPr>
              <a:t>makers, engineers, students, clinicians, and families</a:t>
            </a:r>
            <a:endParaRPr b="1" sz="2000">
              <a:solidFill>
                <a:schemeClr val="lt1"/>
              </a:solidFill>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Char char="●"/>
            </a:pPr>
            <a:r>
              <a:rPr lang="en" sz="2000">
                <a:solidFill>
                  <a:schemeClr val="lt1"/>
                </a:solidFill>
                <a:latin typeface="Arial"/>
                <a:ea typeface="Arial"/>
                <a:cs typeface="Arial"/>
                <a:sym typeface="Arial"/>
              </a:rPr>
              <a:t>Promote </a:t>
            </a:r>
            <a:r>
              <a:rPr b="1" lang="en" sz="2000">
                <a:solidFill>
                  <a:schemeClr val="lt1"/>
                </a:solidFill>
                <a:latin typeface="Arial"/>
                <a:ea typeface="Arial"/>
                <a:cs typeface="Arial"/>
                <a:sym typeface="Arial"/>
              </a:rPr>
              <a:t>open-source design</a:t>
            </a:r>
            <a:r>
              <a:rPr lang="en" sz="2000">
                <a:solidFill>
                  <a:schemeClr val="lt1"/>
                </a:solidFill>
                <a:latin typeface="Arial"/>
                <a:ea typeface="Arial"/>
                <a:cs typeface="Arial"/>
                <a:sym typeface="Arial"/>
              </a:rPr>
              <a:t>, education, and community service</a:t>
            </a:r>
            <a:endParaRPr sz="2000"/>
          </a:p>
        </p:txBody>
      </p:sp>
      <p:pic>
        <p:nvPicPr>
          <p:cNvPr id="486" name="Google Shape;486;p49" title="enable_logo.jpg"/>
          <p:cNvPicPr preferRelativeResize="0"/>
          <p:nvPr/>
        </p:nvPicPr>
        <p:blipFill>
          <a:blip r:embed="rId3">
            <a:alphaModFix/>
          </a:blip>
          <a:stretch>
            <a:fillRect/>
          </a:stretch>
        </p:blipFill>
        <p:spPr>
          <a:xfrm>
            <a:off x="6586375" y="885174"/>
            <a:ext cx="1732350" cy="1723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grpSp>
        <p:nvGrpSpPr>
          <p:cNvPr id="491" name="Google Shape;491;p50"/>
          <p:cNvGrpSpPr/>
          <p:nvPr/>
        </p:nvGrpSpPr>
        <p:grpSpPr>
          <a:xfrm>
            <a:off x="762482" y="2196779"/>
            <a:ext cx="6078793" cy="391500"/>
            <a:chOff x="1448282" y="2577779"/>
            <a:chExt cx="6078793" cy="391500"/>
          </a:xfrm>
        </p:grpSpPr>
        <p:sp>
          <p:nvSpPr>
            <p:cNvPr id="492" name="Google Shape;492;p50"/>
            <p:cNvSpPr/>
            <p:nvPr/>
          </p:nvSpPr>
          <p:spPr>
            <a:xfrm rot="-307733">
              <a:off x="1460181" y="2619609"/>
              <a:ext cx="949702" cy="307840"/>
            </a:xfrm>
            <a:prstGeom prst="rect">
              <a:avLst/>
            </a:prstGeom>
            <a:solidFill>
              <a:srgbClr val="7FBE2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en" sz="1200">
                  <a:solidFill>
                    <a:schemeClr val="lt1"/>
                  </a:solidFill>
                  <a:latin typeface="Manrope"/>
                  <a:ea typeface="Manrope"/>
                  <a:cs typeface="Manrope"/>
                  <a:sym typeface="Manrope"/>
                </a:rPr>
                <a:t>2011</a:t>
              </a:r>
              <a:endParaRPr b="1" sz="1200">
                <a:solidFill>
                  <a:schemeClr val="lt1"/>
                </a:solidFill>
                <a:latin typeface="Manrope"/>
                <a:ea typeface="Manrope"/>
                <a:cs typeface="Manrope"/>
                <a:sym typeface="Manrope"/>
              </a:endParaRPr>
            </a:p>
          </p:txBody>
        </p:sp>
        <p:sp>
          <p:nvSpPr>
            <p:cNvPr id="493" name="Google Shape;493;p50"/>
            <p:cNvSpPr/>
            <p:nvPr/>
          </p:nvSpPr>
          <p:spPr>
            <a:xfrm>
              <a:off x="3112675" y="2619550"/>
              <a:ext cx="949800" cy="307800"/>
            </a:xfrm>
            <a:prstGeom prst="rect">
              <a:avLst/>
            </a:prstGeom>
            <a:solidFill>
              <a:srgbClr val="D030D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en" sz="1200">
                  <a:solidFill>
                    <a:schemeClr val="lt1"/>
                  </a:solidFill>
                  <a:latin typeface="Manrope"/>
                  <a:ea typeface="Manrope"/>
                  <a:cs typeface="Manrope"/>
                  <a:sym typeface="Manrope"/>
                </a:rPr>
                <a:t>2013</a:t>
              </a:r>
              <a:endParaRPr b="1" sz="1200">
                <a:solidFill>
                  <a:schemeClr val="lt1"/>
                </a:solidFill>
                <a:latin typeface="Manrope"/>
                <a:ea typeface="Manrope"/>
                <a:cs typeface="Manrope"/>
                <a:sym typeface="Manrope"/>
              </a:endParaRPr>
            </a:p>
          </p:txBody>
        </p:sp>
        <p:sp>
          <p:nvSpPr>
            <p:cNvPr id="494" name="Google Shape;494;p50"/>
            <p:cNvSpPr/>
            <p:nvPr/>
          </p:nvSpPr>
          <p:spPr>
            <a:xfrm rot="162959">
              <a:off x="4844873" y="2619511"/>
              <a:ext cx="949667" cy="307851"/>
            </a:xfrm>
            <a:prstGeom prst="rect">
              <a:avLst/>
            </a:prstGeom>
            <a:solidFill>
              <a:srgbClr val="32C2E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en" sz="1200">
                  <a:solidFill>
                    <a:schemeClr val="lt1"/>
                  </a:solidFill>
                  <a:latin typeface="Manrope"/>
                  <a:ea typeface="Manrope"/>
                  <a:cs typeface="Manrope"/>
                  <a:sym typeface="Manrope"/>
                </a:rPr>
                <a:t>2014-15</a:t>
              </a:r>
              <a:endParaRPr b="1" sz="1200">
                <a:solidFill>
                  <a:schemeClr val="lt1"/>
                </a:solidFill>
                <a:latin typeface="Manrope"/>
                <a:ea typeface="Manrope"/>
                <a:cs typeface="Manrope"/>
                <a:sym typeface="Manrope"/>
              </a:endParaRPr>
            </a:p>
          </p:txBody>
        </p:sp>
        <p:sp>
          <p:nvSpPr>
            <p:cNvPr id="495" name="Google Shape;495;p50"/>
            <p:cNvSpPr/>
            <p:nvPr/>
          </p:nvSpPr>
          <p:spPr>
            <a:xfrm>
              <a:off x="6577275" y="2619550"/>
              <a:ext cx="949800" cy="307800"/>
            </a:xfrm>
            <a:prstGeom prst="rect">
              <a:avLst/>
            </a:prstGeom>
            <a:solidFill>
              <a:srgbClr val="FA901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en" sz="1200">
                  <a:solidFill>
                    <a:srgbClr val="242424"/>
                  </a:solidFill>
                  <a:latin typeface="Manrope"/>
                  <a:ea typeface="Manrope"/>
                  <a:cs typeface="Manrope"/>
                  <a:sym typeface="Manrope"/>
                </a:rPr>
                <a:t>2016+</a:t>
              </a:r>
              <a:endParaRPr b="1" sz="1200">
                <a:solidFill>
                  <a:srgbClr val="242424"/>
                </a:solidFill>
                <a:latin typeface="Manrope"/>
                <a:ea typeface="Manrope"/>
                <a:cs typeface="Manrope"/>
                <a:sym typeface="Manrope"/>
              </a:endParaRPr>
            </a:p>
          </p:txBody>
        </p:sp>
      </p:grpSp>
      <p:grpSp>
        <p:nvGrpSpPr>
          <p:cNvPr id="496" name="Google Shape;496;p50"/>
          <p:cNvGrpSpPr/>
          <p:nvPr/>
        </p:nvGrpSpPr>
        <p:grpSpPr>
          <a:xfrm>
            <a:off x="508872" y="2041558"/>
            <a:ext cx="8309700" cy="127200"/>
            <a:chOff x="432672" y="2270158"/>
            <a:chExt cx="8309700" cy="127200"/>
          </a:xfrm>
        </p:grpSpPr>
        <p:cxnSp>
          <p:nvCxnSpPr>
            <p:cNvPr id="497" name="Google Shape;497;p50"/>
            <p:cNvCxnSpPr/>
            <p:nvPr/>
          </p:nvCxnSpPr>
          <p:spPr>
            <a:xfrm>
              <a:off x="432672" y="2333749"/>
              <a:ext cx="8309700" cy="0"/>
            </a:xfrm>
            <a:prstGeom prst="straightConnector1">
              <a:avLst/>
            </a:prstGeom>
            <a:noFill/>
            <a:ln cap="flat" cmpd="sng" w="9525">
              <a:solidFill>
                <a:schemeClr val="lt1"/>
              </a:solidFill>
              <a:prstDash val="solid"/>
              <a:round/>
              <a:headEnd len="med" w="med" type="oval"/>
              <a:tailEnd len="med" w="med" type="oval"/>
            </a:ln>
          </p:spPr>
        </p:cxnSp>
        <p:sp>
          <p:nvSpPr>
            <p:cNvPr id="498" name="Google Shape;498;p50"/>
            <p:cNvSpPr/>
            <p:nvPr/>
          </p:nvSpPr>
          <p:spPr>
            <a:xfrm>
              <a:off x="1185546" y="2270158"/>
              <a:ext cx="127200" cy="127200"/>
            </a:xfrm>
            <a:prstGeom prst="ellipse">
              <a:avLst/>
            </a:prstGeom>
            <a:solidFill>
              <a:srgbClr val="7FBE2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499" name="Google Shape;499;p50"/>
            <p:cNvSpPr/>
            <p:nvPr/>
          </p:nvSpPr>
          <p:spPr>
            <a:xfrm>
              <a:off x="2761971" y="2270158"/>
              <a:ext cx="127200" cy="127200"/>
            </a:xfrm>
            <a:prstGeom prst="ellipse">
              <a:avLst/>
            </a:prstGeom>
            <a:solidFill>
              <a:srgbClr val="D030D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00" name="Google Shape;500;p50"/>
            <p:cNvSpPr/>
            <p:nvPr/>
          </p:nvSpPr>
          <p:spPr>
            <a:xfrm>
              <a:off x="4490796" y="2270158"/>
              <a:ext cx="127200" cy="127200"/>
            </a:xfrm>
            <a:prstGeom prst="ellipse">
              <a:avLst/>
            </a:prstGeom>
            <a:solidFill>
              <a:srgbClr val="32C2E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01" name="Google Shape;501;p50"/>
            <p:cNvSpPr/>
            <p:nvPr/>
          </p:nvSpPr>
          <p:spPr>
            <a:xfrm>
              <a:off x="6219621" y="2270158"/>
              <a:ext cx="127200" cy="127200"/>
            </a:xfrm>
            <a:prstGeom prst="ellipse">
              <a:avLst/>
            </a:prstGeom>
            <a:solidFill>
              <a:srgbClr val="FA901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502" name="Google Shape;502;p50"/>
          <p:cNvSpPr txBox="1"/>
          <p:nvPr>
            <p:ph type="title"/>
          </p:nvPr>
        </p:nvSpPr>
        <p:spPr>
          <a:xfrm>
            <a:off x="513300" y="419950"/>
            <a:ext cx="4677000" cy="10158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Clr>
                <a:srgbClr val="000000"/>
              </a:buClr>
              <a:buSzPts val="4100"/>
              <a:buFont typeface="Arial"/>
              <a:buNone/>
            </a:pPr>
            <a:r>
              <a:rPr lang="en" sz="3500">
                <a:latin typeface="Lexend"/>
                <a:ea typeface="Lexend"/>
                <a:cs typeface="Lexend"/>
                <a:sym typeface="Lexend"/>
              </a:rPr>
              <a:t>e-NABLE Timeline</a:t>
            </a:r>
            <a:endParaRPr sz="3500">
              <a:latin typeface="Lexend"/>
              <a:ea typeface="Lexend"/>
              <a:cs typeface="Lexend"/>
              <a:sym typeface="Lexend"/>
            </a:endParaRPr>
          </a:p>
        </p:txBody>
      </p:sp>
      <p:sp>
        <p:nvSpPr>
          <p:cNvPr id="503" name="Google Shape;503;p50"/>
          <p:cNvSpPr txBox="1"/>
          <p:nvPr>
            <p:ph idx="2" type="subTitle"/>
          </p:nvPr>
        </p:nvSpPr>
        <p:spPr>
          <a:xfrm>
            <a:off x="758925" y="1495425"/>
            <a:ext cx="1155000" cy="365700"/>
          </a:xfrm>
          <a:prstGeom prst="rect">
            <a:avLst/>
          </a:prstGeom>
        </p:spPr>
        <p:txBody>
          <a:bodyPr anchorCtr="0" anchor="t" bIns="91425" lIns="0" spcFirstLastPara="1" rIns="91425" wrap="square" tIns="91425">
            <a:noAutofit/>
          </a:bodyPr>
          <a:lstStyle/>
          <a:p>
            <a:pPr indent="0" lvl="0" marL="0" rtl="0" algn="ctr">
              <a:lnSpc>
                <a:spcPct val="100000"/>
              </a:lnSpc>
              <a:spcBef>
                <a:spcPts val="0"/>
              </a:spcBef>
              <a:spcAft>
                <a:spcPts val="0"/>
              </a:spcAft>
              <a:buNone/>
            </a:pPr>
            <a:r>
              <a:rPr b="1" lang="en" sz="1000">
                <a:solidFill>
                  <a:srgbClr val="7FBE26"/>
                </a:solidFill>
                <a:latin typeface="Lexend"/>
                <a:ea typeface="Lexend"/>
                <a:cs typeface="Lexend"/>
                <a:sym typeface="Lexend"/>
              </a:rPr>
              <a:t>First</a:t>
            </a:r>
            <a:endParaRPr b="1" sz="1000">
              <a:solidFill>
                <a:srgbClr val="7FBE26"/>
              </a:solidFill>
              <a:latin typeface="Lexend"/>
              <a:ea typeface="Lexend"/>
              <a:cs typeface="Lexend"/>
              <a:sym typeface="Lexend"/>
            </a:endParaRPr>
          </a:p>
          <a:p>
            <a:pPr indent="0" lvl="0" marL="0" rtl="0" algn="ctr">
              <a:lnSpc>
                <a:spcPct val="100000"/>
              </a:lnSpc>
              <a:spcBef>
                <a:spcPts val="0"/>
              </a:spcBef>
              <a:spcAft>
                <a:spcPts val="0"/>
              </a:spcAft>
              <a:buNone/>
            </a:pPr>
            <a:r>
              <a:rPr b="1" lang="en" sz="1000">
                <a:solidFill>
                  <a:srgbClr val="7FBE26"/>
                </a:solidFill>
                <a:latin typeface="Lexend"/>
                <a:ea typeface="Lexend"/>
                <a:cs typeface="Lexend"/>
                <a:sym typeface="Lexend"/>
              </a:rPr>
              <a:t>Helping Hand</a:t>
            </a:r>
            <a:endParaRPr>
              <a:solidFill>
                <a:srgbClr val="7FBE26"/>
              </a:solidFill>
              <a:latin typeface="Lexend ExtraBold"/>
              <a:ea typeface="Lexend ExtraBold"/>
              <a:cs typeface="Lexend ExtraBold"/>
              <a:sym typeface="Lexend ExtraBold"/>
            </a:endParaRPr>
          </a:p>
        </p:txBody>
      </p:sp>
      <p:sp>
        <p:nvSpPr>
          <p:cNvPr id="504" name="Google Shape;504;p50"/>
          <p:cNvSpPr txBox="1"/>
          <p:nvPr>
            <p:ph idx="3" type="subTitle"/>
          </p:nvPr>
        </p:nvSpPr>
        <p:spPr>
          <a:xfrm>
            <a:off x="2204975" y="1451050"/>
            <a:ext cx="1371600" cy="365700"/>
          </a:xfrm>
          <a:prstGeom prst="rect">
            <a:avLst/>
          </a:prstGeom>
        </p:spPr>
        <p:txBody>
          <a:bodyPr anchorCtr="0" anchor="t" bIns="91425" lIns="0" spcFirstLastPara="1" rIns="91425" wrap="square" tIns="91425">
            <a:noAutofit/>
          </a:bodyPr>
          <a:lstStyle/>
          <a:p>
            <a:pPr indent="0" lvl="0" marL="0" rtl="0" algn="ctr">
              <a:lnSpc>
                <a:spcPct val="100000"/>
              </a:lnSpc>
              <a:spcBef>
                <a:spcPts val="0"/>
              </a:spcBef>
              <a:spcAft>
                <a:spcPts val="0"/>
              </a:spcAft>
              <a:buNone/>
            </a:pPr>
            <a:r>
              <a:rPr b="1" lang="en" sz="1000">
                <a:solidFill>
                  <a:srgbClr val="D030D1"/>
                </a:solidFill>
                <a:latin typeface="Lexend"/>
                <a:ea typeface="Lexend"/>
                <a:cs typeface="Lexend"/>
                <a:sym typeface="Lexend"/>
              </a:rPr>
              <a:t>e-NABLE Community is Born</a:t>
            </a:r>
            <a:endParaRPr b="1" sz="1000">
              <a:solidFill>
                <a:srgbClr val="D030D1"/>
              </a:solidFill>
              <a:latin typeface="Lexend"/>
              <a:ea typeface="Lexend"/>
              <a:cs typeface="Lexend"/>
              <a:sym typeface="Lexend"/>
            </a:endParaRPr>
          </a:p>
          <a:p>
            <a:pPr indent="0" lvl="0" marL="0" rtl="0" algn="ctr">
              <a:lnSpc>
                <a:spcPct val="100000"/>
              </a:lnSpc>
              <a:spcBef>
                <a:spcPts val="0"/>
              </a:spcBef>
              <a:spcAft>
                <a:spcPts val="0"/>
              </a:spcAft>
              <a:buSzPts val="1200"/>
              <a:buNone/>
            </a:pPr>
            <a:r>
              <a:t/>
            </a:r>
            <a:endParaRPr>
              <a:solidFill>
                <a:srgbClr val="D030D1"/>
              </a:solidFill>
            </a:endParaRPr>
          </a:p>
        </p:txBody>
      </p:sp>
      <p:sp>
        <p:nvSpPr>
          <p:cNvPr id="505" name="Google Shape;505;p50"/>
          <p:cNvSpPr txBox="1"/>
          <p:nvPr>
            <p:ph idx="4" type="subTitle"/>
          </p:nvPr>
        </p:nvSpPr>
        <p:spPr>
          <a:xfrm>
            <a:off x="4086225" y="1495425"/>
            <a:ext cx="1121700" cy="365700"/>
          </a:xfrm>
          <a:prstGeom prst="rect">
            <a:avLst/>
          </a:prstGeom>
        </p:spPr>
        <p:txBody>
          <a:bodyPr anchorCtr="0" anchor="t" bIns="91425" lIns="0" spcFirstLastPara="1" rIns="91425" wrap="square" tIns="91425">
            <a:noAutofit/>
          </a:bodyPr>
          <a:lstStyle/>
          <a:p>
            <a:pPr indent="0" lvl="0" marL="0" rtl="0" algn="ctr">
              <a:lnSpc>
                <a:spcPct val="100000"/>
              </a:lnSpc>
              <a:spcBef>
                <a:spcPts val="0"/>
              </a:spcBef>
              <a:spcAft>
                <a:spcPts val="0"/>
              </a:spcAft>
              <a:buNone/>
            </a:pPr>
            <a:r>
              <a:rPr b="1" lang="en" sz="1000">
                <a:solidFill>
                  <a:srgbClr val="32C2E1"/>
                </a:solidFill>
                <a:latin typeface="Lexend"/>
                <a:ea typeface="Lexend"/>
                <a:cs typeface="Lexend"/>
                <a:sym typeface="Lexend"/>
              </a:rPr>
              <a:t>Rapid Global Growth</a:t>
            </a:r>
            <a:endParaRPr b="1" sz="1000">
              <a:solidFill>
                <a:srgbClr val="32C2E1"/>
              </a:solidFill>
              <a:latin typeface="Lexend"/>
              <a:ea typeface="Lexend"/>
              <a:cs typeface="Lexend"/>
              <a:sym typeface="Lexend"/>
            </a:endParaRPr>
          </a:p>
          <a:p>
            <a:pPr indent="0" lvl="0" marL="0" rtl="0" algn="ctr">
              <a:lnSpc>
                <a:spcPct val="100000"/>
              </a:lnSpc>
              <a:spcBef>
                <a:spcPts val="0"/>
              </a:spcBef>
              <a:spcAft>
                <a:spcPts val="0"/>
              </a:spcAft>
              <a:buSzPts val="1200"/>
              <a:buNone/>
            </a:pPr>
            <a:r>
              <a:t/>
            </a:r>
            <a:endParaRPr>
              <a:solidFill>
                <a:srgbClr val="32C2E1"/>
              </a:solidFill>
            </a:endParaRPr>
          </a:p>
        </p:txBody>
      </p:sp>
      <p:sp>
        <p:nvSpPr>
          <p:cNvPr id="506" name="Google Shape;506;p50"/>
          <p:cNvSpPr txBox="1"/>
          <p:nvPr>
            <p:ph idx="5" type="subTitle"/>
          </p:nvPr>
        </p:nvSpPr>
        <p:spPr>
          <a:xfrm>
            <a:off x="5723100" y="1500975"/>
            <a:ext cx="1371600" cy="365700"/>
          </a:xfrm>
          <a:prstGeom prst="rect">
            <a:avLst/>
          </a:prstGeom>
        </p:spPr>
        <p:txBody>
          <a:bodyPr anchorCtr="0" anchor="t" bIns="91425" lIns="0" spcFirstLastPara="1" rIns="91425" wrap="square" tIns="91425">
            <a:noAutofit/>
          </a:bodyPr>
          <a:lstStyle/>
          <a:p>
            <a:pPr indent="0" lvl="0" marL="0" rtl="0" algn="ctr">
              <a:lnSpc>
                <a:spcPct val="100000"/>
              </a:lnSpc>
              <a:spcBef>
                <a:spcPts val="0"/>
              </a:spcBef>
              <a:spcAft>
                <a:spcPts val="0"/>
              </a:spcAft>
              <a:buNone/>
            </a:pPr>
            <a:r>
              <a:rPr lang="en" sz="1000">
                <a:solidFill>
                  <a:srgbClr val="FA9018"/>
                </a:solidFill>
                <a:latin typeface="Lexend SemiBold"/>
                <a:ea typeface="Lexend SemiBold"/>
                <a:cs typeface="Lexend SemiBold"/>
                <a:sym typeface="Lexend SemiBold"/>
              </a:rPr>
              <a:t>Chapters Around the World</a:t>
            </a:r>
            <a:endParaRPr sz="1000">
              <a:solidFill>
                <a:srgbClr val="FA9018"/>
              </a:solidFill>
              <a:latin typeface="Lexend SemiBold"/>
              <a:ea typeface="Lexend SemiBold"/>
              <a:cs typeface="Lexend SemiBold"/>
              <a:sym typeface="Lexend SemiBold"/>
            </a:endParaRPr>
          </a:p>
          <a:p>
            <a:pPr indent="0" lvl="0" marL="0" rtl="0" algn="ctr">
              <a:lnSpc>
                <a:spcPct val="100000"/>
              </a:lnSpc>
              <a:spcBef>
                <a:spcPts val="0"/>
              </a:spcBef>
              <a:spcAft>
                <a:spcPts val="0"/>
              </a:spcAft>
              <a:buSzPts val="1200"/>
              <a:buNone/>
            </a:pPr>
            <a:r>
              <a:t/>
            </a:r>
            <a:endParaRPr/>
          </a:p>
        </p:txBody>
      </p:sp>
      <p:sp>
        <p:nvSpPr>
          <p:cNvPr id="507" name="Google Shape;507;p50"/>
          <p:cNvSpPr txBox="1"/>
          <p:nvPr>
            <p:ph idx="6" type="body"/>
          </p:nvPr>
        </p:nvSpPr>
        <p:spPr>
          <a:xfrm>
            <a:off x="694875" y="2638588"/>
            <a:ext cx="1371600" cy="694800"/>
          </a:xfrm>
          <a:prstGeom prst="rect">
            <a:avLst/>
          </a:prstGeom>
        </p:spPr>
        <p:txBody>
          <a:bodyPr anchorCtr="0" anchor="t" bIns="0" lIns="0" spcFirstLastPara="1" rIns="0" wrap="square" tIns="0">
            <a:noAutofit/>
          </a:bodyPr>
          <a:lstStyle/>
          <a:p>
            <a:pPr indent="0" lvl="0" marL="0" rtl="0" algn="l">
              <a:lnSpc>
                <a:spcPct val="100000"/>
              </a:lnSpc>
              <a:spcBef>
                <a:spcPts val="1200"/>
              </a:spcBef>
              <a:spcAft>
                <a:spcPts val="1200"/>
              </a:spcAft>
              <a:buNone/>
            </a:pPr>
            <a:r>
              <a:rPr lang="en">
                <a:solidFill>
                  <a:srgbClr val="000000"/>
                </a:solidFill>
                <a:latin typeface="Manrope"/>
                <a:ea typeface="Manrope"/>
                <a:cs typeface="Manrope"/>
                <a:sym typeface="Manrope"/>
              </a:rPr>
              <a:t>First prototype designed by Ivan Owen and Richard Van As</a:t>
            </a:r>
            <a:endParaRPr sz="900"/>
          </a:p>
        </p:txBody>
      </p:sp>
      <p:sp>
        <p:nvSpPr>
          <p:cNvPr id="508" name="Google Shape;508;p50"/>
          <p:cNvSpPr txBox="1"/>
          <p:nvPr>
            <p:ph idx="7" type="body"/>
          </p:nvPr>
        </p:nvSpPr>
        <p:spPr>
          <a:xfrm>
            <a:off x="2215975" y="2638600"/>
            <a:ext cx="1467000" cy="847200"/>
          </a:xfrm>
          <a:prstGeom prst="rect">
            <a:avLst/>
          </a:prstGeom>
        </p:spPr>
        <p:txBody>
          <a:bodyPr anchorCtr="0" anchor="t" bIns="0" lIns="0" spcFirstLastPara="1" rIns="0" wrap="square" tIns="0">
            <a:noAutofit/>
          </a:bodyPr>
          <a:lstStyle/>
          <a:p>
            <a:pPr indent="0" lvl="0" marL="0" rtl="0" algn="l">
              <a:lnSpc>
                <a:spcPct val="100000"/>
              </a:lnSpc>
              <a:spcBef>
                <a:spcPts val="1200"/>
              </a:spcBef>
              <a:spcAft>
                <a:spcPts val="1200"/>
              </a:spcAft>
              <a:buNone/>
            </a:pPr>
            <a:r>
              <a:rPr lang="en">
                <a:solidFill>
                  <a:srgbClr val="000000"/>
                </a:solidFill>
                <a:latin typeface="Manrope"/>
                <a:ea typeface="Manrope"/>
                <a:cs typeface="Manrope"/>
                <a:sym typeface="Manrope"/>
              </a:rPr>
              <a:t>Designs released open-source; e-NABLE community founded </a:t>
            </a:r>
            <a:endParaRPr/>
          </a:p>
        </p:txBody>
      </p:sp>
      <p:sp>
        <p:nvSpPr>
          <p:cNvPr id="509" name="Google Shape;509;p50"/>
          <p:cNvSpPr txBox="1"/>
          <p:nvPr>
            <p:ph idx="8" type="body"/>
          </p:nvPr>
        </p:nvSpPr>
        <p:spPr>
          <a:xfrm>
            <a:off x="3989675" y="2638588"/>
            <a:ext cx="1371600" cy="694800"/>
          </a:xfrm>
          <a:prstGeom prst="rect">
            <a:avLst/>
          </a:prstGeom>
        </p:spPr>
        <p:txBody>
          <a:bodyPr anchorCtr="0" anchor="t" bIns="0" lIns="0" spcFirstLastPara="1" rIns="0" wrap="square" tIns="0">
            <a:noAutofit/>
          </a:bodyPr>
          <a:lstStyle/>
          <a:p>
            <a:pPr indent="0" lvl="0" marL="0" rtl="0" algn="l">
              <a:spcBef>
                <a:spcPts val="1200"/>
              </a:spcBef>
              <a:spcAft>
                <a:spcPts val="1200"/>
              </a:spcAft>
              <a:buNone/>
            </a:pPr>
            <a:r>
              <a:rPr lang="en">
                <a:solidFill>
                  <a:srgbClr val="000000"/>
                </a:solidFill>
                <a:latin typeface="Manrope"/>
                <a:ea typeface="Manrope"/>
                <a:cs typeface="Manrope"/>
                <a:sym typeface="Manrope"/>
              </a:rPr>
              <a:t>Explosive growth, schools and libraries join in</a:t>
            </a:r>
            <a:endParaRPr/>
          </a:p>
        </p:txBody>
      </p:sp>
      <p:sp>
        <p:nvSpPr>
          <p:cNvPr id="510" name="Google Shape;510;p50"/>
          <p:cNvSpPr txBox="1"/>
          <p:nvPr>
            <p:ph idx="9" type="body"/>
          </p:nvPr>
        </p:nvSpPr>
        <p:spPr>
          <a:xfrm>
            <a:off x="5809000" y="2630913"/>
            <a:ext cx="1371600" cy="694800"/>
          </a:xfrm>
          <a:prstGeom prst="rect">
            <a:avLst/>
          </a:prstGeom>
        </p:spPr>
        <p:txBody>
          <a:bodyPr anchorCtr="0" anchor="t" bIns="0" lIns="0" spcFirstLastPara="1" rIns="0" wrap="square" tIns="0">
            <a:noAutofit/>
          </a:bodyPr>
          <a:lstStyle/>
          <a:p>
            <a:pPr indent="0" lvl="0" marL="0" rtl="0" algn="l">
              <a:spcBef>
                <a:spcPts val="1200"/>
              </a:spcBef>
              <a:spcAft>
                <a:spcPts val="1200"/>
              </a:spcAft>
              <a:buNone/>
            </a:pPr>
            <a:r>
              <a:rPr lang="en">
                <a:solidFill>
                  <a:srgbClr val="000000"/>
                </a:solidFill>
                <a:latin typeface="Manrope"/>
                <a:ea typeface="Manrope"/>
                <a:cs typeface="Manrope"/>
                <a:sym typeface="Manrope"/>
              </a:rPr>
              <a:t>Emergence of chapters globally, custom designs created for unique cases</a:t>
            </a:r>
            <a:endParaRPr/>
          </a:p>
        </p:txBody>
      </p:sp>
      <p:sp>
        <p:nvSpPr>
          <p:cNvPr id="511" name="Google Shape;511;p50"/>
          <p:cNvSpPr/>
          <p:nvPr/>
        </p:nvSpPr>
        <p:spPr>
          <a:xfrm>
            <a:off x="7743621" y="2041558"/>
            <a:ext cx="127200" cy="127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12" name="Google Shape;512;p50"/>
          <p:cNvSpPr/>
          <p:nvPr/>
        </p:nvSpPr>
        <p:spPr>
          <a:xfrm rot="-307733">
            <a:off x="7413556" y="2233059"/>
            <a:ext cx="949702" cy="307840"/>
          </a:xfrm>
          <a:prstGeom prst="rect">
            <a:avLst/>
          </a:prstGeom>
          <a:solidFill>
            <a:srgbClr val="66666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lang="en" sz="1200">
                <a:solidFill>
                  <a:srgbClr val="FFFFFF"/>
                </a:solidFill>
                <a:latin typeface="Manrope"/>
                <a:ea typeface="Manrope"/>
                <a:cs typeface="Manrope"/>
                <a:sym typeface="Manrope"/>
              </a:rPr>
              <a:t>Today</a:t>
            </a:r>
            <a:endParaRPr b="1" sz="1200">
              <a:solidFill>
                <a:srgbClr val="FFFFFF"/>
              </a:solidFill>
              <a:latin typeface="Manrope"/>
              <a:ea typeface="Manrope"/>
              <a:cs typeface="Manrope"/>
              <a:sym typeface="Manrope"/>
            </a:endParaRPr>
          </a:p>
        </p:txBody>
      </p:sp>
      <p:pic>
        <p:nvPicPr>
          <p:cNvPr id="513" name="Google Shape;513;p50"/>
          <p:cNvPicPr preferRelativeResize="0"/>
          <p:nvPr/>
        </p:nvPicPr>
        <p:blipFill rotWithShape="1">
          <a:blip r:embed="rId3">
            <a:alphaModFix/>
          </a:blip>
          <a:srcRect b="19749" l="67604" r="0" t="1287"/>
          <a:stretch/>
        </p:blipFill>
        <p:spPr>
          <a:xfrm>
            <a:off x="748875" y="3485800"/>
            <a:ext cx="1294200" cy="1129200"/>
          </a:xfrm>
          <a:prstGeom prst="rect">
            <a:avLst/>
          </a:prstGeom>
          <a:noFill/>
          <a:ln cap="flat" cmpd="sng" w="19050">
            <a:solidFill>
              <a:srgbClr val="7FBE26"/>
            </a:solidFill>
            <a:prstDash val="solid"/>
            <a:round/>
            <a:headEnd len="sm" w="sm" type="none"/>
            <a:tailEnd len="sm" w="sm" type="none"/>
          </a:ln>
          <a:effectLst>
            <a:outerShdw blurRad="57150" rotWithShape="0" algn="bl" dir="5400000" dist="19050">
              <a:srgbClr val="000000">
                <a:alpha val="50000"/>
              </a:srgbClr>
            </a:outerShdw>
          </a:effectLst>
        </p:spPr>
      </p:pic>
      <p:pic>
        <p:nvPicPr>
          <p:cNvPr id="514" name="Google Shape;514;p50"/>
          <p:cNvPicPr preferRelativeResize="0"/>
          <p:nvPr/>
        </p:nvPicPr>
        <p:blipFill>
          <a:blip r:embed="rId4">
            <a:alphaModFix/>
          </a:blip>
          <a:stretch>
            <a:fillRect/>
          </a:stretch>
        </p:blipFill>
        <p:spPr>
          <a:xfrm>
            <a:off x="2270763" y="3498450"/>
            <a:ext cx="1412100" cy="1051200"/>
          </a:xfrm>
          <a:prstGeom prst="rect">
            <a:avLst/>
          </a:prstGeom>
          <a:noFill/>
          <a:ln cap="flat" cmpd="sng" w="19050">
            <a:solidFill>
              <a:srgbClr val="D030D1"/>
            </a:solidFill>
            <a:prstDash val="solid"/>
            <a:round/>
            <a:headEnd len="sm" w="sm" type="none"/>
            <a:tailEnd len="sm" w="sm" type="none"/>
          </a:ln>
          <a:effectLst>
            <a:outerShdw blurRad="57150" rotWithShape="0" algn="bl" dir="5400000" dist="19050">
              <a:srgbClr val="000000">
                <a:alpha val="50000"/>
              </a:srgbClr>
            </a:outerShdw>
          </a:effectLst>
        </p:spPr>
      </p:pic>
      <p:sp>
        <p:nvSpPr>
          <p:cNvPr id="515" name="Google Shape;515;p50"/>
          <p:cNvSpPr txBox="1"/>
          <p:nvPr>
            <p:ph idx="6" type="body"/>
          </p:nvPr>
        </p:nvSpPr>
        <p:spPr>
          <a:xfrm>
            <a:off x="7375800" y="2681400"/>
            <a:ext cx="1768200" cy="694800"/>
          </a:xfrm>
          <a:prstGeom prst="rect">
            <a:avLst/>
          </a:prstGeom>
        </p:spPr>
        <p:txBody>
          <a:bodyPr anchorCtr="0" anchor="t" bIns="0" lIns="0" spcFirstLastPara="1" rIns="0" wrap="square" tIns="0">
            <a:noAutofit/>
          </a:bodyPr>
          <a:lstStyle/>
          <a:p>
            <a:pPr indent="0" lvl="0" marL="0" rtl="0" algn="l">
              <a:spcBef>
                <a:spcPts val="1200"/>
              </a:spcBef>
              <a:spcAft>
                <a:spcPts val="1200"/>
              </a:spcAft>
              <a:buNone/>
            </a:pPr>
            <a:r>
              <a:rPr lang="en">
                <a:solidFill>
                  <a:srgbClr val="000000"/>
                </a:solidFill>
                <a:latin typeface="Manrope"/>
                <a:ea typeface="Manrope"/>
                <a:cs typeface="Manrope"/>
                <a:sym typeface="Manrope"/>
              </a:rPr>
              <a:t>Strong global presence, innovative designs, cross-continental collaborations</a:t>
            </a:r>
            <a:endParaRPr/>
          </a:p>
        </p:txBody>
      </p:sp>
      <p:pic>
        <p:nvPicPr>
          <p:cNvPr id="516" name="Google Shape;516;p50"/>
          <p:cNvPicPr preferRelativeResize="0"/>
          <p:nvPr/>
        </p:nvPicPr>
        <p:blipFill>
          <a:blip r:embed="rId5">
            <a:alphaModFix/>
          </a:blip>
          <a:stretch>
            <a:fillRect/>
          </a:stretch>
        </p:blipFill>
        <p:spPr>
          <a:xfrm>
            <a:off x="5788750" y="3711700"/>
            <a:ext cx="1412100" cy="1051200"/>
          </a:xfrm>
          <a:prstGeom prst="rect">
            <a:avLst/>
          </a:prstGeom>
          <a:noFill/>
          <a:ln cap="flat" cmpd="sng" w="19050">
            <a:solidFill>
              <a:srgbClr val="F5862E"/>
            </a:solidFill>
            <a:prstDash val="solid"/>
            <a:round/>
            <a:headEnd len="sm" w="sm" type="none"/>
            <a:tailEnd len="sm" w="sm" type="none"/>
          </a:ln>
          <a:effectLst>
            <a:outerShdw blurRad="57150" rotWithShape="0" algn="bl" dir="5400000" dist="19050">
              <a:srgbClr val="000000">
                <a:alpha val="50000"/>
              </a:srgbClr>
            </a:outerShdw>
          </a:effectLst>
        </p:spPr>
      </p:pic>
      <p:pic>
        <p:nvPicPr>
          <p:cNvPr id="517" name="Google Shape;517;p50"/>
          <p:cNvPicPr preferRelativeResize="0"/>
          <p:nvPr/>
        </p:nvPicPr>
        <p:blipFill rotWithShape="1">
          <a:blip r:embed="rId6">
            <a:alphaModFix/>
          </a:blip>
          <a:srcRect b="9116" l="0" r="1652" t="0"/>
          <a:stretch/>
        </p:blipFill>
        <p:spPr>
          <a:xfrm>
            <a:off x="4010013" y="3390600"/>
            <a:ext cx="1412100" cy="1114500"/>
          </a:xfrm>
          <a:prstGeom prst="rect">
            <a:avLst/>
          </a:prstGeom>
          <a:noFill/>
          <a:ln cap="flat" cmpd="sng" w="19050">
            <a:solidFill>
              <a:srgbClr val="32C2E1"/>
            </a:solidFill>
            <a:prstDash val="solid"/>
            <a:round/>
            <a:headEnd len="sm" w="sm" type="none"/>
            <a:tailEnd len="sm" w="sm" type="none"/>
          </a:ln>
          <a:effectLst>
            <a:outerShdw blurRad="57150" rotWithShape="0" algn="bl" dir="5400000" dist="19050">
              <a:srgbClr val="000000">
                <a:alpha val="50000"/>
              </a:srgbClr>
            </a:outerShdw>
          </a:effectLst>
        </p:spPr>
      </p:pic>
      <p:pic>
        <p:nvPicPr>
          <p:cNvPr id="518" name="Google Shape;518;p50"/>
          <p:cNvPicPr preferRelativeResize="0"/>
          <p:nvPr/>
        </p:nvPicPr>
        <p:blipFill>
          <a:blip r:embed="rId7">
            <a:alphaModFix/>
          </a:blip>
          <a:stretch>
            <a:fillRect/>
          </a:stretch>
        </p:blipFill>
        <p:spPr>
          <a:xfrm>
            <a:off x="7438350" y="3561250"/>
            <a:ext cx="1524900" cy="978300"/>
          </a:xfrm>
          <a:prstGeom prst="rect">
            <a:avLst/>
          </a:prstGeom>
          <a:noFill/>
          <a:ln cap="flat" cmpd="sng" w="19050">
            <a:solidFill>
              <a:srgbClr val="4F4F4F"/>
            </a:solidFill>
            <a:prstDash val="solid"/>
            <a:round/>
            <a:headEnd len="sm" w="sm" type="none"/>
            <a:tailEnd len="sm" w="sm" type="none"/>
          </a:ln>
          <a:effectLst>
            <a:outerShdw blurRad="57150" rotWithShape="0" algn="bl" dir="5400000" dist="19050">
              <a:srgbClr val="000000">
                <a:alpha val="50000"/>
              </a:srgbClr>
            </a:outerShdw>
          </a:effectLst>
        </p:spPr>
      </p:pic>
      <p:sp>
        <p:nvSpPr>
          <p:cNvPr id="519" name="Google Shape;519;p50"/>
          <p:cNvSpPr txBox="1"/>
          <p:nvPr>
            <p:ph idx="5" type="subTitle"/>
          </p:nvPr>
        </p:nvSpPr>
        <p:spPr>
          <a:xfrm>
            <a:off x="7197625" y="1500975"/>
            <a:ext cx="1371600" cy="365700"/>
          </a:xfrm>
          <a:prstGeom prst="rect">
            <a:avLst/>
          </a:prstGeom>
        </p:spPr>
        <p:txBody>
          <a:bodyPr anchorCtr="0" anchor="t" bIns="91425" lIns="0" spcFirstLastPara="1" rIns="91425" wrap="square" tIns="91425">
            <a:noAutofit/>
          </a:bodyPr>
          <a:lstStyle/>
          <a:p>
            <a:pPr indent="0" lvl="0" marL="0" rtl="0" algn="ctr">
              <a:lnSpc>
                <a:spcPct val="100000"/>
              </a:lnSpc>
              <a:spcBef>
                <a:spcPts val="0"/>
              </a:spcBef>
              <a:spcAft>
                <a:spcPts val="0"/>
              </a:spcAft>
              <a:buNone/>
            </a:pPr>
            <a:r>
              <a:rPr lang="en" sz="1000">
                <a:solidFill>
                  <a:srgbClr val="666666"/>
                </a:solidFill>
                <a:latin typeface="Lexend SemiBold"/>
                <a:ea typeface="Lexend SemiBold"/>
                <a:cs typeface="Lexend SemiBold"/>
                <a:sym typeface="Lexend SemiBold"/>
              </a:rPr>
              <a:t>A Global Network of Hope</a:t>
            </a:r>
            <a:endParaRPr sz="1000">
              <a:solidFill>
                <a:srgbClr val="666666"/>
              </a:solidFill>
              <a:latin typeface="Lexend SemiBold"/>
              <a:ea typeface="Lexend SemiBold"/>
              <a:cs typeface="Lexend SemiBold"/>
              <a:sym typeface="Lexend SemiBold"/>
            </a:endParaRPr>
          </a:p>
          <a:p>
            <a:pPr indent="0" lvl="0" marL="0" rtl="0" algn="ctr">
              <a:lnSpc>
                <a:spcPct val="100000"/>
              </a:lnSpc>
              <a:spcBef>
                <a:spcPts val="0"/>
              </a:spcBef>
              <a:spcAft>
                <a:spcPts val="0"/>
              </a:spcAft>
              <a:buSzPts val="1200"/>
              <a:buNone/>
            </a:pPr>
            <a:r>
              <a:t/>
            </a:r>
            <a:endParaRPr sz="1000">
              <a:solidFill>
                <a:srgbClr val="666666"/>
              </a:solidFill>
              <a:latin typeface="Lexend SemiBold"/>
              <a:ea typeface="Lexend SemiBold"/>
              <a:cs typeface="Lexend SemiBold"/>
              <a:sym typeface="Lexend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25" name="Google Shape;525;p51"/>
          <p:cNvSpPr txBox="1"/>
          <p:nvPr>
            <p:ph type="title"/>
          </p:nvPr>
        </p:nvSpPr>
        <p:spPr>
          <a:xfrm>
            <a:off x="625475" y="277500"/>
            <a:ext cx="8241000" cy="21498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None/>
            </a:pPr>
            <a:r>
              <a:rPr b="1" lang="en" sz="2400">
                <a:solidFill>
                  <a:schemeClr val="lt1"/>
                </a:solidFill>
                <a:latin typeface="Arial"/>
                <a:ea typeface="Arial"/>
                <a:cs typeface="Arial"/>
                <a:sym typeface="Arial"/>
              </a:rPr>
              <a:t>What is an e-NABLE Chapter? </a:t>
            </a:r>
            <a:r>
              <a:rPr lang="en" sz="1400" u="sng">
                <a:solidFill>
                  <a:srgbClr val="0000FF"/>
                </a:solidFill>
                <a:latin typeface="Arial"/>
                <a:ea typeface="Arial"/>
                <a:cs typeface="Arial"/>
                <a:sym typeface="Arial"/>
                <a:hlinkClick r:id="rId3">
                  <a:extLst>
                    <a:ext uri="{A12FA001-AC4F-418D-AE19-62706E023703}">
                      <ahyp:hlinkClr val="tx"/>
                    </a:ext>
                  </a:extLst>
                </a:hlinkClick>
              </a:rPr>
              <a:t>https://enablingthefuture.org/e-nable-community-chapters/</a:t>
            </a:r>
            <a:r>
              <a:rPr lang="en" sz="1400">
                <a:solidFill>
                  <a:srgbClr val="0000FF"/>
                </a:solidFill>
                <a:latin typeface="Arial"/>
                <a:ea typeface="Arial"/>
                <a:cs typeface="Arial"/>
                <a:sym typeface="Arial"/>
              </a:rPr>
              <a:t> </a:t>
            </a:r>
            <a:endParaRPr sz="1400">
              <a:solidFill>
                <a:srgbClr val="0000FF"/>
              </a:solidFill>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 sz="1800">
                <a:solidFill>
                  <a:schemeClr val="lt1"/>
                </a:solidFill>
                <a:latin typeface="Arial"/>
                <a:ea typeface="Arial"/>
                <a:cs typeface="Arial"/>
                <a:sym typeface="Arial"/>
              </a:rPr>
              <a:t>A </a:t>
            </a:r>
            <a:r>
              <a:rPr b="1" lang="en" sz="1800">
                <a:solidFill>
                  <a:schemeClr val="lt1"/>
                </a:solidFill>
                <a:latin typeface="Arial"/>
                <a:ea typeface="Arial"/>
                <a:cs typeface="Arial"/>
                <a:sym typeface="Arial"/>
              </a:rPr>
              <a:t>local volunteer group</a:t>
            </a:r>
            <a:r>
              <a:rPr lang="en" sz="1800">
                <a:solidFill>
                  <a:schemeClr val="lt1"/>
                </a:solidFill>
                <a:latin typeface="Arial"/>
                <a:ea typeface="Arial"/>
                <a:cs typeface="Arial"/>
                <a:sym typeface="Arial"/>
              </a:rPr>
              <a:t> operating under e-NABLE guidelines</a:t>
            </a:r>
            <a:endParaRPr sz="1800">
              <a:solidFill>
                <a:schemeClr val="lt1"/>
              </a:solidFill>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Char char="●"/>
            </a:pPr>
            <a:r>
              <a:rPr lang="en" sz="1800">
                <a:solidFill>
                  <a:schemeClr val="lt1"/>
                </a:solidFill>
                <a:latin typeface="Arial"/>
                <a:ea typeface="Arial"/>
                <a:cs typeface="Arial"/>
                <a:sym typeface="Arial"/>
              </a:rPr>
              <a:t>Works with: Makerspaces; Schools; Non-profits; Community organizations</a:t>
            </a:r>
            <a:endParaRPr sz="1800">
              <a:solidFill>
                <a:schemeClr val="lt1"/>
              </a:solidFill>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Char char="●"/>
            </a:pPr>
            <a:r>
              <a:rPr lang="en" sz="1800">
                <a:solidFill>
                  <a:schemeClr val="lt1"/>
                </a:solidFill>
                <a:latin typeface="Arial"/>
                <a:ea typeface="Arial"/>
                <a:cs typeface="Arial"/>
                <a:sym typeface="Arial"/>
              </a:rPr>
              <a:t>Handles </a:t>
            </a:r>
            <a:r>
              <a:rPr b="1" lang="en" sz="1800">
                <a:solidFill>
                  <a:schemeClr val="lt1"/>
                </a:solidFill>
                <a:latin typeface="Arial"/>
                <a:ea typeface="Arial"/>
                <a:cs typeface="Arial"/>
                <a:sym typeface="Arial"/>
              </a:rPr>
              <a:t>local fabrication, outreach, and events</a:t>
            </a:r>
            <a:endParaRPr b="1" sz="1800">
              <a:solidFill>
                <a:schemeClr val="lt1"/>
              </a:solidFill>
              <a:latin typeface="Arial"/>
              <a:ea typeface="Arial"/>
              <a:cs typeface="Arial"/>
              <a:sym typeface="Arial"/>
            </a:endParaRPr>
          </a:p>
          <a:p>
            <a:pPr indent="0" lvl="0" marL="457200" rtl="0" algn="l">
              <a:lnSpc>
                <a:spcPct val="115000"/>
              </a:lnSpc>
              <a:spcBef>
                <a:spcPts val="1200"/>
              </a:spcBef>
              <a:spcAft>
                <a:spcPts val="1200"/>
              </a:spcAft>
              <a:buNone/>
            </a:pPr>
            <a:r>
              <a:t/>
            </a:r>
            <a:endParaRPr b="1" sz="3600">
              <a:solidFill>
                <a:schemeClr val="lt1"/>
              </a:solidFill>
              <a:latin typeface="Arial"/>
              <a:ea typeface="Arial"/>
              <a:cs typeface="Arial"/>
              <a:sym typeface="Arial"/>
            </a:endParaRPr>
          </a:p>
        </p:txBody>
      </p:sp>
      <p:pic>
        <p:nvPicPr>
          <p:cNvPr id="526" name="Google Shape;526;p51"/>
          <p:cNvPicPr preferRelativeResize="0"/>
          <p:nvPr/>
        </p:nvPicPr>
        <p:blipFill>
          <a:blip r:embed="rId4">
            <a:alphaModFix/>
          </a:blip>
          <a:stretch>
            <a:fillRect/>
          </a:stretch>
        </p:blipFill>
        <p:spPr>
          <a:xfrm>
            <a:off x="1101925" y="2069349"/>
            <a:ext cx="5230250" cy="2872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2"/>
          <p:cNvSpPr txBox="1"/>
          <p:nvPr>
            <p:ph type="title"/>
          </p:nvPr>
        </p:nvSpPr>
        <p:spPr>
          <a:xfrm>
            <a:off x="1351500" y="888175"/>
            <a:ext cx="5002500" cy="48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3500">
                <a:solidFill>
                  <a:srgbClr val="000000"/>
                </a:solidFill>
                <a:latin typeface="Lexend"/>
                <a:ea typeface="Lexend"/>
                <a:cs typeface="Lexend"/>
                <a:sym typeface="Lexend"/>
              </a:rPr>
              <a:t>Map of Volunteers</a:t>
            </a:r>
            <a:endParaRPr sz="3500">
              <a:solidFill>
                <a:srgbClr val="000000"/>
              </a:solidFill>
              <a:latin typeface="Lexend"/>
              <a:ea typeface="Lexend"/>
              <a:cs typeface="Lexend"/>
              <a:sym typeface="Lexend"/>
            </a:endParaRPr>
          </a:p>
          <a:p>
            <a:pPr indent="0" lvl="0" marL="0" rtl="0" algn="l">
              <a:lnSpc>
                <a:spcPct val="90000"/>
              </a:lnSpc>
              <a:spcBef>
                <a:spcPts val="0"/>
              </a:spcBef>
              <a:spcAft>
                <a:spcPts val="0"/>
              </a:spcAft>
              <a:buSzPts val="1400"/>
              <a:buNone/>
            </a:pPr>
            <a:r>
              <a:t/>
            </a:r>
            <a:endParaRPr sz="3500">
              <a:solidFill>
                <a:srgbClr val="000000"/>
              </a:solidFill>
            </a:endParaRPr>
          </a:p>
        </p:txBody>
      </p:sp>
      <p:pic>
        <p:nvPicPr>
          <p:cNvPr id="532" name="Google Shape;532;p52"/>
          <p:cNvPicPr preferRelativeResize="0"/>
          <p:nvPr/>
        </p:nvPicPr>
        <p:blipFill rotWithShape="1">
          <a:blip r:embed="rId3">
            <a:alphaModFix/>
          </a:blip>
          <a:srcRect b="0" l="0" r="4525" t="0"/>
          <a:stretch/>
        </p:blipFill>
        <p:spPr>
          <a:xfrm rot="-145717">
            <a:off x="327801" y="1228700"/>
            <a:ext cx="4226596" cy="2462514"/>
          </a:xfrm>
          <a:prstGeom prst="rect">
            <a:avLst/>
          </a:prstGeom>
          <a:noFill/>
          <a:ln>
            <a:noFill/>
          </a:ln>
          <a:effectLst>
            <a:outerShdw blurRad="57150" rotWithShape="0" algn="bl" dir="5400000" dist="19050">
              <a:srgbClr val="000000">
                <a:alpha val="50000"/>
              </a:srgbClr>
            </a:outerShdw>
          </a:effectLst>
        </p:spPr>
      </p:pic>
      <p:grpSp>
        <p:nvGrpSpPr>
          <p:cNvPr id="533" name="Google Shape;533;p52"/>
          <p:cNvGrpSpPr/>
          <p:nvPr/>
        </p:nvGrpSpPr>
        <p:grpSpPr>
          <a:xfrm rot="10552651">
            <a:off x="4334345" y="2201205"/>
            <a:ext cx="1027206" cy="311715"/>
            <a:chOff x="5155756" y="403913"/>
            <a:chExt cx="3567367" cy="1472502"/>
          </a:xfrm>
        </p:grpSpPr>
        <p:sp>
          <p:nvSpPr>
            <p:cNvPr id="534" name="Google Shape;534;p52"/>
            <p:cNvSpPr/>
            <p:nvPr/>
          </p:nvSpPr>
          <p:spPr>
            <a:xfrm flipH="1" rot="10800000">
              <a:off x="5155756" y="403913"/>
              <a:ext cx="3528600" cy="1461900"/>
            </a:xfrm>
            <a:prstGeom prst="snip1Rect">
              <a:avLst>
                <a:gd fmla="val 16667" name="adj"/>
              </a:avLst>
            </a:prstGeom>
            <a:solidFill>
              <a:srgbClr val="FA901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Lexend"/>
                <a:ea typeface="Lexend"/>
                <a:cs typeface="Lexend"/>
                <a:sym typeface="Lexend"/>
              </a:endParaRPr>
            </a:p>
          </p:txBody>
        </p:sp>
        <p:sp>
          <p:nvSpPr>
            <p:cNvPr id="535" name="Google Shape;535;p52"/>
            <p:cNvSpPr/>
            <p:nvPr/>
          </p:nvSpPr>
          <p:spPr>
            <a:xfrm rot="4793554">
              <a:off x="8452542" y="1597340"/>
              <a:ext cx="210263" cy="298651"/>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grpSp>
      <p:grpSp>
        <p:nvGrpSpPr>
          <p:cNvPr id="536" name="Google Shape;536;p52"/>
          <p:cNvGrpSpPr/>
          <p:nvPr/>
        </p:nvGrpSpPr>
        <p:grpSpPr>
          <a:xfrm>
            <a:off x="6824329" y="1014788"/>
            <a:ext cx="2724600" cy="2551800"/>
            <a:chOff x="3204329" y="863338"/>
            <a:chExt cx="2724600" cy="2551800"/>
          </a:xfrm>
        </p:grpSpPr>
        <p:sp>
          <p:nvSpPr>
            <p:cNvPr id="537" name="Google Shape;537;p52"/>
            <p:cNvSpPr/>
            <p:nvPr/>
          </p:nvSpPr>
          <p:spPr>
            <a:xfrm rot="126802">
              <a:off x="3248733" y="911103"/>
              <a:ext cx="2635793" cy="2456271"/>
            </a:xfrm>
            <a:prstGeom prst="roundRect">
              <a:avLst>
                <a:gd fmla="val 0" name="adj"/>
              </a:avLst>
            </a:prstGeom>
            <a:solidFill>
              <a:srgbClr val="FA9018"/>
            </a:solidFill>
            <a:ln>
              <a:noFill/>
            </a:ln>
          </p:spPr>
          <p:txBody>
            <a:bodyPr anchorCtr="0" anchor="t" bIns="91425" lIns="182875" spcFirstLastPara="1" rIns="274300" wrap="square" tIns="365750">
              <a:noAutofit/>
            </a:bodyPr>
            <a:lstStyle/>
            <a:p>
              <a:pPr indent="0" lvl="0" marL="0" rtl="0" algn="l">
                <a:spcBef>
                  <a:spcPts val="0"/>
                </a:spcBef>
                <a:spcAft>
                  <a:spcPts val="1000"/>
                </a:spcAft>
                <a:buNone/>
              </a:pPr>
              <a:r>
                <a:t/>
              </a:r>
              <a:endParaRPr>
                <a:solidFill>
                  <a:schemeClr val="dk1"/>
                </a:solidFill>
                <a:latin typeface="Manrope"/>
                <a:ea typeface="Manrope"/>
                <a:cs typeface="Manrope"/>
                <a:sym typeface="Manrope"/>
              </a:endParaRPr>
            </a:p>
          </p:txBody>
        </p:sp>
        <p:grpSp>
          <p:nvGrpSpPr>
            <p:cNvPr id="538" name="Google Shape;538;p52"/>
            <p:cNvGrpSpPr/>
            <p:nvPr/>
          </p:nvGrpSpPr>
          <p:grpSpPr>
            <a:xfrm rot="127053">
              <a:off x="3424955" y="911977"/>
              <a:ext cx="2368156" cy="147447"/>
              <a:chOff x="482474" y="1289911"/>
              <a:chExt cx="2471839" cy="153902"/>
            </a:xfrm>
          </p:grpSpPr>
          <p:grpSp>
            <p:nvGrpSpPr>
              <p:cNvPr id="539" name="Google Shape;539;p52"/>
              <p:cNvGrpSpPr/>
              <p:nvPr/>
            </p:nvGrpSpPr>
            <p:grpSpPr>
              <a:xfrm rot="5400000">
                <a:off x="1162518" y="609866"/>
                <a:ext cx="153902" cy="1513991"/>
                <a:chOff x="5380497" y="383100"/>
                <a:chExt cx="189628" cy="1865210"/>
              </a:xfrm>
            </p:grpSpPr>
            <p:grpSp>
              <p:nvGrpSpPr>
                <p:cNvPr id="540" name="Google Shape;540;p52"/>
                <p:cNvGrpSpPr/>
                <p:nvPr/>
              </p:nvGrpSpPr>
              <p:grpSpPr>
                <a:xfrm>
                  <a:off x="5380497" y="383100"/>
                  <a:ext cx="189628" cy="981668"/>
                  <a:chOff x="5380497" y="383100"/>
                  <a:chExt cx="189628" cy="981668"/>
                </a:xfrm>
              </p:grpSpPr>
              <p:grpSp>
                <p:nvGrpSpPr>
                  <p:cNvPr id="541" name="Google Shape;541;p52"/>
                  <p:cNvGrpSpPr/>
                  <p:nvPr/>
                </p:nvGrpSpPr>
                <p:grpSpPr>
                  <a:xfrm>
                    <a:off x="5380497" y="383100"/>
                    <a:ext cx="187974" cy="130800"/>
                    <a:chOff x="4804925" y="764100"/>
                    <a:chExt cx="187974" cy="130800"/>
                  </a:xfrm>
                </p:grpSpPr>
                <p:sp>
                  <p:nvSpPr>
                    <p:cNvPr id="542" name="Google Shape;542;p5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43" name="Google Shape;543;p5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44" name="Google Shape;544;p52"/>
                  <p:cNvGrpSpPr/>
                  <p:nvPr/>
                </p:nvGrpSpPr>
                <p:grpSpPr>
                  <a:xfrm>
                    <a:off x="5382151" y="822110"/>
                    <a:ext cx="187974" cy="130800"/>
                    <a:chOff x="4804925" y="764100"/>
                    <a:chExt cx="187974" cy="130800"/>
                  </a:xfrm>
                </p:grpSpPr>
                <p:sp>
                  <p:nvSpPr>
                    <p:cNvPr id="545" name="Google Shape;545;p5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46" name="Google Shape;546;p5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47" name="Google Shape;547;p52"/>
                  <p:cNvGrpSpPr/>
                  <p:nvPr/>
                </p:nvGrpSpPr>
                <p:grpSpPr>
                  <a:xfrm>
                    <a:off x="5382151" y="1233968"/>
                    <a:ext cx="187974" cy="130800"/>
                    <a:chOff x="4804925" y="764100"/>
                    <a:chExt cx="187974" cy="130800"/>
                  </a:xfrm>
                </p:grpSpPr>
                <p:sp>
                  <p:nvSpPr>
                    <p:cNvPr id="548" name="Google Shape;548;p5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49" name="Google Shape;549;p5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550" name="Google Shape;550;p52"/>
                <p:cNvGrpSpPr/>
                <p:nvPr/>
              </p:nvGrpSpPr>
              <p:grpSpPr>
                <a:xfrm>
                  <a:off x="5380497" y="1678500"/>
                  <a:ext cx="189628" cy="569810"/>
                  <a:chOff x="5380497" y="383100"/>
                  <a:chExt cx="189628" cy="569810"/>
                </a:xfrm>
              </p:grpSpPr>
              <p:grpSp>
                <p:nvGrpSpPr>
                  <p:cNvPr id="551" name="Google Shape;551;p52"/>
                  <p:cNvGrpSpPr/>
                  <p:nvPr/>
                </p:nvGrpSpPr>
                <p:grpSpPr>
                  <a:xfrm>
                    <a:off x="5380497" y="383100"/>
                    <a:ext cx="187974" cy="130800"/>
                    <a:chOff x="4804925" y="764100"/>
                    <a:chExt cx="187974" cy="130800"/>
                  </a:xfrm>
                </p:grpSpPr>
                <p:sp>
                  <p:nvSpPr>
                    <p:cNvPr id="552" name="Google Shape;552;p5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53" name="Google Shape;553;p5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54" name="Google Shape;554;p52"/>
                  <p:cNvGrpSpPr/>
                  <p:nvPr/>
                </p:nvGrpSpPr>
                <p:grpSpPr>
                  <a:xfrm>
                    <a:off x="5382151" y="822110"/>
                    <a:ext cx="187974" cy="130800"/>
                    <a:chOff x="4804925" y="764100"/>
                    <a:chExt cx="187974" cy="130800"/>
                  </a:xfrm>
                </p:grpSpPr>
                <p:sp>
                  <p:nvSpPr>
                    <p:cNvPr id="555" name="Google Shape;555;p5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56" name="Google Shape;556;p5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557" name="Google Shape;557;p52"/>
              <p:cNvGrpSpPr/>
              <p:nvPr/>
            </p:nvGrpSpPr>
            <p:grpSpPr>
              <a:xfrm rot="5400000">
                <a:off x="2186381" y="1313758"/>
                <a:ext cx="152560" cy="106170"/>
                <a:chOff x="4804925" y="764100"/>
                <a:chExt cx="187974" cy="130800"/>
              </a:xfrm>
            </p:grpSpPr>
            <p:sp>
              <p:nvSpPr>
                <p:cNvPr id="558" name="Google Shape;558;p5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59" name="Google Shape;559;p5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60" name="Google Shape;560;p52"/>
              <p:cNvGrpSpPr/>
              <p:nvPr/>
            </p:nvGrpSpPr>
            <p:grpSpPr>
              <a:xfrm rot="5400000">
                <a:off x="2505664" y="1313758"/>
                <a:ext cx="152560" cy="106170"/>
                <a:chOff x="4804925" y="764100"/>
                <a:chExt cx="187974" cy="130800"/>
              </a:xfrm>
            </p:grpSpPr>
            <p:sp>
              <p:nvSpPr>
                <p:cNvPr id="561" name="Google Shape;561;p5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62" name="Google Shape;562;p5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63" name="Google Shape;563;p52"/>
              <p:cNvGrpSpPr/>
              <p:nvPr/>
            </p:nvGrpSpPr>
            <p:grpSpPr>
              <a:xfrm rot="5400000">
                <a:off x="2824948" y="1313758"/>
                <a:ext cx="152560" cy="106170"/>
                <a:chOff x="4804925" y="764100"/>
                <a:chExt cx="187974" cy="130800"/>
              </a:xfrm>
            </p:grpSpPr>
            <p:sp>
              <p:nvSpPr>
                <p:cNvPr id="564" name="Google Shape;564;p5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65" name="Google Shape;565;p5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566" name="Google Shape;566;p52"/>
          <p:cNvSpPr txBox="1"/>
          <p:nvPr/>
        </p:nvSpPr>
        <p:spPr>
          <a:xfrm rot="152206">
            <a:off x="6941705" y="1149594"/>
            <a:ext cx="2182539" cy="3095111"/>
          </a:xfrm>
          <a:prstGeom prst="rect">
            <a:avLst/>
          </a:prstGeom>
          <a:noFill/>
          <a:ln>
            <a:noFill/>
          </a:ln>
        </p:spPr>
        <p:txBody>
          <a:bodyPr anchorCtr="0" anchor="t" bIns="91425" lIns="342900" spcFirstLastPara="1" rIns="91425" wrap="square" tIns="91425">
            <a:noAutofit/>
          </a:bodyPr>
          <a:lstStyle/>
          <a:p>
            <a:pPr indent="0" lvl="0" marL="0" rtl="0" algn="l">
              <a:spcBef>
                <a:spcPts val="0"/>
              </a:spcBef>
              <a:spcAft>
                <a:spcPts val="0"/>
              </a:spcAft>
              <a:buClr>
                <a:srgbClr val="000000"/>
              </a:buClr>
              <a:buSzPts val="1100"/>
              <a:buNone/>
            </a:pPr>
            <a:r>
              <a:t/>
            </a:r>
            <a:endParaRPr b="1">
              <a:solidFill>
                <a:srgbClr val="000000"/>
              </a:solidFill>
              <a:latin typeface="Lexend"/>
              <a:ea typeface="Lexend"/>
              <a:cs typeface="Lexend"/>
              <a:sym typeface="Lexend"/>
            </a:endParaRPr>
          </a:p>
          <a:p>
            <a:pPr indent="0" lvl="0" marL="0" rtl="0" algn="l">
              <a:spcBef>
                <a:spcPts val="0"/>
              </a:spcBef>
              <a:spcAft>
                <a:spcPts val="0"/>
              </a:spcAft>
              <a:buClr>
                <a:srgbClr val="000000"/>
              </a:buClr>
              <a:buSzPts val="1100"/>
              <a:buNone/>
            </a:pPr>
            <a:r>
              <a:rPr b="1" lang="en">
                <a:solidFill>
                  <a:srgbClr val="000000"/>
                </a:solidFill>
                <a:latin typeface="Lexend"/>
                <a:ea typeface="Lexend"/>
                <a:cs typeface="Lexend"/>
                <a:sym typeface="Lexend"/>
              </a:rPr>
              <a:t>e-NABLE by the Numbers</a:t>
            </a:r>
            <a:endParaRPr sz="1200">
              <a:solidFill>
                <a:srgbClr val="000000"/>
              </a:solidFill>
              <a:latin typeface="Lexend"/>
              <a:ea typeface="Lexend"/>
              <a:cs typeface="Lexend"/>
              <a:sym typeface="Lexend"/>
            </a:endParaRPr>
          </a:p>
          <a:p>
            <a:pPr indent="0" lvl="0" marL="0" rtl="0" algn="l">
              <a:spcBef>
                <a:spcPts val="0"/>
              </a:spcBef>
              <a:spcAft>
                <a:spcPts val="0"/>
              </a:spcAft>
              <a:buClr>
                <a:srgbClr val="000000"/>
              </a:buClr>
              <a:buSzPts val="1100"/>
              <a:buNone/>
            </a:pPr>
            <a:r>
              <a:t/>
            </a:r>
            <a:endParaRPr sz="1100">
              <a:solidFill>
                <a:srgbClr val="000000"/>
              </a:solidFill>
              <a:latin typeface="Lexend"/>
              <a:ea typeface="Lexend"/>
              <a:cs typeface="Lexend"/>
              <a:sym typeface="Lexend"/>
            </a:endParaRPr>
          </a:p>
          <a:p>
            <a:pPr indent="-127000" lvl="0" marL="0" rtl="0" algn="l">
              <a:spcBef>
                <a:spcPts val="0"/>
              </a:spcBef>
              <a:spcAft>
                <a:spcPts val="0"/>
              </a:spcAft>
              <a:buClr>
                <a:srgbClr val="000000"/>
              </a:buClr>
              <a:buSzPts val="1100"/>
              <a:buFont typeface="Lexend"/>
              <a:buChar char="●"/>
            </a:pPr>
            <a:r>
              <a:rPr lang="en" sz="1100">
                <a:solidFill>
                  <a:srgbClr val="000000"/>
                </a:solidFill>
                <a:latin typeface="Lexend"/>
                <a:ea typeface="Lexend"/>
                <a:cs typeface="Lexend"/>
                <a:sym typeface="Lexend"/>
              </a:rPr>
              <a:t>Over </a:t>
            </a:r>
            <a:r>
              <a:rPr b="1" lang="en" sz="1100" u="sng">
                <a:latin typeface="Lexend"/>
                <a:ea typeface="Lexend"/>
                <a:cs typeface="Lexend"/>
                <a:sym typeface="Lexend"/>
              </a:rPr>
              <a:t>100,000 volunteers</a:t>
            </a:r>
            <a:r>
              <a:rPr lang="en" sz="1100" u="sng">
                <a:latin typeface="Lexend"/>
                <a:ea typeface="Lexend"/>
                <a:cs typeface="Lexend"/>
                <a:sym typeface="Lexend"/>
              </a:rPr>
              <a:t> </a:t>
            </a:r>
            <a:r>
              <a:rPr lang="en" sz="1100">
                <a:solidFill>
                  <a:srgbClr val="000000"/>
                </a:solidFill>
                <a:latin typeface="Lexend"/>
                <a:ea typeface="Lexend"/>
                <a:cs typeface="Lexend"/>
                <a:sym typeface="Lexend"/>
              </a:rPr>
              <a:t>globally</a:t>
            </a:r>
            <a:endParaRPr sz="1100">
              <a:solidFill>
                <a:srgbClr val="000000"/>
              </a:solidFill>
              <a:latin typeface="Lexend"/>
              <a:ea typeface="Lexend"/>
              <a:cs typeface="Lexend"/>
              <a:sym typeface="Lexend"/>
            </a:endParaRPr>
          </a:p>
          <a:p>
            <a:pPr indent="0" lvl="0" marL="457200" rtl="0" algn="l">
              <a:spcBef>
                <a:spcPts val="0"/>
              </a:spcBef>
              <a:spcAft>
                <a:spcPts val="0"/>
              </a:spcAft>
              <a:buNone/>
            </a:pPr>
            <a:r>
              <a:t/>
            </a:r>
            <a:endParaRPr sz="1100">
              <a:solidFill>
                <a:srgbClr val="000000"/>
              </a:solidFill>
              <a:latin typeface="Lexend"/>
              <a:ea typeface="Lexend"/>
              <a:cs typeface="Lexend"/>
              <a:sym typeface="Lexend"/>
            </a:endParaRPr>
          </a:p>
          <a:p>
            <a:pPr indent="-127000" lvl="0" marL="0" rtl="0" algn="l">
              <a:spcBef>
                <a:spcPts val="0"/>
              </a:spcBef>
              <a:spcAft>
                <a:spcPts val="0"/>
              </a:spcAft>
              <a:buClr>
                <a:srgbClr val="000000"/>
              </a:buClr>
              <a:buSzPts val="1100"/>
              <a:buFont typeface="Lexend"/>
              <a:buChar char="●"/>
            </a:pPr>
            <a:r>
              <a:rPr b="1" lang="en" sz="1100" u="sng">
                <a:solidFill>
                  <a:schemeClr val="lt1"/>
                </a:solidFill>
                <a:latin typeface="Lexend"/>
                <a:ea typeface="Lexend"/>
                <a:cs typeface="Lexend"/>
                <a:sym typeface="Lexend"/>
              </a:rPr>
              <a:t>200 + official chapters</a:t>
            </a:r>
            <a:r>
              <a:rPr b="1" lang="en" sz="1100">
                <a:solidFill>
                  <a:srgbClr val="7828AD"/>
                </a:solidFill>
                <a:latin typeface="Lexend"/>
                <a:ea typeface="Lexend"/>
                <a:cs typeface="Lexend"/>
                <a:sym typeface="Lexend"/>
              </a:rPr>
              <a:t> </a:t>
            </a:r>
            <a:r>
              <a:rPr lang="en" sz="1100">
                <a:solidFill>
                  <a:srgbClr val="000000"/>
                </a:solidFill>
                <a:latin typeface="Lexend"/>
                <a:ea typeface="Lexend"/>
                <a:cs typeface="Lexend"/>
                <a:sym typeface="Lexend"/>
              </a:rPr>
              <a:t>in over 100 countries</a:t>
            </a:r>
            <a:endParaRPr sz="1100">
              <a:solidFill>
                <a:srgbClr val="000000"/>
              </a:solidFill>
              <a:latin typeface="Lexend"/>
              <a:ea typeface="Lexend"/>
              <a:cs typeface="Lexend"/>
              <a:sym typeface="Lexend"/>
            </a:endParaRPr>
          </a:p>
          <a:p>
            <a:pPr indent="0" lvl="0" marL="457200" rtl="0" algn="l">
              <a:spcBef>
                <a:spcPts val="0"/>
              </a:spcBef>
              <a:spcAft>
                <a:spcPts val="0"/>
              </a:spcAft>
              <a:buNone/>
            </a:pPr>
            <a:r>
              <a:t/>
            </a:r>
            <a:endParaRPr sz="1100">
              <a:solidFill>
                <a:srgbClr val="000000"/>
              </a:solidFill>
              <a:latin typeface="Lexend"/>
              <a:ea typeface="Lexend"/>
              <a:cs typeface="Lexend"/>
              <a:sym typeface="Lexend"/>
            </a:endParaRPr>
          </a:p>
          <a:p>
            <a:pPr indent="-127000" lvl="0" marL="0" rtl="0" algn="l">
              <a:spcBef>
                <a:spcPts val="0"/>
              </a:spcBef>
              <a:spcAft>
                <a:spcPts val="0"/>
              </a:spcAft>
              <a:buClr>
                <a:srgbClr val="000000"/>
              </a:buClr>
              <a:buSzPts val="1100"/>
              <a:buFont typeface="Lexend"/>
              <a:buChar char="●"/>
            </a:pPr>
            <a:r>
              <a:rPr lang="en" sz="1100">
                <a:solidFill>
                  <a:srgbClr val="000000"/>
                </a:solidFill>
                <a:latin typeface="Lexend"/>
                <a:ea typeface="Lexend"/>
                <a:cs typeface="Lexend"/>
                <a:sym typeface="Lexend"/>
              </a:rPr>
              <a:t>Explore the</a:t>
            </a:r>
            <a:r>
              <a:rPr lang="en" sz="1100">
                <a:solidFill>
                  <a:srgbClr val="7EC4FF"/>
                </a:solidFill>
                <a:latin typeface="Lexend"/>
                <a:ea typeface="Lexend"/>
                <a:cs typeface="Lexend"/>
                <a:sym typeface="Lexend"/>
              </a:rPr>
              <a:t> </a:t>
            </a:r>
            <a:r>
              <a:rPr b="1" lang="en" sz="1100" u="sng">
                <a:solidFill>
                  <a:srgbClr val="FFFFFF"/>
                </a:solidFill>
                <a:latin typeface="Lexend"/>
                <a:ea typeface="Lexend"/>
                <a:cs typeface="Lexend"/>
                <a:sym typeface="Lexend"/>
                <a:hlinkClick r:id="rId4">
                  <a:extLst>
                    <a:ext uri="{A12FA001-AC4F-418D-AE19-62706E023703}">
                      <ahyp:hlinkClr val="tx"/>
                    </a:ext>
                  </a:extLst>
                </a:hlinkClick>
              </a:rPr>
              <a:t>Map </a:t>
            </a:r>
            <a:endParaRPr sz="1000">
              <a:solidFill>
                <a:srgbClr val="FFFFFF"/>
              </a:solidFill>
              <a:latin typeface="Lexend"/>
              <a:ea typeface="Lexend"/>
              <a:cs typeface="Lexend"/>
              <a:sym typeface="Lexend"/>
            </a:endParaRPr>
          </a:p>
        </p:txBody>
      </p:sp>
      <p:pic>
        <p:nvPicPr>
          <p:cNvPr descr="a blue and green heart with a map of the earth on it (Provided by Tenor)" id="567" name="Google Shape;567;p52"/>
          <p:cNvPicPr preferRelativeResize="0"/>
          <p:nvPr/>
        </p:nvPicPr>
        <p:blipFill>
          <a:blip r:embed="rId5">
            <a:alphaModFix/>
          </a:blip>
          <a:stretch>
            <a:fillRect/>
          </a:stretch>
        </p:blipFill>
        <p:spPr>
          <a:xfrm rot="398455">
            <a:off x="5474453" y="277578"/>
            <a:ext cx="899194" cy="899194"/>
          </a:xfrm>
          <a:prstGeom prst="rect">
            <a:avLst/>
          </a:prstGeom>
          <a:noFill/>
          <a:ln>
            <a:noFill/>
          </a:ln>
        </p:spPr>
      </p:pic>
      <p:pic>
        <p:nvPicPr>
          <p:cNvPr id="568" name="Google Shape;568;p52"/>
          <p:cNvPicPr preferRelativeResize="0"/>
          <p:nvPr/>
        </p:nvPicPr>
        <p:blipFill>
          <a:blip r:embed="rId6">
            <a:alphaModFix/>
          </a:blip>
          <a:stretch>
            <a:fillRect/>
          </a:stretch>
        </p:blipFill>
        <p:spPr>
          <a:xfrm>
            <a:off x="3306525" y="2475525"/>
            <a:ext cx="3647326" cy="2597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grpSp>
        <p:nvGrpSpPr>
          <p:cNvPr id="573" name="Google Shape;573;p53"/>
          <p:cNvGrpSpPr/>
          <p:nvPr/>
        </p:nvGrpSpPr>
        <p:grpSpPr>
          <a:xfrm>
            <a:off x="6149925" y="3693183"/>
            <a:ext cx="2642364" cy="881986"/>
            <a:chOff x="5986359" y="3470295"/>
            <a:chExt cx="2642364" cy="1139959"/>
          </a:xfrm>
        </p:grpSpPr>
        <p:sp>
          <p:nvSpPr>
            <p:cNvPr id="574" name="Google Shape;574;p53"/>
            <p:cNvSpPr/>
            <p:nvPr/>
          </p:nvSpPr>
          <p:spPr>
            <a:xfrm>
              <a:off x="5986359" y="3472954"/>
              <a:ext cx="2635800" cy="1137300"/>
            </a:xfrm>
            <a:prstGeom prst="snip1Rect">
              <a:avLst>
                <a:gd fmla="val 16667" name="adj"/>
              </a:avLst>
            </a:prstGeom>
            <a:solidFill>
              <a:schemeClr val="accent6"/>
            </a:solidFill>
            <a:ln>
              <a:noFill/>
            </a:ln>
          </p:spPr>
          <p:txBody>
            <a:bodyPr anchorCtr="0" anchor="ctr" bIns="91425" lIns="182875" spcFirstLastPara="1" rIns="91425" wrap="square" tIns="91425">
              <a:noAutofit/>
            </a:bodyPr>
            <a:lstStyle/>
            <a:p>
              <a:pPr indent="0" lvl="0" marL="0" rtl="0" algn="l">
                <a:spcBef>
                  <a:spcPts val="0"/>
                </a:spcBef>
                <a:spcAft>
                  <a:spcPts val="1000"/>
                </a:spcAft>
                <a:buNone/>
              </a:pPr>
              <a:r>
                <a:t/>
              </a:r>
              <a:endParaRPr>
                <a:solidFill>
                  <a:schemeClr val="dk1"/>
                </a:solidFill>
                <a:latin typeface="Manrope"/>
                <a:ea typeface="Manrope"/>
                <a:cs typeface="Manrope"/>
                <a:sym typeface="Manrope"/>
              </a:endParaRPr>
            </a:p>
          </p:txBody>
        </p:sp>
        <p:sp>
          <p:nvSpPr>
            <p:cNvPr id="575" name="Google Shape;575;p53"/>
            <p:cNvSpPr/>
            <p:nvPr/>
          </p:nvSpPr>
          <p:spPr>
            <a:xfrm>
              <a:off x="8407426" y="3470295"/>
              <a:ext cx="221297" cy="196219"/>
            </a:xfrm>
            <a:custGeom>
              <a:rect b="b" l="l" r="r" t="t"/>
              <a:pathLst>
                <a:path extrusionOk="0" h="8192" w="9239">
                  <a:moveTo>
                    <a:pt x="1143" y="0"/>
                  </a:moveTo>
                  <a:lnTo>
                    <a:pt x="9239" y="8001"/>
                  </a:lnTo>
                  <a:lnTo>
                    <a:pt x="0" y="8192"/>
                  </a:lnTo>
                  <a:close/>
                </a:path>
              </a:pathLst>
            </a:custGeom>
            <a:solidFill>
              <a:schemeClr val="accent5"/>
            </a:solidFill>
            <a:ln>
              <a:noFill/>
            </a:ln>
          </p:spPr>
        </p:sp>
      </p:grpSp>
      <p:grpSp>
        <p:nvGrpSpPr>
          <p:cNvPr id="576" name="Google Shape;576;p53"/>
          <p:cNvGrpSpPr/>
          <p:nvPr/>
        </p:nvGrpSpPr>
        <p:grpSpPr>
          <a:xfrm>
            <a:off x="3416680" y="3687153"/>
            <a:ext cx="2644879" cy="881976"/>
            <a:chOff x="3253069" y="3464379"/>
            <a:chExt cx="2644879" cy="1137300"/>
          </a:xfrm>
        </p:grpSpPr>
        <p:sp>
          <p:nvSpPr>
            <p:cNvPr id="577" name="Google Shape;577;p53"/>
            <p:cNvSpPr/>
            <p:nvPr/>
          </p:nvSpPr>
          <p:spPr>
            <a:xfrm>
              <a:off x="3253069" y="3464379"/>
              <a:ext cx="2635800" cy="1137300"/>
            </a:xfrm>
            <a:prstGeom prst="snip1Rect">
              <a:avLst>
                <a:gd fmla="val 16667" name="adj"/>
              </a:avLst>
            </a:prstGeom>
            <a:solidFill>
              <a:schemeClr val="accent6"/>
            </a:solidFill>
            <a:ln>
              <a:noFill/>
            </a:ln>
          </p:spPr>
          <p:txBody>
            <a:bodyPr anchorCtr="0" anchor="ctr" bIns="91425" lIns="182875" spcFirstLastPara="1" rIns="91425" wrap="square" tIns="91425">
              <a:noAutofit/>
            </a:bodyPr>
            <a:lstStyle/>
            <a:p>
              <a:pPr indent="0" lvl="0" marL="0" rtl="0" algn="l">
                <a:spcBef>
                  <a:spcPts val="0"/>
                </a:spcBef>
                <a:spcAft>
                  <a:spcPts val="1000"/>
                </a:spcAft>
                <a:buNone/>
              </a:pPr>
              <a:r>
                <a:t/>
              </a:r>
              <a:endParaRPr>
                <a:solidFill>
                  <a:schemeClr val="dk1"/>
                </a:solidFill>
                <a:latin typeface="Manrope"/>
                <a:ea typeface="Manrope"/>
                <a:cs typeface="Manrope"/>
                <a:sym typeface="Manrope"/>
              </a:endParaRPr>
            </a:p>
          </p:txBody>
        </p:sp>
        <p:sp>
          <p:nvSpPr>
            <p:cNvPr id="578" name="Google Shape;578;p53"/>
            <p:cNvSpPr/>
            <p:nvPr/>
          </p:nvSpPr>
          <p:spPr>
            <a:xfrm>
              <a:off x="5676651" y="3470295"/>
              <a:ext cx="221297" cy="196219"/>
            </a:xfrm>
            <a:custGeom>
              <a:rect b="b" l="l" r="r" t="t"/>
              <a:pathLst>
                <a:path extrusionOk="0" h="8192" w="9239">
                  <a:moveTo>
                    <a:pt x="1143" y="0"/>
                  </a:moveTo>
                  <a:lnTo>
                    <a:pt x="9239" y="8001"/>
                  </a:lnTo>
                  <a:lnTo>
                    <a:pt x="0" y="8192"/>
                  </a:lnTo>
                  <a:close/>
                </a:path>
              </a:pathLst>
            </a:custGeom>
            <a:solidFill>
              <a:schemeClr val="accent5"/>
            </a:solidFill>
            <a:ln>
              <a:noFill/>
            </a:ln>
          </p:spPr>
        </p:sp>
      </p:grpSp>
      <p:grpSp>
        <p:nvGrpSpPr>
          <p:cNvPr id="579" name="Google Shape;579;p53"/>
          <p:cNvGrpSpPr/>
          <p:nvPr/>
        </p:nvGrpSpPr>
        <p:grpSpPr>
          <a:xfrm>
            <a:off x="6148784" y="1130275"/>
            <a:ext cx="2635800" cy="2456400"/>
            <a:chOff x="5985184" y="907425"/>
            <a:chExt cx="2635800" cy="2456400"/>
          </a:xfrm>
        </p:grpSpPr>
        <p:sp>
          <p:nvSpPr>
            <p:cNvPr id="580" name="Google Shape;580;p53"/>
            <p:cNvSpPr/>
            <p:nvPr/>
          </p:nvSpPr>
          <p:spPr>
            <a:xfrm>
              <a:off x="5985184" y="907425"/>
              <a:ext cx="2635800" cy="2456400"/>
            </a:xfrm>
            <a:prstGeom prst="roundRect">
              <a:avLst>
                <a:gd fmla="val 0" name="adj"/>
              </a:avLst>
            </a:prstGeom>
            <a:solidFill>
              <a:srgbClr val="32C2E1"/>
            </a:solidFill>
            <a:ln>
              <a:noFill/>
            </a:ln>
          </p:spPr>
          <p:txBody>
            <a:bodyPr anchorCtr="0" anchor="t" bIns="91425" lIns="182875" spcFirstLastPara="1" rIns="274300" wrap="square" tIns="365750">
              <a:noAutofit/>
            </a:bodyPr>
            <a:lstStyle/>
            <a:p>
              <a:pPr indent="0" lvl="0" marL="0" rtl="0" algn="l">
                <a:spcBef>
                  <a:spcPts val="0"/>
                </a:spcBef>
                <a:spcAft>
                  <a:spcPts val="1000"/>
                </a:spcAft>
                <a:buNone/>
              </a:pPr>
              <a:r>
                <a:t/>
              </a:r>
              <a:endParaRPr>
                <a:solidFill>
                  <a:schemeClr val="dk1"/>
                </a:solidFill>
                <a:latin typeface="Manrope"/>
                <a:ea typeface="Manrope"/>
                <a:cs typeface="Manrope"/>
                <a:sym typeface="Manrope"/>
              </a:endParaRPr>
            </a:p>
          </p:txBody>
        </p:sp>
        <p:grpSp>
          <p:nvGrpSpPr>
            <p:cNvPr id="581" name="Google Shape;581;p53"/>
            <p:cNvGrpSpPr/>
            <p:nvPr/>
          </p:nvGrpSpPr>
          <p:grpSpPr>
            <a:xfrm>
              <a:off x="6118884" y="907468"/>
              <a:ext cx="2368269" cy="147454"/>
              <a:chOff x="482474" y="1289911"/>
              <a:chExt cx="2471839" cy="153902"/>
            </a:xfrm>
          </p:grpSpPr>
          <p:grpSp>
            <p:nvGrpSpPr>
              <p:cNvPr id="582" name="Google Shape;582;p53"/>
              <p:cNvGrpSpPr/>
              <p:nvPr/>
            </p:nvGrpSpPr>
            <p:grpSpPr>
              <a:xfrm rot="5400000">
                <a:off x="1162518" y="609866"/>
                <a:ext cx="153902" cy="1513991"/>
                <a:chOff x="5380497" y="383100"/>
                <a:chExt cx="189628" cy="1865210"/>
              </a:xfrm>
            </p:grpSpPr>
            <p:grpSp>
              <p:nvGrpSpPr>
                <p:cNvPr id="583" name="Google Shape;583;p53"/>
                <p:cNvGrpSpPr/>
                <p:nvPr/>
              </p:nvGrpSpPr>
              <p:grpSpPr>
                <a:xfrm>
                  <a:off x="5380497" y="383100"/>
                  <a:ext cx="189628" cy="981668"/>
                  <a:chOff x="5380497" y="383100"/>
                  <a:chExt cx="189628" cy="981668"/>
                </a:xfrm>
              </p:grpSpPr>
              <p:grpSp>
                <p:nvGrpSpPr>
                  <p:cNvPr id="584" name="Google Shape;584;p53"/>
                  <p:cNvGrpSpPr/>
                  <p:nvPr/>
                </p:nvGrpSpPr>
                <p:grpSpPr>
                  <a:xfrm>
                    <a:off x="5380497" y="383100"/>
                    <a:ext cx="187974" cy="130800"/>
                    <a:chOff x="4804925" y="764100"/>
                    <a:chExt cx="187974" cy="130800"/>
                  </a:xfrm>
                </p:grpSpPr>
                <p:sp>
                  <p:nvSpPr>
                    <p:cNvPr id="585" name="Google Shape;585;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86" name="Google Shape;586;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87" name="Google Shape;587;p53"/>
                  <p:cNvGrpSpPr/>
                  <p:nvPr/>
                </p:nvGrpSpPr>
                <p:grpSpPr>
                  <a:xfrm>
                    <a:off x="5382151" y="822110"/>
                    <a:ext cx="187974" cy="130800"/>
                    <a:chOff x="4804925" y="764100"/>
                    <a:chExt cx="187974" cy="130800"/>
                  </a:xfrm>
                </p:grpSpPr>
                <p:sp>
                  <p:nvSpPr>
                    <p:cNvPr id="588" name="Google Shape;588;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89" name="Google Shape;589;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90" name="Google Shape;590;p53"/>
                  <p:cNvGrpSpPr/>
                  <p:nvPr/>
                </p:nvGrpSpPr>
                <p:grpSpPr>
                  <a:xfrm>
                    <a:off x="5382151" y="1233968"/>
                    <a:ext cx="187974" cy="130800"/>
                    <a:chOff x="4804925" y="764100"/>
                    <a:chExt cx="187974" cy="130800"/>
                  </a:xfrm>
                </p:grpSpPr>
                <p:sp>
                  <p:nvSpPr>
                    <p:cNvPr id="591" name="Google Shape;591;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92" name="Google Shape;592;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593" name="Google Shape;593;p53"/>
                <p:cNvGrpSpPr/>
                <p:nvPr/>
              </p:nvGrpSpPr>
              <p:grpSpPr>
                <a:xfrm>
                  <a:off x="5380497" y="1678500"/>
                  <a:ext cx="189628" cy="569810"/>
                  <a:chOff x="5380497" y="383100"/>
                  <a:chExt cx="189628" cy="569810"/>
                </a:xfrm>
              </p:grpSpPr>
              <p:grpSp>
                <p:nvGrpSpPr>
                  <p:cNvPr id="594" name="Google Shape;594;p53"/>
                  <p:cNvGrpSpPr/>
                  <p:nvPr/>
                </p:nvGrpSpPr>
                <p:grpSpPr>
                  <a:xfrm>
                    <a:off x="5380497" y="383100"/>
                    <a:ext cx="187974" cy="130800"/>
                    <a:chOff x="4804925" y="764100"/>
                    <a:chExt cx="187974" cy="130800"/>
                  </a:xfrm>
                </p:grpSpPr>
                <p:sp>
                  <p:nvSpPr>
                    <p:cNvPr id="595" name="Google Shape;595;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96" name="Google Shape;596;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597" name="Google Shape;597;p53"/>
                  <p:cNvGrpSpPr/>
                  <p:nvPr/>
                </p:nvGrpSpPr>
                <p:grpSpPr>
                  <a:xfrm>
                    <a:off x="5382151" y="822110"/>
                    <a:ext cx="187974" cy="130800"/>
                    <a:chOff x="4804925" y="764100"/>
                    <a:chExt cx="187974" cy="130800"/>
                  </a:xfrm>
                </p:grpSpPr>
                <p:sp>
                  <p:nvSpPr>
                    <p:cNvPr id="598" name="Google Shape;598;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599" name="Google Shape;599;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600" name="Google Shape;600;p53"/>
              <p:cNvGrpSpPr/>
              <p:nvPr/>
            </p:nvGrpSpPr>
            <p:grpSpPr>
              <a:xfrm rot="5400000">
                <a:off x="2186381" y="1313758"/>
                <a:ext cx="152560" cy="106170"/>
                <a:chOff x="4804925" y="764100"/>
                <a:chExt cx="187974" cy="130800"/>
              </a:xfrm>
            </p:grpSpPr>
            <p:sp>
              <p:nvSpPr>
                <p:cNvPr id="601" name="Google Shape;601;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02" name="Google Shape;602;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03" name="Google Shape;603;p53"/>
              <p:cNvGrpSpPr/>
              <p:nvPr/>
            </p:nvGrpSpPr>
            <p:grpSpPr>
              <a:xfrm rot="5400000">
                <a:off x="2505664" y="1313758"/>
                <a:ext cx="152560" cy="106170"/>
                <a:chOff x="4804925" y="764100"/>
                <a:chExt cx="187974" cy="130800"/>
              </a:xfrm>
            </p:grpSpPr>
            <p:sp>
              <p:nvSpPr>
                <p:cNvPr id="604" name="Google Shape;604;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05" name="Google Shape;605;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06" name="Google Shape;606;p53"/>
              <p:cNvGrpSpPr/>
              <p:nvPr/>
            </p:nvGrpSpPr>
            <p:grpSpPr>
              <a:xfrm rot="5400000">
                <a:off x="2824948" y="1313758"/>
                <a:ext cx="152560" cy="106170"/>
                <a:chOff x="4804925" y="764100"/>
                <a:chExt cx="187974" cy="130800"/>
              </a:xfrm>
            </p:grpSpPr>
            <p:sp>
              <p:nvSpPr>
                <p:cNvPr id="607" name="Google Shape;607;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08" name="Google Shape;608;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609" name="Google Shape;609;p53"/>
          <p:cNvGrpSpPr/>
          <p:nvPr/>
        </p:nvGrpSpPr>
        <p:grpSpPr>
          <a:xfrm>
            <a:off x="3367929" y="1086188"/>
            <a:ext cx="2724600" cy="2551800"/>
            <a:chOff x="3204329" y="863338"/>
            <a:chExt cx="2724600" cy="2551800"/>
          </a:xfrm>
        </p:grpSpPr>
        <p:sp>
          <p:nvSpPr>
            <p:cNvPr id="610" name="Google Shape;610;p53"/>
            <p:cNvSpPr/>
            <p:nvPr/>
          </p:nvSpPr>
          <p:spPr>
            <a:xfrm rot="126802">
              <a:off x="3248733" y="911103"/>
              <a:ext cx="2635793" cy="2456271"/>
            </a:xfrm>
            <a:prstGeom prst="roundRect">
              <a:avLst>
                <a:gd fmla="val 0" name="adj"/>
              </a:avLst>
            </a:prstGeom>
            <a:solidFill>
              <a:srgbClr val="FF56B0"/>
            </a:solidFill>
            <a:ln>
              <a:noFill/>
            </a:ln>
          </p:spPr>
          <p:txBody>
            <a:bodyPr anchorCtr="0" anchor="t" bIns="91425" lIns="182875" spcFirstLastPara="1" rIns="274300" wrap="square" tIns="365750">
              <a:noAutofit/>
            </a:bodyPr>
            <a:lstStyle/>
            <a:p>
              <a:pPr indent="0" lvl="0" marL="0" rtl="0" algn="l">
                <a:spcBef>
                  <a:spcPts val="0"/>
                </a:spcBef>
                <a:spcAft>
                  <a:spcPts val="1000"/>
                </a:spcAft>
                <a:buNone/>
              </a:pPr>
              <a:r>
                <a:t/>
              </a:r>
              <a:endParaRPr>
                <a:solidFill>
                  <a:schemeClr val="dk1"/>
                </a:solidFill>
                <a:latin typeface="Manrope"/>
                <a:ea typeface="Manrope"/>
                <a:cs typeface="Manrope"/>
                <a:sym typeface="Manrope"/>
              </a:endParaRPr>
            </a:p>
          </p:txBody>
        </p:sp>
        <p:grpSp>
          <p:nvGrpSpPr>
            <p:cNvPr id="611" name="Google Shape;611;p53"/>
            <p:cNvGrpSpPr/>
            <p:nvPr/>
          </p:nvGrpSpPr>
          <p:grpSpPr>
            <a:xfrm rot="127053">
              <a:off x="3424955" y="911977"/>
              <a:ext cx="2368156" cy="147447"/>
              <a:chOff x="482474" y="1289911"/>
              <a:chExt cx="2471839" cy="153902"/>
            </a:xfrm>
          </p:grpSpPr>
          <p:grpSp>
            <p:nvGrpSpPr>
              <p:cNvPr id="612" name="Google Shape;612;p53"/>
              <p:cNvGrpSpPr/>
              <p:nvPr/>
            </p:nvGrpSpPr>
            <p:grpSpPr>
              <a:xfrm rot="5400000">
                <a:off x="1162518" y="609866"/>
                <a:ext cx="153902" cy="1513991"/>
                <a:chOff x="5380497" y="383100"/>
                <a:chExt cx="189628" cy="1865210"/>
              </a:xfrm>
            </p:grpSpPr>
            <p:grpSp>
              <p:nvGrpSpPr>
                <p:cNvPr id="613" name="Google Shape;613;p53"/>
                <p:cNvGrpSpPr/>
                <p:nvPr/>
              </p:nvGrpSpPr>
              <p:grpSpPr>
                <a:xfrm>
                  <a:off x="5380497" y="383100"/>
                  <a:ext cx="189628" cy="981668"/>
                  <a:chOff x="5380497" y="383100"/>
                  <a:chExt cx="189628" cy="981668"/>
                </a:xfrm>
              </p:grpSpPr>
              <p:grpSp>
                <p:nvGrpSpPr>
                  <p:cNvPr id="614" name="Google Shape;614;p53"/>
                  <p:cNvGrpSpPr/>
                  <p:nvPr/>
                </p:nvGrpSpPr>
                <p:grpSpPr>
                  <a:xfrm>
                    <a:off x="5380497" y="383100"/>
                    <a:ext cx="187974" cy="130800"/>
                    <a:chOff x="4804925" y="764100"/>
                    <a:chExt cx="187974" cy="130800"/>
                  </a:xfrm>
                </p:grpSpPr>
                <p:sp>
                  <p:nvSpPr>
                    <p:cNvPr id="615" name="Google Shape;615;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16" name="Google Shape;616;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17" name="Google Shape;617;p53"/>
                  <p:cNvGrpSpPr/>
                  <p:nvPr/>
                </p:nvGrpSpPr>
                <p:grpSpPr>
                  <a:xfrm>
                    <a:off x="5382151" y="822110"/>
                    <a:ext cx="187974" cy="130800"/>
                    <a:chOff x="4804925" y="764100"/>
                    <a:chExt cx="187974" cy="130800"/>
                  </a:xfrm>
                </p:grpSpPr>
                <p:sp>
                  <p:nvSpPr>
                    <p:cNvPr id="618" name="Google Shape;618;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19" name="Google Shape;619;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20" name="Google Shape;620;p53"/>
                  <p:cNvGrpSpPr/>
                  <p:nvPr/>
                </p:nvGrpSpPr>
                <p:grpSpPr>
                  <a:xfrm>
                    <a:off x="5382151" y="1233968"/>
                    <a:ext cx="187974" cy="130800"/>
                    <a:chOff x="4804925" y="764100"/>
                    <a:chExt cx="187974" cy="130800"/>
                  </a:xfrm>
                </p:grpSpPr>
                <p:sp>
                  <p:nvSpPr>
                    <p:cNvPr id="621" name="Google Shape;621;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22" name="Google Shape;622;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623" name="Google Shape;623;p53"/>
                <p:cNvGrpSpPr/>
                <p:nvPr/>
              </p:nvGrpSpPr>
              <p:grpSpPr>
                <a:xfrm>
                  <a:off x="5380497" y="1678500"/>
                  <a:ext cx="189628" cy="569810"/>
                  <a:chOff x="5380497" y="383100"/>
                  <a:chExt cx="189628" cy="569810"/>
                </a:xfrm>
              </p:grpSpPr>
              <p:grpSp>
                <p:nvGrpSpPr>
                  <p:cNvPr id="624" name="Google Shape;624;p53"/>
                  <p:cNvGrpSpPr/>
                  <p:nvPr/>
                </p:nvGrpSpPr>
                <p:grpSpPr>
                  <a:xfrm>
                    <a:off x="5380497" y="383100"/>
                    <a:ext cx="187974" cy="130800"/>
                    <a:chOff x="4804925" y="764100"/>
                    <a:chExt cx="187974" cy="130800"/>
                  </a:xfrm>
                </p:grpSpPr>
                <p:sp>
                  <p:nvSpPr>
                    <p:cNvPr id="625" name="Google Shape;625;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26" name="Google Shape;626;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27" name="Google Shape;627;p53"/>
                  <p:cNvGrpSpPr/>
                  <p:nvPr/>
                </p:nvGrpSpPr>
                <p:grpSpPr>
                  <a:xfrm>
                    <a:off x="5382151" y="822110"/>
                    <a:ext cx="187974" cy="130800"/>
                    <a:chOff x="4804925" y="764100"/>
                    <a:chExt cx="187974" cy="130800"/>
                  </a:xfrm>
                </p:grpSpPr>
                <p:sp>
                  <p:nvSpPr>
                    <p:cNvPr id="628" name="Google Shape;628;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29" name="Google Shape;629;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630" name="Google Shape;630;p53"/>
              <p:cNvGrpSpPr/>
              <p:nvPr/>
            </p:nvGrpSpPr>
            <p:grpSpPr>
              <a:xfrm rot="5400000">
                <a:off x="2186381" y="1313758"/>
                <a:ext cx="152560" cy="106170"/>
                <a:chOff x="4804925" y="764100"/>
                <a:chExt cx="187974" cy="130800"/>
              </a:xfrm>
            </p:grpSpPr>
            <p:sp>
              <p:nvSpPr>
                <p:cNvPr id="631" name="Google Shape;631;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32" name="Google Shape;632;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33" name="Google Shape;633;p53"/>
              <p:cNvGrpSpPr/>
              <p:nvPr/>
            </p:nvGrpSpPr>
            <p:grpSpPr>
              <a:xfrm rot="5400000">
                <a:off x="2505664" y="1313758"/>
                <a:ext cx="152560" cy="106170"/>
                <a:chOff x="4804925" y="764100"/>
                <a:chExt cx="187974" cy="130800"/>
              </a:xfrm>
            </p:grpSpPr>
            <p:sp>
              <p:nvSpPr>
                <p:cNvPr id="634" name="Google Shape;634;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35" name="Google Shape;635;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636" name="Google Shape;636;p53"/>
              <p:cNvGrpSpPr/>
              <p:nvPr/>
            </p:nvGrpSpPr>
            <p:grpSpPr>
              <a:xfrm rot="5400000">
                <a:off x="2824948" y="1313758"/>
                <a:ext cx="152560" cy="106170"/>
                <a:chOff x="4804925" y="764100"/>
                <a:chExt cx="187974" cy="130800"/>
              </a:xfrm>
            </p:grpSpPr>
            <p:sp>
              <p:nvSpPr>
                <p:cNvPr id="637" name="Google Shape;637;p53"/>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638" name="Google Shape;638;p53"/>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639" name="Google Shape;639;p53"/>
          <p:cNvGrpSpPr/>
          <p:nvPr/>
        </p:nvGrpSpPr>
        <p:grpSpPr>
          <a:xfrm rot="10800000">
            <a:off x="379371" y="1895961"/>
            <a:ext cx="2690528" cy="958398"/>
            <a:chOff x="5408079" y="403905"/>
            <a:chExt cx="3315908" cy="1465216"/>
          </a:xfrm>
        </p:grpSpPr>
        <p:sp>
          <p:nvSpPr>
            <p:cNvPr id="640" name="Google Shape;640;p53"/>
            <p:cNvSpPr/>
            <p:nvPr/>
          </p:nvSpPr>
          <p:spPr>
            <a:xfrm flipH="1" rot="10800000">
              <a:off x="5408079" y="403905"/>
              <a:ext cx="3276300" cy="1461900"/>
            </a:xfrm>
            <a:prstGeom prst="snip1Rect">
              <a:avLst>
                <a:gd fmla="val 16667" name="adj"/>
              </a:avLst>
            </a:prstGeom>
            <a:solidFill>
              <a:schemeClr val="accent6"/>
            </a:solidFill>
            <a:ln>
              <a:noFill/>
            </a:ln>
          </p:spPr>
          <p:txBody>
            <a:bodyPr anchorCtr="0" anchor="ctr" bIns="91425" lIns="274300" spcFirstLastPara="1" rIns="91425" wrap="square" tIns="91425">
              <a:noAutofit/>
            </a:bodyPr>
            <a:lstStyle/>
            <a:p>
              <a:pPr indent="0" lvl="0" marL="0" rtl="0" algn="l">
                <a:spcBef>
                  <a:spcPts val="1000"/>
                </a:spcBef>
                <a:spcAft>
                  <a:spcPts val="1000"/>
                </a:spcAft>
                <a:buSzPts val="1000"/>
                <a:buNone/>
              </a:pPr>
              <a:r>
                <a:t/>
              </a:r>
              <a:endParaRPr>
                <a:solidFill>
                  <a:schemeClr val="dk1"/>
                </a:solidFill>
                <a:latin typeface="Manrope"/>
                <a:ea typeface="Manrope"/>
                <a:cs typeface="Manrope"/>
                <a:sym typeface="Manrope"/>
              </a:endParaRPr>
            </a:p>
          </p:txBody>
        </p:sp>
        <p:sp>
          <p:nvSpPr>
            <p:cNvPr id="641" name="Google Shape;641;p53"/>
            <p:cNvSpPr/>
            <p:nvPr/>
          </p:nvSpPr>
          <p:spPr>
            <a:xfrm rot="4794215">
              <a:off x="8485631" y="1629292"/>
              <a:ext cx="213913" cy="228858"/>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642" name="Google Shape;642;p53"/>
          <p:cNvSpPr txBox="1"/>
          <p:nvPr>
            <p:ph idx="2" type="title"/>
          </p:nvPr>
        </p:nvSpPr>
        <p:spPr>
          <a:xfrm>
            <a:off x="546176" y="1917113"/>
            <a:ext cx="2181900" cy="4464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SzPts val="1000"/>
              <a:buNone/>
            </a:pPr>
            <a:r>
              <a:rPr b="1" lang="en" sz="1700">
                <a:latin typeface="Lexend"/>
                <a:ea typeface="Lexend"/>
                <a:cs typeface="Lexend"/>
                <a:sym typeface="Lexend"/>
              </a:rPr>
              <a:t>Which Design?</a:t>
            </a:r>
            <a:endParaRPr b="1" sz="1700">
              <a:latin typeface="Lexend"/>
              <a:ea typeface="Lexend"/>
              <a:cs typeface="Lexend"/>
              <a:sym typeface="Lexend"/>
            </a:endParaRPr>
          </a:p>
        </p:txBody>
      </p:sp>
      <p:sp>
        <p:nvSpPr>
          <p:cNvPr id="643" name="Google Shape;643;p53"/>
          <p:cNvSpPr txBox="1"/>
          <p:nvPr>
            <p:ph idx="4294967295" type="body"/>
          </p:nvPr>
        </p:nvSpPr>
        <p:spPr>
          <a:xfrm>
            <a:off x="673324" y="2211325"/>
            <a:ext cx="2413500" cy="581700"/>
          </a:xfrm>
          <a:prstGeom prst="rect">
            <a:avLst/>
          </a:prstGeom>
        </p:spPr>
        <p:txBody>
          <a:bodyPr anchorCtr="0" anchor="t" bIns="0" lIns="0" spcFirstLastPara="1" rIns="0" wrap="square" tIns="0">
            <a:noAutofit/>
          </a:bodyPr>
          <a:lstStyle/>
          <a:p>
            <a:pPr indent="-133350" lvl="0" marL="285750" rtl="0" algn="l">
              <a:lnSpc>
                <a:spcPct val="115000"/>
              </a:lnSpc>
              <a:spcBef>
                <a:spcPts val="0"/>
              </a:spcBef>
              <a:spcAft>
                <a:spcPts val="0"/>
              </a:spcAft>
              <a:buSzPts val="1200"/>
              <a:buChar char="●"/>
            </a:pPr>
            <a:r>
              <a:rPr lang="en"/>
              <a:t>Wrist-Powered Devices</a:t>
            </a:r>
            <a:endParaRPr/>
          </a:p>
          <a:p>
            <a:pPr indent="-133350" lvl="0" marL="285750" rtl="0" algn="l">
              <a:lnSpc>
                <a:spcPct val="115000"/>
              </a:lnSpc>
              <a:spcBef>
                <a:spcPts val="0"/>
              </a:spcBef>
              <a:spcAft>
                <a:spcPts val="0"/>
              </a:spcAft>
              <a:buSzPts val="1200"/>
              <a:buChar char="●"/>
            </a:pPr>
            <a:r>
              <a:rPr lang="en"/>
              <a:t>Elbow-Powered Devices</a:t>
            </a:r>
            <a:endParaRPr/>
          </a:p>
        </p:txBody>
      </p:sp>
      <p:sp>
        <p:nvSpPr>
          <p:cNvPr id="644" name="Google Shape;644;p53"/>
          <p:cNvSpPr txBox="1"/>
          <p:nvPr>
            <p:ph type="title"/>
          </p:nvPr>
        </p:nvSpPr>
        <p:spPr>
          <a:xfrm>
            <a:off x="389450" y="788175"/>
            <a:ext cx="3882000" cy="1015800"/>
          </a:xfrm>
          <a:prstGeom prst="rect">
            <a:avLst/>
          </a:prstGeom>
        </p:spPr>
        <p:txBody>
          <a:bodyPr anchorCtr="0" anchor="ctr" bIns="0" lIns="0" spcFirstLastPara="1" rIns="0" wrap="square" tIns="0">
            <a:noAutofit/>
          </a:bodyPr>
          <a:lstStyle/>
          <a:p>
            <a:pPr indent="0" lvl="0" marL="0" rtl="0" algn="l">
              <a:lnSpc>
                <a:spcPct val="90000"/>
              </a:lnSpc>
              <a:spcBef>
                <a:spcPts val="0"/>
              </a:spcBef>
              <a:spcAft>
                <a:spcPts val="0"/>
              </a:spcAft>
              <a:buClr>
                <a:srgbClr val="000000"/>
              </a:buClr>
              <a:buSzPts val="4100"/>
              <a:buFont typeface="Arial"/>
              <a:buNone/>
            </a:pPr>
            <a:r>
              <a:rPr lang="en" sz="3500">
                <a:latin typeface="Lexend"/>
                <a:ea typeface="Lexend"/>
                <a:cs typeface="Lexend"/>
                <a:sym typeface="Lexend"/>
              </a:rPr>
              <a:t>e-NABLE Devices</a:t>
            </a:r>
            <a:endParaRPr sz="3500">
              <a:latin typeface="Lexend"/>
              <a:ea typeface="Lexend"/>
              <a:cs typeface="Lexend"/>
              <a:sym typeface="Lexend"/>
            </a:endParaRPr>
          </a:p>
        </p:txBody>
      </p:sp>
      <p:sp>
        <p:nvSpPr>
          <p:cNvPr id="645" name="Google Shape;645;p53"/>
          <p:cNvSpPr/>
          <p:nvPr/>
        </p:nvSpPr>
        <p:spPr>
          <a:xfrm rot="-9002082">
            <a:off x="2519643" y="2591357"/>
            <a:ext cx="667927" cy="372227"/>
          </a:xfrm>
          <a:custGeom>
            <a:rect b="b" l="l" r="r" t="t"/>
            <a:pathLst>
              <a:path extrusionOk="0" h="113010" w="285750">
                <a:moveTo>
                  <a:pt x="267242" y="0"/>
                </a:moveTo>
                <a:lnTo>
                  <a:pt x="268083" y="561"/>
                </a:lnTo>
                <a:lnTo>
                  <a:pt x="268364" y="841"/>
                </a:lnTo>
                <a:lnTo>
                  <a:pt x="268644" y="561"/>
                </a:lnTo>
                <a:lnTo>
                  <a:pt x="268083" y="0"/>
                </a:lnTo>
                <a:close/>
                <a:moveTo>
                  <a:pt x="273972" y="0"/>
                </a:moveTo>
                <a:lnTo>
                  <a:pt x="274253" y="1122"/>
                </a:lnTo>
                <a:lnTo>
                  <a:pt x="274814" y="1402"/>
                </a:lnTo>
                <a:lnTo>
                  <a:pt x="275374" y="1122"/>
                </a:lnTo>
                <a:lnTo>
                  <a:pt x="276216" y="561"/>
                </a:lnTo>
                <a:lnTo>
                  <a:pt x="273972" y="0"/>
                </a:lnTo>
                <a:close/>
                <a:moveTo>
                  <a:pt x="277898" y="3365"/>
                </a:moveTo>
                <a:lnTo>
                  <a:pt x="279020" y="3645"/>
                </a:lnTo>
                <a:lnTo>
                  <a:pt x="279300" y="3645"/>
                </a:lnTo>
                <a:lnTo>
                  <a:pt x="279581" y="3926"/>
                </a:lnTo>
                <a:lnTo>
                  <a:pt x="277057" y="4487"/>
                </a:lnTo>
                <a:lnTo>
                  <a:pt x="276777" y="3926"/>
                </a:lnTo>
                <a:lnTo>
                  <a:pt x="277057" y="3645"/>
                </a:lnTo>
                <a:lnTo>
                  <a:pt x="277337" y="3365"/>
                </a:lnTo>
                <a:close/>
                <a:moveTo>
                  <a:pt x="280142" y="4206"/>
                </a:moveTo>
                <a:lnTo>
                  <a:pt x="280142" y="4487"/>
                </a:lnTo>
                <a:lnTo>
                  <a:pt x="279581" y="4767"/>
                </a:lnTo>
                <a:lnTo>
                  <a:pt x="279300" y="4767"/>
                </a:lnTo>
                <a:lnTo>
                  <a:pt x="279581" y="4487"/>
                </a:lnTo>
                <a:lnTo>
                  <a:pt x="279861" y="4206"/>
                </a:lnTo>
                <a:close/>
                <a:moveTo>
                  <a:pt x="277337" y="4767"/>
                </a:moveTo>
                <a:lnTo>
                  <a:pt x="278459" y="5328"/>
                </a:lnTo>
                <a:lnTo>
                  <a:pt x="277337" y="5328"/>
                </a:lnTo>
                <a:lnTo>
                  <a:pt x="277057" y="5048"/>
                </a:lnTo>
                <a:lnTo>
                  <a:pt x="277337" y="4767"/>
                </a:lnTo>
                <a:close/>
                <a:moveTo>
                  <a:pt x="281824" y="5608"/>
                </a:moveTo>
                <a:lnTo>
                  <a:pt x="280422" y="6730"/>
                </a:lnTo>
                <a:lnTo>
                  <a:pt x="280422" y="5889"/>
                </a:lnTo>
                <a:lnTo>
                  <a:pt x="280702" y="5608"/>
                </a:lnTo>
                <a:close/>
                <a:moveTo>
                  <a:pt x="279020" y="5608"/>
                </a:moveTo>
                <a:lnTo>
                  <a:pt x="279300" y="5889"/>
                </a:lnTo>
                <a:lnTo>
                  <a:pt x="279300" y="6450"/>
                </a:lnTo>
                <a:lnTo>
                  <a:pt x="279020" y="7011"/>
                </a:lnTo>
                <a:lnTo>
                  <a:pt x="279020" y="7291"/>
                </a:lnTo>
                <a:lnTo>
                  <a:pt x="276777" y="7291"/>
                </a:lnTo>
                <a:lnTo>
                  <a:pt x="279020" y="5608"/>
                </a:lnTo>
                <a:close/>
                <a:moveTo>
                  <a:pt x="260232" y="7852"/>
                </a:moveTo>
                <a:lnTo>
                  <a:pt x="260232" y="8132"/>
                </a:lnTo>
                <a:lnTo>
                  <a:pt x="259951" y="8132"/>
                </a:lnTo>
                <a:lnTo>
                  <a:pt x="259390" y="8413"/>
                </a:lnTo>
                <a:lnTo>
                  <a:pt x="259390" y="8132"/>
                </a:lnTo>
                <a:lnTo>
                  <a:pt x="259671" y="8132"/>
                </a:lnTo>
                <a:lnTo>
                  <a:pt x="260232" y="7852"/>
                </a:lnTo>
                <a:close/>
                <a:moveTo>
                  <a:pt x="232750" y="10376"/>
                </a:moveTo>
                <a:lnTo>
                  <a:pt x="231909" y="10656"/>
                </a:lnTo>
                <a:lnTo>
                  <a:pt x="231909" y="10376"/>
                </a:lnTo>
                <a:close/>
                <a:moveTo>
                  <a:pt x="233872" y="11217"/>
                </a:moveTo>
                <a:lnTo>
                  <a:pt x="232189" y="11778"/>
                </a:lnTo>
                <a:lnTo>
                  <a:pt x="232189" y="11778"/>
                </a:lnTo>
                <a:lnTo>
                  <a:pt x="232470" y="11497"/>
                </a:lnTo>
                <a:lnTo>
                  <a:pt x="232750" y="11217"/>
                </a:lnTo>
                <a:close/>
                <a:moveTo>
                  <a:pt x="272009" y="11217"/>
                </a:moveTo>
                <a:lnTo>
                  <a:pt x="272009" y="11778"/>
                </a:lnTo>
                <a:lnTo>
                  <a:pt x="271729" y="12058"/>
                </a:lnTo>
                <a:lnTo>
                  <a:pt x="271448" y="12058"/>
                </a:lnTo>
                <a:lnTo>
                  <a:pt x="271448" y="11497"/>
                </a:lnTo>
                <a:lnTo>
                  <a:pt x="271448" y="11217"/>
                </a:lnTo>
                <a:close/>
                <a:moveTo>
                  <a:pt x="261073" y="11217"/>
                </a:moveTo>
                <a:lnTo>
                  <a:pt x="259951" y="12339"/>
                </a:lnTo>
                <a:lnTo>
                  <a:pt x="259671" y="12339"/>
                </a:lnTo>
                <a:lnTo>
                  <a:pt x="259110" y="11778"/>
                </a:lnTo>
                <a:lnTo>
                  <a:pt x="261073" y="11217"/>
                </a:lnTo>
                <a:close/>
                <a:moveTo>
                  <a:pt x="258549" y="11778"/>
                </a:moveTo>
                <a:lnTo>
                  <a:pt x="258269" y="12339"/>
                </a:lnTo>
                <a:lnTo>
                  <a:pt x="257988" y="13180"/>
                </a:lnTo>
                <a:lnTo>
                  <a:pt x="257427" y="13460"/>
                </a:lnTo>
                <a:lnTo>
                  <a:pt x="256586" y="13460"/>
                </a:lnTo>
                <a:lnTo>
                  <a:pt x="256867" y="13180"/>
                </a:lnTo>
                <a:lnTo>
                  <a:pt x="257147" y="12899"/>
                </a:lnTo>
                <a:lnTo>
                  <a:pt x="257147" y="12339"/>
                </a:lnTo>
                <a:lnTo>
                  <a:pt x="257147" y="12058"/>
                </a:lnTo>
                <a:lnTo>
                  <a:pt x="258549" y="11778"/>
                </a:lnTo>
                <a:close/>
                <a:moveTo>
                  <a:pt x="261634" y="12899"/>
                </a:moveTo>
                <a:lnTo>
                  <a:pt x="261914" y="13460"/>
                </a:lnTo>
                <a:lnTo>
                  <a:pt x="260232" y="13180"/>
                </a:lnTo>
                <a:lnTo>
                  <a:pt x="261353" y="12899"/>
                </a:lnTo>
                <a:close/>
                <a:moveTo>
                  <a:pt x="253501" y="14862"/>
                </a:moveTo>
                <a:lnTo>
                  <a:pt x="253782" y="15143"/>
                </a:lnTo>
                <a:lnTo>
                  <a:pt x="253501" y="15423"/>
                </a:lnTo>
                <a:lnTo>
                  <a:pt x="252941" y="15704"/>
                </a:lnTo>
                <a:lnTo>
                  <a:pt x="251539" y="15704"/>
                </a:lnTo>
                <a:lnTo>
                  <a:pt x="252099" y="15423"/>
                </a:lnTo>
                <a:lnTo>
                  <a:pt x="252380" y="15143"/>
                </a:lnTo>
                <a:lnTo>
                  <a:pt x="253501" y="14862"/>
                </a:lnTo>
                <a:close/>
                <a:moveTo>
                  <a:pt x="246771" y="15143"/>
                </a:moveTo>
                <a:lnTo>
                  <a:pt x="247052" y="15423"/>
                </a:lnTo>
                <a:lnTo>
                  <a:pt x="246491" y="15984"/>
                </a:lnTo>
                <a:lnTo>
                  <a:pt x="246491" y="15143"/>
                </a:lnTo>
                <a:close/>
                <a:moveTo>
                  <a:pt x="244528" y="15423"/>
                </a:moveTo>
                <a:lnTo>
                  <a:pt x="245089" y="15704"/>
                </a:lnTo>
                <a:lnTo>
                  <a:pt x="245089" y="15984"/>
                </a:lnTo>
                <a:lnTo>
                  <a:pt x="242565" y="15984"/>
                </a:lnTo>
                <a:lnTo>
                  <a:pt x="242004" y="16264"/>
                </a:lnTo>
                <a:lnTo>
                  <a:pt x="241724" y="16264"/>
                </a:lnTo>
                <a:lnTo>
                  <a:pt x="241443" y="15984"/>
                </a:lnTo>
                <a:lnTo>
                  <a:pt x="241443" y="15704"/>
                </a:lnTo>
                <a:lnTo>
                  <a:pt x="242285" y="15423"/>
                </a:lnTo>
                <a:close/>
                <a:moveTo>
                  <a:pt x="243687" y="16545"/>
                </a:moveTo>
                <a:lnTo>
                  <a:pt x="243406" y="16825"/>
                </a:lnTo>
                <a:lnTo>
                  <a:pt x="243126" y="16825"/>
                </a:lnTo>
                <a:lnTo>
                  <a:pt x="242285" y="17106"/>
                </a:lnTo>
                <a:lnTo>
                  <a:pt x="242285" y="16825"/>
                </a:lnTo>
                <a:lnTo>
                  <a:pt x="242845" y="16545"/>
                </a:lnTo>
                <a:close/>
                <a:moveTo>
                  <a:pt x="232189" y="18227"/>
                </a:moveTo>
                <a:lnTo>
                  <a:pt x="231909" y="19069"/>
                </a:lnTo>
                <a:lnTo>
                  <a:pt x="231629" y="19349"/>
                </a:lnTo>
                <a:lnTo>
                  <a:pt x="231629" y="18508"/>
                </a:lnTo>
                <a:lnTo>
                  <a:pt x="232189" y="18227"/>
                </a:lnTo>
                <a:close/>
                <a:moveTo>
                  <a:pt x="225179" y="20751"/>
                </a:moveTo>
                <a:lnTo>
                  <a:pt x="225459" y="21032"/>
                </a:lnTo>
                <a:lnTo>
                  <a:pt x="225179" y="21312"/>
                </a:lnTo>
                <a:lnTo>
                  <a:pt x="225179" y="21592"/>
                </a:lnTo>
                <a:lnTo>
                  <a:pt x="224898" y="21592"/>
                </a:lnTo>
                <a:lnTo>
                  <a:pt x="225179" y="21032"/>
                </a:lnTo>
                <a:lnTo>
                  <a:pt x="225179" y="20751"/>
                </a:lnTo>
                <a:close/>
                <a:moveTo>
                  <a:pt x="203026" y="22434"/>
                </a:moveTo>
                <a:lnTo>
                  <a:pt x="203306" y="22714"/>
                </a:lnTo>
                <a:lnTo>
                  <a:pt x="203026" y="22714"/>
                </a:lnTo>
                <a:lnTo>
                  <a:pt x="202184" y="23275"/>
                </a:lnTo>
                <a:lnTo>
                  <a:pt x="202184" y="22995"/>
                </a:lnTo>
                <a:lnTo>
                  <a:pt x="202465" y="22714"/>
                </a:lnTo>
                <a:lnTo>
                  <a:pt x="203026" y="22434"/>
                </a:lnTo>
                <a:close/>
                <a:moveTo>
                  <a:pt x="219570" y="22434"/>
                </a:moveTo>
                <a:lnTo>
                  <a:pt x="217888" y="23275"/>
                </a:lnTo>
                <a:lnTo>
                  <a:pt x="217888" y="22995"/>
                </a:lnTo>
                <a:lnTo>
                  <a:pt x="218168" y="22714"/>
                </a:lnTo>
                <a:lnTo>
                  <a:pt x="219570" y="22434"/>
                </a:lnTo>
                <a:close/>
                <a:moveTo>
                  <a:pt x="218729" y="24397"/>
                </a:moveTo>
                <a:lnTo>
                  <a:pt x="218729" y="24677"/>
                </a:lnTo>
                <a:lnTo>
                  <a:pt x="217327" y="24677"/>
                </a:lnTo>
                <a:lnTo>
                  <a:pt x="217607" y="24397"/>
                </a:lnTo>
                <a:close/>
                <a:moveTo>
                  <a:pt x="217047" y="24677"/>
                </a:moveTo>
                <a:lnTo>
                  <a:pt x="216766" y="24958"/>
                </a:lnTo>
                <a:lnTo>
                  <a:pt x="216486" y="25238"/>
                </a:lnTo>
                <a:lnTo>
                  <a:pt x="215645" y="25238"/>
                </a:lnTo>
                <a:lnTo>
                  <a:pt x="215645" y="24958"/>
                </a:lnTo>
                <a:lnTo>
                  <a:pt x="216205" y="24958"/>
                </a:lnTo>
                <a:lnTo>
                  <a:pt x="217047" y="24677"/>
                </a:lnTo>
                <a:close/>
                <a:moveTo>
                  <a:pt x="207793" y="25238"/>
                </a:moveTo>
                <a:lnTo>
                  <a:pt x="207232" y="25518"/>
                </a:lnTo>
                <a:lnTo>
                  <a:pt x="206671" y="25518"/>
                </a:lnTo>
                <a:lnTo>
                  <a:pt x="206951" y="25238"/>
                </a:lnTo>
                <a:close/>
                <a:moveTo>
                  <a:pt x="194052" y="27201"/>
                </a:moveTo>
                <a:lnTo>
                  <a:pt x="193772" y="27762"/>
                </a:lnTo>
                <a:lnTo>
                  <a:pt x="192930" y="27762"/>
                </a:lnTo>
                <a:lnTo>
                  <a:pt x="192930" y="27481"/>
                </a:lnTo>
                <a:lnTo>
                  <a:pt x="193772" y="27201"/>
                </a:lnTo>
                <a:close/>
                <a:moveTo>
                  <a:pt x="205284" y="27747"/>
                </a:moveTo>
                <a:lnTo>
                  <a:pt x="205246" y="27762"/>
                </a:lnTo>
                <a:lnTo>
                  <a:pt x="205269" y="27762"/>
                </a:lnTo>
                <a:lnTo>
                  <a:pt x="205284" y="27747"/>
                </a:lnTo>
                <a:close/>
                <a:moveTo>
                  <a:pt x="200221" y="27201"/>
                </a:moveTo>
                <a:lnTo>
                  <a:pt x="200502" y="27481"/>
                </a:lnTo>
                <a:lnTo>
                  <a:pt x="201343" y="27762"/>
                </a:lnTo>
                <a:lnTo>
                  <a:pt x="200782" y="28042"/>
                </a:lnTo>
                <a:lnTo>
                  <a:pt x="200502" y="28042"/>
                </a:lnTo>
                <a:lnTo>
                  <a:pt x="199941" y="27481"/>
                </a:lnTo>
                <a:lnTo>
                  <a:pt x="200221" y="27201"/>
                </a:lnTo>
                <a:close/>
                <a:moveTo>
                  <a:pt x="195735" y="28603"/>
                </a:moveTo>
                <a:lnTo>
                  <a:pt x="195174" y="29164"/>
                </a:lnTo>
                <a:lnTo>
                  <a:pt x="194332" y="28883"/>
                </a:lnTo>
                <a:lnTo>
                  <a:pt x="195735" y="28603"/>
                </a:lnTo>
                <a:close/>
                <a:moveTo>
                  <a:pt x="169094" y="29725"/>
                </a:moveTo>
                <a:lnTo>
                  <a:pt x="168814" y="30005"/>
                </a:lnTo>
                <a:lnTo>
                  <a:pt x="168253" y="30005"/>
                </a:lnTo>
                <a:lnTo>
                  <a:pt x="168253" y="29725"/>
                </a:lnTo>
                <a:close/>
                <a:moveTo>
                  <a:pt x="200221" y="29707"/>
                </a:moveTo>
                <a:lnTo>
                  <a:pt x="199660" y="29924"/>
                </a:lnTo>
                <a:lnTo>
                  <a:pt x="199660" y="29924"/>
                </a:lnTo>
                <a:lnTo>
                  <a:pt x="199660" y="30005"/>
                </a:lnTo>
                <a:lnTo>
                  <a:pt x="200221" y="29725"/>
                </a:lnTo>
                <a:lnTo>
                  <a:pt x="200221" y="29707"/>
                </a:lnTo>
                <a:close/>
                <a:moveTo>
                  <a:pt x="177788" y="30846"/>
                </a:moveTo>
                <a:lnTo>
                  <a:pt x="177507" y="31407"/>
                </a:lnTo>
                <a:lnTo>
                  <a:pt x="177227" y="31688"/>
                </a:lnTo>
                <a:lnTo>
                  <a:pt x="176946" y="31688"/>
                </a:lnTo>
                <a:lnTo>
                  <a:pt x="177227" y="31127"/>
                </a:lnTo>
                <a:lnTo>
                  <a:pt x="177788" y="30846"/>
                </a:lnTo>
                <a:close/>
                <a:moveTo>
                  <a:pt x="179470" y="30566"/>
                </a:moveTo>
                <a:lnTo>
                  <a:pt x="179750" y="31127"/>
                </a:lnTo>
                <a:lnTo>
                  <a:pt x="178909" y="31688"/>
                </a:lnTo>
                <a:lnTo>
                  <a:pt x="178909" y="31127"/>
                </a:lnTo>
                <a:lnTo>
                  <a:pt x="179190" y="30566"/>
                </a:lnTo>
                <a:close/>
                <a:moveTo>
                  <a:pt x="158719" y="31407"/>
                </a:moveTo>
                <a:lnTo>
                  <a:pt x="158999" y="31688"/>
                </a:lnTo>
                <a:lnTo>
                  <a:pt x="158999" y="31968"/>
                </a:lnTo>
                <a:lnTo>
                  <a:pt x="158158" y="32249"/>
                </a:lnTo>
                <a:lnTo>
                  <a:pt x="158158" y="32249"/>
                </a:lnTo>
                <a:lnTo>
                  <a:pt x="158719" y="31407"/>
                </a:lnTo>
                <a:close/>
                <a:moveTo>
                  <a:pt x="190967" y="31688"/>
                </a:moveTo>
                <a:lnTo>
                  <a:pt x="190967" y="31968"/>
                </a:lnTo>
                <a:lnTo>
                  <a:pt x="190126" y="32249"/>
                </a:lnTo>
                <a:lnTo>
                  <a:pt x="189565" y="32249"/>
                </a:lnTo>
                <a:lnTo>
                  <a:pt x="189565" y="31968"/>
                </a:lnTo>
                <a:lnTo>
                  <a:pt x="190407" y="31688"/>
                </a:lnTo>
                <a:close/>
                <a:moveTo>
                  <a:pt x="185079" y="31968"/>
                </a:moveTo>
                <a:lnTo>
                  <a:pt x="185359" y="32249"/>
                </a:lnTo>
                <a:lnTo>
                  <a:pt x="184237" y="32529"/>
                </a:lnTo>
                <a:lnTo>
                  <a:pt x="184237" y="32249"/>
                </a:lnTo>
                <a:lnTo>
                  <a:pt x="184518" y="32249"/>
                </a:lnTo>
                <a:lnTo>
                  <a:pt x="185079" y="31968"/>
                </a:lnTo>
                <a:close/>
                <a:moveTo>
                  <a:pt x="189468" y="33846"/>
                </a:moveTo>
                <a:lnTo>
                  <a:pt x="188948" y="34043"/>
                </a:lnTo>
                <a:lnTo>
                  <a:pt x="188948" y="34043"/>
                </a:lnTo>
                <a:lnTo>
                  <a:pt x="188724" y="34492"/>
                </a:lnTo>
                <a:lnTo>
                  <a:pt x="189004" y="34492"/>
                </a:lnTo>
                <a:lnTo>
                  <a:pt x="189285" y="34211"/>
                </a:lnTo>
                <a:lnTo>
                  <a:pt x="189468" y="33846"/>
                </a:lnTo>
                <a:close/>
                <a:moveTo>
                  <a:pt x="40381" y="33931"/>
                </a:moveTo>
                <a:lnTo>
                  <a:pt x="41222" y="34492"/>
                </a:lnTo>
                <a:lnTo>
                  <a:pt x="41222" y="34772"/>
                </a:lnTo>
                <a:lnTo>
                  <a:pt x="40942" y="34492"/>
                </a:lnTo>
                <a:lnTo>
                  <a:pt x="40661" y="34211"/>
                </a:lnTo>
                <a:lnTo>
                  <a:pt x="40381" y="33931"/>
                </a:lnTo>
                <a:close/>
                <a:moveTo>
                  <a:pt x="42905" y="33931"/>
                </a:moveTo>
                <a:lnTo>
                  <a:pt x="44026" y="34211"/>
                </a:lnTo>
                <a:lnTo>
                  <a:pt x="44307" y="34772"/>
                </a:lnTo>
                <a:lnTo>
                  <a:pt x="44026" y="34772"/>
                </a:lnTo>
                <a:lnTo>
                  <a:pt x="42905" y="33931"/>
                </a:lnTo>
                <a:close/>
                <a:moveTo>
                  <a:pt x="171618" y="33370"/>
                </a:moveTo>
                <a:lnTo>
                  <a:pt x="170497" y="34492"/>
                </a:lnTo>
                <a:lnTo>
                  <a:pt x="169936" y="34772"/>
                </a:lnTo>
                <a:lnTo>
                  <a:pt x="169936" y="34492"/>
                </a:lnTo>
                <a:lnTo>
                  <a:pt x="169655" y="34211"/>
                </a:lnTo>
                <a:lnTo>
                  <a:pt x="171618" y="33370"/>
                </a:lnTo>
                <a:close/>
                <a:moveTo>
                  <a:pt x="46830" y="36174"/>
                </a:moveTo>
                <a:lnTo>
                  <a:pt x="47952" y="36455"/>
                </a:lnTo>
                <a:lnTo>
                  <a:pt x="48233" y="36735"/>
                </a:lnTo>
                <a:lnTo>
                  <a:pt x="47672" y="37296"/>
                </a:lnTo>
                <a:lnTo>
                  <a:pt x="46830" y="36174"/>
                </a:lnTo>
                <a:close/>
                <a:moveTo>
                  <a:pt x="48793" y="37016"/>
                </a:moveTo>
                <a:lnTo>
                  <a:pt x="49074" y="37296"/>
                </a:lnTo>
                <a:lnTo>
                  <a:pt x="48793" y="37296"/>
                </a:lnTo>
                <a:lnTo>
                  <a:pt x="48513" y="37016"/>
                </a:lnTo>
                <a:close/>
                <a:moveTo>
                  <a:pt x="48233" y="37577"/>
                </a:moveTo>
                <a:lnTo>
                  <a:pt x="48793" y="37857"/>
                </a:lnTo>
                <a:lnTo>
                  <a:pt x="49074" y="38137"/>
                </a:lnTo>
                <a:lnTo>
                  <a:pt x="48513" y="37857"/>
                </a:lnTo>
                <a:lnTo>
                  <a:pt x="48233" y="37857"/>
                </a:lnTo>
                <a:lnTo>
                  <a:pt x="48233" y="37577"/>
                </a:lnTo>
                <a:close/>
                <a:moveTo>
                  <a:pt x="50476" y="37857"/>
                </a:moveTo>
                <a:lnTo>
                  <a:pt x="50756" y="38979"/>
                </a:lnTo>
                <a:lnTo>
                  <a:pt x="50196" y="38137"/>
                </a:lnTo>
                <a:lnTo>
                  <a:pt x="49915" y="37857"/>
                </a:lnTo>
                <a:close/>
                <a:moveTo>
                  <a:pt x="137126" y="38979"/>
                </a:moveTo>
                <a:lnTo>
                  <a:pt x="136846" y="39259"/>
                </a:lnTo>
                <a:lnTo>
                  <a:pt x="136776" y="39399"/>
                </a:lnTo>
                <a:lnTo>
                  <a:pt x="137827" y="38979"/>
                </a:lnTo>
                <a:close/>
                <a:moveTo>
                  <a:pt x="160962" y="37296"/>
                </a:moveTo>
                <a:lnTo>
                  <a:pt x="162084" y="37857"/>
                </a:lnTo>
                <a:lnTo>
                  <a:pt x="159280" y="39539"/>
                </a:lnTo>
                <a:lnTo>
                  <a:pt x="159280" y="39539"/>
                </a:lnTo>
                <a:lnTo>
                  <a:pt x="159841" y="38137"/>
                </a:lnTo>
                <a:lnTo>
                  <a:pt x="160121" y="37577"/>
                </a:lnTo>
                <a:lnTo>
                  <a:pt x="160682" y="37296"/>
                </a:lnTo>
                <a:close/>
                <a:moveTo>
                  <a:pt x="49354" y="38137"/>
                </a:moveTo>
                <a:lnTo>
                  <a:pt x="49915" y="38418"/>
                </a:lnTo>
                <a:lnTo>
                  <a:pt x="50196" y="38698"/>
                </a:lnTo>
                <a:lnTo>
                  <a:pt x="50476" y="39259"/>
                </a:lnTo>
                <a:lnTo>
                  <a:pt x="51037" y="39539"/>
                </a:lnTo>
                <a:lnTo>
                  <a:pt x="49915" y="39539"/>
                </a:lnTo>
                <a:lnTo>
                  <a:pt x="49635" y="39259"/>
                </a:lnTo>
                <a:lnTo>
                  <a:pt x="49354" y="38137"/>
                </a:lnTo>
                <a:close/>
                <a:moveTo>
                  <a:pt x="140491" y="38698"/>
                </a:moveTo>
                <a:lnTo>
                  <a:pt x="139931" y="39259"/>
                </a:lnTo>
                <a:lnTo>
                  <a:pt x="139370" y="39539"/>
                </a:lnTo>
                <a:lnTo>
                  <a:pt x="137968" y="39539"/>
                </a:lnTo>
                <a:lnTo>
                  <a:pt x="140491" y="38698"/>
                </a:lnTo>
                <a:close/>
                <a:moveTo>
                  <a:pt x="157597" y="38698"/>
                </a:moveTo>
                <a:lnTo>
                  <a:pt x="157878" y="38979"/>
                </a:lnTo>
                <a:lnTo>
                  <a:pt x="157317" y="39259"/>
                </a:lnTo>
                <a:lnTo>
                  <a:pt x="157036" y="39539"/>
                </a:lnTo>
                <a:lnTo>
                  <a:pt x="156756" y="39259"/>
                </a:lnTo>
                <a:lnTo>
                  <a:pt x="157317" y="38979"/>
                </a:lnTo>
                <a:lnTo>
                  <a:pt x="157597" y="38698"/>
                </a:lnTo>
                <a:close/>
                <a:moveTo>
                  <a:pt x="44587" y="40661"/>
                </a:moveTo>
                <a:lnTo>
                  <a:pt x="44587" y="40942"/>
                </a:lnTo>
                <a:lnTo>
                  <a:pt x="44307" y="41222"/>
                </a:lnTo>
                <a:lnTo>
                  <a:pt x="44026" y="40942"/>
                </a:lnTo>
                <a:lnTo>
                  <a:pt x="44307" y="40661"/>
                </a:lnTo>
                <a:close/>
                <a:moveTo>
                  <a:pt x="157878" y="41502"/>
                </a:moveTo>
                <a:lnTo>
                  <a:pt x="157597" y="41783"/>
                </a:lnTo>
                <a:lnTo>
                  <a:pt x="157036" y="42344"/>
                </a:lnTo>
                <a:lnTo>
                  <a:pt x="156756" y="42344"/>
                </a:lnTo>
                <a:lnTo>
                  <a:pt x="156756" y="42063"/>
                </a:lnTo>
                <a:lnTo>
                  <a:pt x="157317" y="41502"/>
                </a:lnTo>
                <a:close/>
                <a:moveTo>
                  <a:pt x="166571" y="41502"/>
                </a:moveTo>
                <a:lnTo>
                  <a:pt x="166010" y="41783"/>
                </a:lnTo>
                <a:lnTo>
                  <a:pt x="165449" y="42063"/>
                </a:lnTo>
                <a:lnTo>
                  <a:pt x="164327" y="42344"/>
                </a:lnTo>
                <a:lnTo>
                  <a:pt x="164327" y="41502"/>
                </a:lnTo>
                <a:close/>
                <a:moveTo>
                  <a:pt x="162925" y="41502"/>
                </a:moveTo>
                <a:lnTo>
                  <a:pt x="163206" y="42063"/>
                </a:lnTo>
                <a:lnTo>
                  <a:pt x="163206" y="42344"/>
                </a:lnTo>
                <a:lnTo>
                  <a:pt x="162925" y="42624"/>
                </a:lnTo>
                <a:lnTo>
                  <a:pt x="162645" y="41783"/>
                </a:lnTo>
                <a:lnTo>
                  <a:pt x="162645" y="41502"/>
                </a:lnTo>
                <a:close/>
                <a:moveTo>
                  <a:pt x="150587" y="41502"/>
                </a:moveTo>
                <a:lnTo>
                  <a:pt x="151147" y="42063"/>
                </a:lnTo>
                <a:lnTo>
                  <a:pt x="150587" y="42063"/>
                </a:lnTo>
                <a:lnTo>
                  <a:pt x="150306" y="42344"/>
                </a:lnTo>
                <a:lnTo>
                  <a:pt x="149745" y="43185"/>
                </a:lnTo>
                <a:lnTo>
                  <a:pt x="149185" y="42905"/>
                </a:lnTo>
                <a:lnTo>
                  <a:pt x="149185" y="42624"/>
                </a:lnTo>
                <a:lnTo>
                  <a:pt x="149185" y="42344"/>
                </a:lnTo>
                <a:lnTo>
                  <a:pt x="149185" y="42063"/>
                </a:lnTo>
                <a:lnTo>
                  <a:pt x="149745" y="41783"/>
                </a:lnTo>
                <a:lnTo>
                  <a:pt x="150026" y="41502"/>
                </a:lnTo>
                <a:close/>
                <a:moveTo>
                  <a:pt x="35614" y="43465"/>
                </a:moveTo>
                <a:lnTo>
                  <a:pt x="35614" y="43746"/>
                </a:lnTo>
                <a:lnTo>
                  <a:pt x="35333" y="43746"/>
                </a:lnTo>
                <a:lnTo>
                  <a:pt x="35614" y="43465"/>
                </a:lnTo>
                <a:close/>
                <a:moveTo>
                  <a:pt x="51317" y="43185"/>
                </a:moveTo>
                <a:lnTo>
                  <a:pt x="51878" y="43746"/>
                </a:lnTo>
                <a:lnTo>
                  <a:pt x="51317" y="43746"/>
                </a:lnTo>
                <a:lnTo>
                  <a:pt x="51317" y="43185"/>
                </a:lnTo>
                <a:close/>
                <a:moveTo>
                  <a:pt x="132079" y="43185"/>
                </a:moveTo>
                <a:lnTo>
                  <a:pt x="132359" y="43465"/>
                </a:lnTo>
                <a:lnTo>
                  <a:pt x="132079" y="43746"/>
                </a:lnTo>
                <a:lnTo>
                  <a:pt x="131798" y="43465"/>
                </a:lnTo>
                <a:lnTo>
                  <a:pt x="132079" y="43185"/>
                </a:lnTo>
                <a:close/>
                <a:moveTo>
                  <a:pt x="158158" y="42624"/>
                </a:moveTo>
                <a:lnTo>
                  <a:pt x="158438" y="42905"/>
                </a:lnTo>
                <a:lnTo>
                  <a:pt x="158719" y="43465"/>
                </a:lnTo>
                <a:lnTo>
                  <a:pt x="159560" y="43465"/>
                </a:lnTo>
                <a:lnTo>
                  <a:pt x="159280" y="43746"/>
                </a:lnTo>
                <a:lnTo>
                  <a:pt x="158719" y="43465"/>
                </a:lnTo>
                <a:lnTo>
                  <a:pt x="157878" y="42905"/>
                </a:lnTo>
                <a:lnTo>
                  <a:pt x="158158" y="42624"/>
                </a:lnTo>
                <a:close/>
                <a:moveTo>
                  <a:pt x="47672" y="43465"/>
                </a:moveTo>
                <a:lnTo>
                  <a:pt x="48233" y="44307"/>
                </a:lnTo>
                <a:lnTo>
                  <a:pt x="47391" y="44026"/>
                </a:lnTo>
                <a:lnTo>
                  <a:pt x="47391" y="43746"/>
                </a:lnTo>
                <a:lnTo>
                  <a:pt x="47672" y="43465"/>
                </a:lnTo>
                <a:close/>
                <a:moveTo>
                  <a:pt x="146380" y="43746"/>
                </a:moveTo>
                <a:lnTo>
                  <a:pt x="146661" y="44026"/>
                </a:lnTo>
                <a:lnTo>
                  <a:pt x="146380" y="44307"/>
                </a:lnTo>
                <a:lnTo>
                  <a:pt x="145819" y="44307"/>
                </a:lnTo>
                <a:lnTo>
                  <a:pt x="146100" y="44026"/>
                </a:lnTo>
                <a:lnTo>
                  <a:pt x="146380" y="43746"/>
                </a:lnTo>
                <a:close/>
                <a:moveTo>
                  <a:pt x="36735" y="44307"/>
                </a:moveTo>
                <a:lnTo>
                  <a:pt x="36735" y="44587"/>
                </a:lnTo>
                <a:lnTo>
                  <a:pt x="36455" y="44587"/>
                </a:lnTo>
                <a:lnTo>
                  <a:pt x="36174" y="44307"/>
                </a:lnTo>
                <a:close/>
                <a:moveTo>
                  <a:pt x="49074" y="44587"/>
                </a:moveTo>
                <a:lnTo>
                  <a:pt x="49635" y="44867"/>
                </a:lnTo>
                <a:lnTo>
                  <a:pt x="48793" y="44867"/>
                </a:lnTo>
                <a:lnTo>
                  <a:pt x="49074" y="44587"/>
                </a:lnTo>
                <a:close/>
                <a:moveTo>
                  <a:pt x="46830" y="43746"/>
                </a:moveTo>
                <a:lnTo>
                  <a:pt x="47391" y="44307"/>
                </a:lnTo>
                <a:lnTo>
                  <a:pt x="47952" y="44867"/>
                </a:lnTo>
                <a:lnTo>
                  <a:pt x="47952" y="45148"/>
                </a:lnTo>
                <a:lnTo>
                  <a:pt x="47672" y="44867"/>
                </a:lnTo>
                <a:lnTo>
                  <a:pt x="46830" y="44307"/>
                </a:lnTo>
                <a:lnTo>
                  <a:pt x="46830" y="44026"/>
                </a:lnTo>
                <a:lnTo>
                  <a:pt x="46830" y="43746"/>
                </a:lnTo>
                <a:close/>
                <a:moveTo>
                  <a:pt x="152550" y="44867"/>
                </a:moveTo>
                <a:lnTo>
                  <a:pt x="152830" y="45428"/>
                </a:lnTo>
                <a:lnTo>
                  <a:pt x="152830" y="45709"/>
                </a:lnTo>
                <a:lnTo>
                  <a:pt x="152550" y="45709"/>
                </a:lnTo>
                <a:lnTo>
                  <a:pt x="152269" y="45148"/>
                </a:lnTo>
                <a:lnTo>
                  <a:pt x="152269" y="44867"/>
                </a:lnTo>
                <a:close/>
                <a:moveTo>
                  <a:pt x="47952" y="46550"/>
                </a:moveTo>
                <a:lnTo>
                  <a:pt x="48233" y="47111"/>
                </a:lnTo>
                <a:lnTo>
                  <a:pt x="47672" y="47111"/>
                </a:lnTo>
                <a:lnTo>
                  <a:pt x="47672" y="46830"/>
                </a:lnTo>
                <a:lnTo>
                  <a:pt x="47952" y="46550"/>
                </a:lnTo>
                <a:close/>
                <a:moveTo>
                  <a:pt x="117497" y="46270"/>
                </a:moveTo>
                <a:lnTo>
                  <a:pt x="116656" y="46550"/>
                </a:lnTo>
                <a:lnTo>
                  <a:pt x="117216" y="47111"/>
                </a:lnTo>
                <a:lnTo>
                  <a:pt x="117497" y="46550"/>
                </a:lnTo>
                <a:lnTo>
                  <a:pt x="117497" y="46270"/>
                </a:lnTo>
                <a:close/>
                <a:moveTo>
                  <a:pt x="146380" y="46270"/>
                </a:moveTo>
                <a:lnTo>
                  <a:pt x="147222" y="46550"/>
                </a:lnTo>
                <a:lnTo>
                  <a:pt x="146661" y="47111"/>
                </a:lnTo>
                <a:lnTo>
                  <a:pt x="145819" y="47391"/>
                </a:lnTo>
                <a:lnTo>
                  <a:pt x="145539" y="47391"/>
                </a:lnTo>
                <a:lnTo>
                  <a:pt x="146661" y="46830"/>
                </a:lnTo>
                <a:lnTo>
                  <a:pt x="146100" y="46550"/>
                </a:lnTo>
                <a:lnTo>
                  <a:pt x="146100" y="46270"/>
                </a:lnTo>
                <a:close/>
                <a:moveTo>
                  <a:pt x="45709" y="46830"/>
                </a:moveTo>
                <a:lnTo>
                  <a:pt x="45989" y="47672"/>
                </a:lnTo>
                <a:lnTo>
                  <a:pt x="45148" y="46830"/>
                </a:lnTo>
                <a:close/>
                <a:moveTo>
                  <a:pt x="44868" y="47111"/>
                </a:moveTo>
                <a:lnTo>
                  <a:pt x="45148" y="47391"/>
                </a:lnTo>
                <a:lnTo>
                  <a:pt x="45428" y="47672"/>
                </a:lnTo>
                <a:lnTo>
                  <a:pt x="44587" y="47391"/>
                </a:lnTo>
                <a:lnTo>
                  <a:pt x="44307" y="47672"/>
                </a:lnTo>
                <a:lnTo>
                  <a:pt x="44307" y="47952"/>
                </a:lnTo>
                <a:lnTo>
                  <a:pt x="43746" y="47672"/>
                </a:lnTo>
                <a:lnTo>
                  <a:pt x="43746" y="47391"/>
                </a:lnTo>
                <a:lnTo>
                  <a:pt x="43746" y="47111"/>
                </a:lnTo>
                <a:close/>
                <a:moveTo>
                  <a:pt x="45428" y="47952"/>
                </a:moveTo>
                <a:lnTo>
                  <a:pt x="45428" y="48233"/>
                </a:lnTo>
                <a:lnTo>
                  <a:pt x="44868" y="48233"/>
                </a:lnTo>
                <a:lnTo>
                  <a:pt x="45428" y="47952"/>
                </a:lnTo>
                <a:close/>
                <a:moveTo>
                  <a:pt x="144417" y="48793"/>
                </a:moveTo>
                <a:lnTo>
                  <a:pt x="145819" y="49354"/>
                </a:lnTo>
                <a:lnTo>
                  <a:pt x="145259" y="49635"/>
                </a:lnTo>
                <a:lnTo>
                  <a:pt x="144698" y="49635"/>
                </a:lnTo>
                <a:lnTo>
                  <a:pt x="144417" y="49354"/>
                </a:lnTo>
                <a:lnTo>
                  <a:pt x="144417" y="48793"/>
                </a:lnTo>
                <a:close/>
                <a:moveTo>
                  <a:pt x="42063" y="49635"/>
                </a:moveTo>
                <a:lnTo>
                  <a:pt x="42905" y="50196"/>
                </a:lnTo>
                <a:lnTo>
                  <a:pt x="42905" y="50196"/>
                </a:lnTo>
                <a:lnTo>
                  <a:pt x="42344" y="49915"/>
                </a:lnTo>
                <a:lnTo>
                  <a:pt x="42063" y="49915"/>
                </a:lnTo>
                <a:lnTo>
                  <a:pt x="42063" y="49635"/>
                </a:lnTo>
                <a:close/>
                <a:moveTo>
                  <a:pt x="134603" y="50756"/>
                </a:moveTo>
                <a:lnTo>
                  <a:pt x="133761" y="51598"/>
                </a:lnTo>
                <a:lnTo>
                  <a:pt x="133481" y="51878"/>
                </a:lnTo>
                <a:lnTo>
                  <a:pt x="133481" y="52439"/>
                </a:lnTo>
                <a:lnTo>
                  <a:pt x="132359" y="51317"/>
                </a:lnTo>
                <a:lnTo>
                  <a:pt x="132079" y="51037"/>
                </a:lnTo>
                <a:lnTo>
                  <a:pt x="132079" y="50756"/>
                </a:lnTo>
                <a:close/>
                <a:moveTo>
                  <a:pt x="118619" y="52158"/>
                </a:moveTo>
                <a:lnTo>
                  <a:pt x="118058" y="52719"/>
                </a:lnTo>
                <a:lnTo>
                  <a:pt x="117777" y="53000"/>
                </a:lnTo>
                <a:lnTo>
                  <a:pt x="117497" y="53000"/>
                </a:lnTo>
                <a:lnTo>
                  <a:pt x="118058" y="52439"/>
                </a:lnTo>
                <a:lnTo>
                  <a:pt x="118338" y="52158"/>
                </a:lnTo>
                <a:close/>
                <a:moveTo>
                  <a:pt x="128714" y="52158"/>
                </a:moveTo>
                <a:lnTo>
                  <a:pt x="127872" y="52719"/>
                </a:lnTo>
                <a:lnTo>
                  <a:pt x="127031" y="53280"/>
                </a:lnTo>
                <a:lnTo>
                  <a:pt x="125068" y="53280"/>
                </a:lnTo>
                <a:lnTo>
                  <a:pt x="128714" y="52158"/>
                </a:lnTo>
                <a:close/>
                <a:moveTo>
                  <a:pt x="40661" y="53000"/>
                </a:moveTo>
                <a:lnTo>
                  <a:pt x="40661" y="53561"/>
                </a:lnTo>
                <a:lnTo>
                  <a:pt x="40381" y="53280"/>
                </a:lnTo>
                <a:lnTo>
                  <a:pt x="40661" y="53000"/>
                </a:lnTo>
                <a:close/>
                <a:moveTo>
                  <a:pt x="129275" y="53280"/>
                </a:moveTo>
                <a:lnTo>
                  <a:pt x="129275" y="53561"/>
                </a:lnTo>
                <a:lnTo>
                  <a:pt x="128153" y="53561"/>
                </a:lnTo>
                <a:lnTo>
                  <a:pt x="128714" y="53280"/>
                </a:lnTo>
                <a:close/>
                <a:moveTo>
                  <a:pt x="33651" y="53280"/>
                </a:moveTo>
                <a:lnTo>
                  <a:pt x="33931" y="53561"/>
                </a:lnTo>
                <a:lnTo>
                  <a:pt x="33931" y="53841"/>
                </a:lnTo>
                <a:lnTo>
                  <a:pt x="33651" y="53561"/>
                </a:lnTo>
                <a:lnTo>
                  <a:pt x="33651" y="53280"/>
                </a:lnTo>
                <a:close/>
                <a:moveTo>
                  <a:pt x="118338" y="53561"/>
                </a:moveTo>
                <a:lnTo>
                  <a:pt x="118338" y="53841"/>
                </a:lnTo>
                <a:lnTo>
                  <a:pt x="118058" y="53841"/>
                </a:lnTo>
                <a:lnTo>
                  <a:pt x="117497" y="54121"/>
                </a:lnTo>
                <a:lnTo>
                  <a:pt x="117497" y="53841"/>
                </a:lnTo>
                <a:lnTo>
                  <a:pt x="117777" y="53841"/>
                </a:lnTo>
                <a:lnTo>
                  <a:pt x="118338" y="53561"/>
                </a:lnTo>
                <a:close/>
                <a:moveTo>
                  <a:pt x="42063" y="54402"/>
                </a:moveTo>
                <a:lnTo>
                  <a:pt x="42063" y="54682"/>
                </a:lnTo>
                <a:lnTo>
                  <a:pt x="41783" y="54682"/>
                </a:lnTo>
                <a:lnTo>
                  <a:pt x="41502" y="54402"/>
                </a:lnTo>
                <a:close/>
                <a:moveTo>
                  <a:pt x="129275" y="54402"/>
                </a:moveTo>
                <a:lnTo>
                  <a:pt x="128994" y="54963"/>
                </a:lnTo>
                <a:lnTo>
                  <a:pt x="128433" y="54963"/>
                </a:lnTo>
                <a:lnTo>
                  <a:pt x="128994" y="54402"/>
                </a:lnTo>
                <a:close/>
                <a:moveTo>
                  <a:pt x="41783" y="54963"/>
                </a:moveTo>
                <a:lnTo>
                  <a:pt x="41502" y="55243"/>
                </a:lnTo>
                <a:lnTo>
                  <a:pt x="41222" y="54963"/>
                </a:lnTo>
                <a:close/>
                <a:moveTo>
                  <a:pt x="103756" y="54402"/>
                </a:moveTo>
                <a:lnTo>
                  <a:pt x="103476" y="54963"/>
                </a:lnTo>
                <a:lnTo>
                  <a:pt x="102915" y="55243"/>
                </a:lnTo>
                <a:lnTo>
                  <a:pt x="102634" y="55243"/>
                </a:lnTo>
                <a:lnTo>
                  <a:pt x="102074" y="54963"/>
                </a:lnTo>
                <a:lnTo>
                  <a:pt x="103756" y="54402"/>
                </a:lnTo>
                <a:close/>
                <a:moveTo>
                  <a:pt x="38137" y="55243"/>
                </a:moveTo>
                <a:lnTo>
                  <a:pt x="38137" y="55524"/>
                </a:lnTo>
                <a:lnTo>
                  <a:pt x="37577" y="55243"/>
                </a:lnTo>
                <a:close/>
                <a:moveTo>
                  <a:pt x="123105" y="55243"/>
                </a:moveTo>
                <a:lnTo>
                  <a:pt x="122264" y="55804"/>
                </a:lnTo>
                <a:lnTo>
                  <a:pt x="122825" y="55243"/>
                </a:lnTo>
                <a:close/>
                <a:moveTo>
                  <a:pt x="112169" y="55804"/>
                </a:moveTo>
                <a:lnTo>
                  <a:pt x="111608" y="56365"/>
                </a:lnTo>
                <a:lnTo>
                  <a:pt x="111328" y="56645"/>
                </a:lnTo>
                <a:lnTo>
                  <a:pt x="111047" y="56645"/>
                </a:lnTo>
                <a:lnTo>
                  <a:pt x="111608" y="56084"/>
                </a:lnTo>
                <a:lnTo>
                  <a:pt x="111608" y="55804"/>
                </a:lnTo>
                <a:close/>
                <a:moveTo>
                  <a:pt x="114693" y="56365"/>
                </a:moveTo>
                <a:lnTo>
                  <a:pt x="114412" y="56926"/>
                </a:lnTo>
                <a:lnTo>
                  <a:pt x="113851" y="56926"/>
                </a:lnTo>
                <a:lnTo>
                  <a:pt x="113851" y="56645"/>
                </a:lnTo>
                <a:lnTo>
                  <a:pt x="114132" y="56365"/>
                </a:lnTo>
                <a:close/>
                <a:moveTo>
                  <a:pt x="124507" y="56084"/>
                </a:moveTo>
                <a:lnTo>
                  <a:pt x="124227" y="56645"/>
                </a:lnTo>
                <a:lnTo>
                  <a:pt x="123947" y="56926"/>
                </a:lnTo>
                <a:lnTo>
                  <a:pt x="123666" y="56926"/>
                </a:lnTo>
                <a:lnTo>
                  <a:pt x="123105" y="56365"/>
                </a:lnTo>
                <a:lnTo>
                  <a:pt x="124507" y="56084"/>
                </a:lnTo>
                <a:close/>
                <a:moveTo>
                  <a:pt x="38137" y="56365"/>
                </a:moveTo>
                <a:lnTo>
                  <a:pt x="38979" y="56926"/>
                </a:lnTo>
                <a:lnTo>
                  <a:pt x="38979" y="57206"/>
                </a:lnTo>
                <a:lnTo>
                  <a:pt x="38698" y="57206"/>
                </a:lnTo>
                <a:lnTo>
                  <a:pt x="38698" y="56926"/>
                </a:lnTo>
                <a:lnTo>
                  <a:pt x="38137" y="56645"/>
                </a:lnTo>
                <a:lnTo>
                  <a:pt x="37857" y="56365"/>
                </a:lnTo>
                <a:close/>
                <a:moveTo>
                  <a:pt x="120581" y="55524"/>
                </a:moveTo>
                <a:lnTo>
                  <a:pt x="120301" y="56645"/>
                </a:lnTo>
                <a:lnTo>
                  <a:pt x="119740" y="57206"/>
                </a:lnTo>
                <a:lnTo>
                  <a:pt x="119179" y="57206"/>
                </a:lnTo>
                <a:lnTo>
                  <a:pt x="118058" y="56926"/>
                </a:lnTo>
                <a:lnTo>
                  <a:pt x="120581" y="55524"/>
                </a:lnTo>
                <a:close/>
                <a:moveTo>
                  <a:pt x="33931" y="56926"/>
                </a:moveTo>
                <a:lnTo>
                  <a:pt x="34211" y="57486"/>
                </a:lnTo>
                <a:lnTo>
                  <a:pt x="33931" y="57486"/>
                </a:lnTo>
                <a:lnTo>
                  <a:pt x="33651" y="57206"/>
                </a:lnTo>
                <a:lnTo>
                  <a:pt x="33651" y="56926"/>
                </a:lnTo>
                <a:close/>
                <a:moveTo>
                  <a:pt x="37016" y="56926"/>
                </a:moveTo>
                <a:lnTo>
                  <a:pt x="37296" y="57206"/>
                </a:lnTo>
                <a:lnTo>
                  <a:pt x="37577" y="57486"/>
                </a:lnTo>
                <a:lnTo>
                  <a:pt x="37296" y="57486"/>
                </a:lnTo>
                <a:lnTo>
                  <a:pt x="36455" y="56926"/>
                </a:lnTo>
                <a:close/>
                <a:moveTo>
                  <a:pt x="35894" y="58047"/>
                </a:moveTo>
                <a:lnTo>
                  <a:pt x="36174" y="58328"/>
                </a:lnTo>
                <a:lnTo>
                  <a:pt x="35614" y="58328"/>
                </a:lnTo>
                <a:lnTo>
                  <a:pt x="35894" y="58047"/>
                </a:lnTo>
                <a:close/>
                <a:moveTo>
                  <a:pt x="38418" y="58328"/>
                </a:moveTo>
                <a:lnTo>
                  <a:pt x="38698" y="58608"/>
                </a:lnTo>
                <a:lnTo>
                  <a:pt x="38698" y="58889"/>
                </a:lnTo>
                <a:lnTo>
                  <a:pt x="38418" y="58608"/>
                </a:lnTo>
                <a:lnTo>
                  <a:pt x="38137" y="58328"/>
                </a:lnTo>
                <a:close/>
                <a:moveTo>
                  <a:pt x="120862" y="57486"/>
                </a:moveTo>
                <a:lnTo>
                  <a:pt x="120581" y="58047"/>
                </a:lnTo>
                <a:lnTo>
                  <a:pt x="119740" y="58328"/>
                </a:lnTo>
                <a:lnTo>
                  <a:pt x="118338" y="59169"/>
                </a:lnTo>
                <a:lnTo>
                  <a:pt x="118338" y="59169"/>
                </a:lnTo>
                <a:lnTo>
                  <a:pt x="118619" y="58328"/>
                </a:lnTo>
                <a:lnTo>
                  <a:pt x="119460" y="57767"/>
                </a:lnTo>
                <a:lnTo>
                  <a:pt x="120021" y="57486"/>
                </a:lnTo>
                <a:close/>
                <a:moveTo>
                  <a:pt x="24677" y="58889"/>
                </a:moveTo>
                <a:lnTo>
                  <a:pt x="24958" y="59169"/>
                </a:lnTo>
                <a:lnTo>
                  <a:pt x="24677" y="59449"/>
                </a:lnTo>
                <a:lnTo>
                  <a:pt x="24397" y="59169"/>
                </a:lnTo>
                <a:lnTo>
                  <a:pt x="24677" y="58889"/>
                </a:lnTo>
                <a:close/>
                <a:moveTo>
                  <a:pt x="30286" y="59730"/>
                </a:moveTo>
                <a:lnTo>
                  <a:pt x="30846" y="60010"/>
                </a:lnTo>
                <a:lnTo>
                  <a:pt x="30846" y="60291"/>
                </a:lnTo>
                <a:lnTo>
                  <a:pt x="30566" y="60010"/>
                </a:lnTo>
                <a:lnTo>
                  <a:pt x="30286" y="59730"/>
                </a:lnTo>
                <a:close/>
                <a:moveTo>
                  <a:pt x="36455" y="60291"/>
                </a:moveTo>
                <a:lnTo>
                  <a:pt x="36455" y="60571"/>
                </a:lnTo>
                <a:lnTo>
                  <a:pt x="35894" y="60571"/>
                </a:lnTo>
                <a:lnTo>
                  <a:pt x="36174" y="60291"/>
                </a:lnTo>
                <a:close/>
                <a:moveTo>
                  <a:pt x="116993" y="60514"/>
                </a:moveTo>
                <a:lnTo>
                  <a:pt x="116936" y="60535"/>
                </a:lnTo>
                <a:lnTo>
                  <a:pt x="116936" y="60535"/>
                </a:lnTo>
                <a:lnTo>
                  <a:pt x="116936" y="60571"/>
                </a:lnTo>
                <a:lnTo>
                  <a:pt x="116993" y="60514"/>
                </a:lnTo>
                <a:close/>
                <a:moveTo>
                  <a:pt x="34211" y="60571"/>
                </a:moveTo>
                <a:lnTo>
                  <a:pt x="34211" y="60852"/>
                </a:lnTo>
                <a:lnTo>
                  <a:pt x="33931" y="60852"/>
                </a:lnTo>
                <a:lnTo>
                  <a:pt x="33931" y="60571"/>
                </a:lnTo>
                <a:close/>
                <a:moveTo>
                  <a:pt x="105439" y="59730"/>
                </a:moveTo>
                <a:lnTo>
                  <a:pt x="104317" y="60852"/>
                </a:lnTo>
                <a:lnTo>
                  <a:pt x="104317" y="60291"/>
                </a:lnTo>
                <a:lnTo>
                  <a:pt x="104317" y="59730"/>
                </a:lnTo>
                <a:close/>
                <a:moveTo>
                  <a:pt x="21312" y="60291"/>
                </a:moveTo>
                <a:lnTo>
                  <a:pt x="21873" y="60571"/>
                </a:lnTo>
                <a:lnTo>
                  <a:pt x="22153" y="60852"/>
                </a:lnTo>
                <a:lnTo>
                  <a:pt x="21873" y="61132"/>
                </a:lnTo>
                <a:lnTo>
                  <a:pt x="21312" y="60291"/>
                </a:lnTo>
                <a:close/>
                <a:moveTo>
                  <a:pt x="103476" y="60291"/>
                </a:moveTo>
                <a:lnTo>
                  <a:pt x="103476" y="60852"/>
                </a:lnTo>
                <a:lnTo>
                  <a:pt x="103195" y="61132"/>
                </a:lnTo>
                <a:lnTo>
                  <a:pt x="102915" y="61132"/>
                </a:lnTo>
                <a:lnTo>
                  <a:pt x="102915" y="60571"/>
                </a:lnTo>
                <a:lnTo>
                  <a:pt x="103195" y="60291"/>
                </a:lnTo>
                <a:close/>
                <a:moveTo>
                  <a:pt x="37577" y="61693"/>
                </a:moveTo>
                <a:lnTo>
                  <a:pt x="38137" y="62254"/>
                </a:lnTo>
                <a:lnTo>
                  <a:pt x="37577" y="61973"/>
                </a:lnTo>
                <a:lnTo>
                  <a:pt x="37296" y="61693"/>
                </a:lnTo>
                <a:close/>
                <a:moveTo>
                  <a:pt x="29164" y="61693"/>
                </a:moveTo>
                <a:lnTo>
                  <a:pt x="30005" y="62814"/>
                </a:lnTo>
                <a:lnTo>
                  <a:pt x="30005" y="62814"/>
                </a:lnTo>
                <a:lnTo>
                  <a:pt x="29164" y="62254"/>
                </a:lnTo>
                <a:lnTo>
                  <a:pt x="28883" y="61973"/>
                </a:lnTo>
                <a:lnTo>
                  <a:pt x="29164" y="61693"/>
                </a:lnTo>
                <a:close/>
                <a:moveTo>
                  <a:pt x="74873" y="63936"/>
                </a:moveTo>
                <a:lnTo>
                  <a:pt x="73751" y="65058"/>
                </a:lnTo>
                <a:lnTo>
                  <a:pt x="74592" y="64777"/>
                </a:lnTo>
                <a:lnTo>
                  <a:pt x="74873" y="64497"/>
                </a:lnTo>
                <a:lnTo>
                  <a:pt x="74873" y="63936"/>
                </a:lnTo>
                <a:close/>
                <a:moveTo>
                  <a:pt x="27762" y="65619"/>
                </a:moveTo>
                <a:lnTo>
                  <a:pt x="27762" y="65899"/>
                </a:lnTo>
                <a:lnTo>
                  <a:pt x="27481" y="65899"/>
                </a:lnTo>
                <a:lnTo>
                  <a:pt x="27481" y="65619"/>
                </a:lnTo>
                <a:close/>
                <a:moveTo>
                  <a:pt x="27201" y="64497"/>
                </a:moveTo>
                <a:lnTo>
                  <a:pt x="28883" y="65058"/>
                </a:lnTo>
                <a:lnTo>
                  <a:pt x="28883" y="65899"/>
                </a:lnTo>
                <a:lnTo>
                  <a:pt x="28603" y="65899"/>
                </a:lnTo>
                <a:lnTo>
                  <a:pt x="28323" y="65619"/>
                </a:lnTo>
                <a:lnTo>
                  <a:pt x="27201" y="64497"/>
                </a:lnTo>
                <a:close/>
                <a:moveTo>
                  <a:pt x="19069" y="65619"/>
                </a:moveTo>
                <a:lnTo>
                  <a:pt x="19630" y="66180"/>
                </a:lnTo>
                <a:lnTo>
                  <a:pt x="18788" y="66180"/>
                </a:lnTo>
                <a:lnTo>
                  <a:pt x="18788" y="65899"/>
                </a:lnTo>
                <a:lnTo>
                  <a:pt x="19069" y="65619"/>
                </a:lnTo>
                <a:close/>
                <a:moveTo>
                  <a:pt x="18227" y="65899"/>
                </a:moveTo>
                <a:lnTo>
                  <a:pt x="18227" y="66460"/>
                </a:lnTo>
                <a:lnTo>
                  <a:pt x="17667" y="65899"/>
                </a:lnTo>
                <a:close/>
                <a:moveTo>
                  <a:pt x="33931" y="67301"/>
                </a:moveTo>
                <a:lnTo>
                  <a:pt x="33931" y="67582"/>
                </a:lnTo>
                <a:lnTo>
                  <a:pt x="33651" y="67862"/>
                </a:lnTo>
                <a:lnTo>
                  <a:pt x="33090" y="67301"/>
                </a:lnTo>
                <a:close/>
                <a:moveTo>
                  <a:pt x="32249" y="67301"/>
                </a:moveTo>
                <a:lnTo>
                  <a:pt x="32809" y="67862"/>
                </a:lnTo>
                <a:lnTo>
                  <a:pt x="32950" y="68002"/>
                </a:lnTo>
                <a:lnTo>
                  <a:pt x="32950" y="68002"/>
                </a:lnTo>
                <a:lnTo>
                  <a:pt x="32529" y="67862"/>
                </a:lnTo>
                <a:lnTo>
                  <a:pt x="32249" y="67582"/>
                </a:lnTo>
                <a:lnTo>
                  <a:pt x="32249" y="67301"/>
                </a:lnTo>
                <a:close/>
                <a:moveTo>
                  <a:pt x="30005" y="67582"/>
                </a:moveTo>
                <a:lnTo>
                  <a:pt x="30286" y="68143"/>
                </a:lnTo>
                <a:lnTo>
                  <a:pt x="30005" y="67862"/>
                </a:lnTo>
                <a:lnTo>
                  <a:pt x="29725" y="67582"/>
                </a:lnTo>
                <a:close/>
                <a:moveTo>
                  <a:pt x="31127" y="68143"/>
                </a:moveTo>
                <a:lnTo>
                  <a:pt x="31968" y="68703"/>
                </a:lnTo>
                <a:lnTo>
                  <a:pt x="31968" y="68703"/>
                </a:lnTo>
                <a:lnTo>
                  <a:pt x="31407" y="68423"/>
                </a:lnTo>
                <a:lnTo>
                  <a:pt x="31127" y="68423"/>
                </a:lnTo>
                <a:lnTo>
                  <a:pt x="31127" y="68143"/>
                </a:lnTo>
                <a:close/>
                <a:moveTo>
                  <a:pt x="26079" y="67582"/>
                </a:moveTo>
                <a:lnTo>
                  <a:pt x="27201" y="67862"/>
                </a:lnTo>
                <a:lnTo>
                  <a:pt x="26921" y="67862"/>
                </a:lnTo>
                <a:lnTo>
                  <a:pt x="27201" y="68143"/>
                </a:lnTo>
                <a:lnTo>
                  <a:pt x="27481" y="68423"/>
                </a:lnTo>
                <a:lnTo>
                  <a:pt x="27481" y="68703"/>
                </a:lnTo>
                <a:lnTo>
                  <a:pt x="26360" y="67862"/>
                </a:lnTo>
                <a:lnTo>
                  <a:pt x="26079" y="67582"/>
                </a:lnTo>
                <a:close/>
                <a:moveTo>
                  <a:pt x="19069" y="68703"/>
                </a:moveTo>
                <a:lnTo>
                  <a:pt x="19349" y="68984"/>
                </a:lnTo>
                <a:lnTo>
                  <a:pt x="19069" y="68984"/>
                </a:lnTo>
                <a:lnTo>
                  <a:pt x="19069" y="68703"/>
                </a:lnTo>
                <a:close/>
                <a:moveTo>
                  <a:pt x="30846" y="70105"/>
                </a:moveTo>
                <a:lnTo>
                  <a:pt x="31127" y="70386"/>
                </a:lnTo>
                <a:lnTo>
                  <a:pt x="30846" y="70105"/>
                </a:lnTo>
                <a:close/>
                <a:moveTo>
                  <a:pt x="14862" y="70947"/>
                </a:moveTo>
                <a:lnTo>
                  <a:pt x="15143" y="71508"/>
                </a:lnTo>
                <a:lnTo>
                  <a:pt x="14302" y="70947"/>
                </a:lnTo>
                <a:close/>
                <a:moveTo>
                  <a:pt x="28883" y="70666"/>
                </a:moveTo>
                <a:lnTo>
                  <a:pt x="29444" y="70947"/>
                </a:lnTo>
                <a:lnTo>
                  <a:pt x="29444" y="71227"/>
                </a:lnTo>
                <a:lnTo>
                  <a:pt x="29444" y="71508"/>
                </a:lnTo>
                <a:lnTo>
                  <a:pt x="29164" y="71508"/>
                </a:lnTo>
                <a:lnTo>
                  <a:pt x="29444" y="71227"/>
                </a:lnTo>
                <a:lnTo>
                  <a:pt x="28883" y="70947"/>
                </a:lnTo>
                <a:lnTo>
                  <a:pt x="28603" y="70666"/>
                </a:lnTo>
                <a:close/>
                <a:moveTo>
                  <a:pt x="30005" y="72349"/>
                </a:moveTo>
                <a:lnTo>
                  <a:pt x="31127" y="72910"/>
                </a:lnTo>
                <a:lnTo>
                  <a:pt x="30846" y="72910"/>
                </a:lnTo>
                <a:lnTo>
                  <a:pt x="30005" y="72349"/>
                </a:lnTo>
                <a:close/>
                <a:moveTo>
                  <a:pt x="26921" y="73751"/>
                </a:moveTo>
                <a:lnTo>
                  <a:pt x="27201" y="74312"/>
                </a:lnTo>
                <a:lnTo>
                  <a:pt x="27762" y="74873"/>
                </a:lnTo>
                <a:lnTo>
                  <a:pt x="27762" y="74873"/>
                </a:lnTo>
                <a:lnTo>
                  <a:pt x="26079" y="74031"/>
                </a:lnTo>
                <a:lnTo>
                  <a:pt x="25799" y="73751"/>
                </a:lnTo>
                <a:close/>
                <a:moveTo>
                  <a:pt x="20190" y="74873"/>
                </a:moveTo>
                <a:lnTo>
                  <a:pt x="20751" y="75153"/>
                </a:lnTo>
                <a:lnTo>
                  <a:pt x="20751" y="75433"/>
                </a:lnTo>
                <a:lnTo>
                  <a:pt x="20471" y="75433"/>
                </a:lnTo>
                <a:lnTo>
                  <a:pt x="20190" y="74873"/>
                </a:lnTo>
                <a:close/>
                <a:moveTo>
                  <a:pt x="25238" y="74592"/>
                </a:moveTo>
                <a:lnTo>
                  <a:pt x="25518" y="75153"/>
                </a:lnTo>
                <a:lnTo>
                  <a:pt x="25518" y="75433"/>
                </a:lnTo>
                <a:lnTo>
                  <a:pt x="24397" y="75433"/>
                </a:lnTo>
                <a:lnTo>
                  <a:pt x="25238" y="74592"/>
                </a:lnTo>
                <a:close/>
                <a:moveTo>
                  <a:pt x="26640" y="75433"/>
                </a:moveTo>
                <a:lnTo>
                  <a:pt x="26640" y="75714"/>
                </a:lnTo>
                <a:lnTo>
                  <a:pt x="26079" y="75433"/>
                </a:lnTo>
                <a:close/>
                <a:moveTo>
                  <a:pt x="21592" y="75714"/>
                </a:moveTo>
                <a:lnTo>
                  <a:pt x="21592" y="75994"/>
                </a:lnTo>
                <a:lnTo>
                  <a:pt x="21312" y="75994"/>
                </a:lnTo>
                <a:lnTo>
                  <a:pt x="21312" y="75714"/>
                </a:lnTo>
                <a:close/>
                <a:moveTo>
                  <a:pt x="27762" y="76275"/>
                </a:moveTo>
                <a:lnTo>
                  <a:pt x="27762" y="76555"/>
                </a:lnTo>
                <a:lnTo>
                  <a:pt x="27481" y="76555"/>
                </a:lnTo>
                <a:lnTo>
                  <a:pt x="27481" y="76275"/>
                </a:lnTo>
                <a:close/>
                <a:moveTo>
                  <a:pt x="14582" y="76275"/>
                </a:moveTo>
                <a:lnTo>
                  <a:pt x="14862" y="76555"/>
                </a:lnTo>
                <a:lnTo>
                  <a:pt x="14862" y="76836"/>
                </a:lnTo>
                <a:lnTo>
                  <a:pt x="14582" y="76836"/>
                </a:lnTo>
                <a:lnTo>
                  <a:pt x="14302" y="76555"/>
                </a:lnTo>
                <a:lnTo>
                  <a:pt x="14582" y="76275"/>
                </a:lnTo>
                <a:close/>
                <a:moveTo>
                  <a:pt x="59169" y="75994"/>
                </a:moveTo>
                <a:lnTo>
                  <a:pt x="59169" y="76555"/>
                </a:lnTo>
                <a:lnTo>
                  <a:pt x="58889" y="76836"/>
                </a:lnTo>
                <a:lnTo>
                  <a:pt x="58047" y="76555"/>
                </a:lnTo>
                <a:lnTo>
                  <a:pt x="58328" y="76275"/>
                </a:lnTo>
                <a:lnTo>
                  <a:pt x="58608" y="76275"/>
                </a:lnTo>
                <a:lnTo>
                  <a:pt x="59169" y="75994"/>
                </a:lnTo>
                <a:close/>
                <a:moveTo>
                  <a:pt x="74791" y="76239"/>
                </a:moveTo>
                <a:lnTo>
                  <a:pt x="74438" y="76373"/>
                </a:lnTo>
                <a:lnTo>
                  <a:pt x="74438" y="76373"/>
                </a:lnTo>
                <a:lnTo>
                  <a:pt x="74592" y="76836"/>
                </a:lnTo>
                <a:lnTo>
                  <a:pt x="74791" y="76239"/>
                </a:lnTo>
                <a:close/>
                <a:moveTo>
                  <a:pt x="20190" y="77116"/>
                </a:moveTo>
                <a:lnTo>
                  <a:pt x="20471" y="77396"/>
                </a:lnTo>
                <a:lnTo>
                  <a:pt x="20751" y="77677"/>
                </a:lnTo>
                <a:lnTo>
                  <a:pt x="20471" y="77677"/>
                </a:lnTo>
                <a:lnTo>
                  <a:pt x="20190" y="77396"/>
                </a:lnTo>
                <a:lnTo>
                  <a:pt x="19910" y="77116"/>
                </a:lnTo>
                <a:close/>
                <a:moveTo>
                  <a:pt x="22153" y="77396"/>
                </a:moveTo>
                <a:lnTo>
                  <a:pt x="22434" y="77677"/>
                </a:lnTo>
                <a:lnTo>
                  <a:pt x="21873" y="77677"/>
                </a:lnTo>
                <a:lnTo>
                  <a:pt x="22153" y="77396"/>
                </a:lnTo>
                <a:close/>
                <a:moveTo>
                  <a:pt x="26921" y="77396"/>
                </a:moveTo>
                <a:lnTo>
                  <a:pt x="27201" y="77957"/>
                </a:lnTo>
                <a:lnTo>
                  <a:pt x="26640" y="77677"/>
                </a:lnTo>
                <a:lnTo>
                  <a:pt x="26360" y="77396"/>
                </a:lnTo>
                <a:close/>
                <a:moveTo>
                  <a:pt x="24116" y="76836"/>
                </a:moveTo>
                <a:lnTo>
                  <a:pt x="25799" y="78238"/>
                </a:lnTo>
                <a:lnTo>
                  <a:pt x="26360" y="78238"/>
                </a:lnTo>
                <a:lnTo>
                  <a:pt x="26360" y="78799"/>
                </a:lnTo>
                <a:lnTo>
                  <a:pt x="26360" y="79079"/>
                </a:lnTo>
                <a:lnTo>
                  <a:pt x="25799" y="78799"/>
                </a:lnTo>
                <a:lnTo>
                  <a:pt x="25799" y="78518"/>
                </a:lnTo>
                <a:lnTo>
                  <a:pt x="25799" y="78238"/>
                </a:lnTo>
                <a:lnTo>
                  <a:pt x="24397" y="77957"/>
                </a:lnTo>
                <a:lnTo>
                  <a:pt x="24116" y="77677"/>
                </a:lnTo>
                <a:lnTo>
                  <a:pt x="24116" y="76836"/>
                </a:lnTo>
                <a:close/>
                <a:moveTo>
                  <a:pt x="68591" y="78630"/>
                </a:moveTo>
                <a:lnTo>
                  <a:pt x="67638" y="79023"/>
                </a:lnTo>
                <a:lnTo>
                  <a:pt x="67638" y="79023"/>
                </a:lnTo>
                <a:lnTo>
                  <a:pt x="67582" y="79079"/>
                </a:lnTo>
                <a:lnTo>
                  <a:pt x="67582" y="79640"/>
                </a:lnTo>
                <a:lnTo>
                  <a:pt x="68591" y="78630"/>
                </a:lnTo>
                <a:close/>
                <a:moveTo>
                  <a:pt x="20471" y="79640"/>
                </a:moveTo>
                <a:lnTo>
                  <a:pt x="20471" y="80201"/>
                </a:lnTo>
                <a:lnTo>
                  <a:pt x="19630" y="79640"/>
                </a:lnTo>
                <a:close/>
                <a:moveTo>
                  <a:pt x="19630" y="79920"/>
                </a:moveTo>
                <a:lnTo>
                  <a:pt x="20471" y="80481"/>
                </a:lnTo>
                <a:lnTo>
                  <a:pt x="19910" y="80201"/>
                </a:lnTo>
                <a:lnTo>
                  <a:pt x="19630" y="80201"/>
                </a:lnTo>
                <a:lnTo>
                  <a:pt x="19630" y="79920"/>
                </a:lnTo>
                <a:close/>
                <a:moveTo>
                  <a:pt x="7852" y="82444"/>
                </a:moveTo>
                <a:lnTo>
                  <a:pt x="8413" y="82724"/>
                </a:lnTo>
                <a:lnTo>
                  <a:pt x="8413" y="83005"/>
                </a:lnTo>
                <a:lnTo>
                  <a:pt x="8132" y="83005"/>
                </a:lnTo>
                <a:lnTo>
                  <a:pt x="7852" y="82444"/>
                </a:lnTo>
                <a:close/>
                <a:moveTo>
                  <a:pt x="56084" y="84127"/>
                </a:moveTo>
                <a:lnTo>
                  <a:pt x="55804" y="84407"/>
                </a:lnTo>
                <a:lnTo>
                  <a:pt x="55243" y="84687"/>
                </a:lnTo>
                <a:lnTo>
                  <a:pt x="55524" y="84968"/>
                </a:lnTo>
                <a:lnTo>
                  <a:pt x="55804" y="84687"/>
                </a:lnTo>
                <a:lnTo>
                  <a:pt x="56084" y="84407"/>
                </a:lnTo>
                <a:lnTo>
                  <a:pt x="56084" y="84127"/>
                </a:lnTo>
                <a:close/>
                <a:moveTo>
                  <a:pt x="51037" y="84968"/>
                </a:moveTo>
                <a:lnTo>
                  <a:pt x="51317" y="85248"/>
                </a:lnTo>
                <a:lnTo>
                  <a:pt x="50756" y="85529"/>
                </a:lnTo>
                <a:lnTo>
                  <a:pt x="49915" y="85529"/>
                </a:lnTo>
                <a:lnTo>
                  <a:pt x="50756" y="85248"/>
                </a:lnTo>
                <a:lnTo>
                  <a:pt x="51037" y="84968"/>
                </a:lnTo>
                <a:close/>
                <a:moveTo>
                  <a:pt x="47672" y="85529"/>
                </a:moveTo>
                <a:lnTo>
                  <a:pt x="47111" y="86090"/>
                </a:lnTo>
                <a:lnTo>
                  <a:pt x="46550" y="86090"/>
                </a:lnTo>
                <a:lnTo>
                  <a:pt x="47672" y="85529"/>
                </a:lnTo>
                <a:close/>
                <a:moveTo>
                  <a:pt x="49354" y="86090"/>
                </a:moveTo>
                <a:lnTo>
                  <a:pt x="49915" y="86650"/>
                </a:lnTo>
                <a:lnTo>
                  <a:pt x="49354" y="86650"/>
                </a:lnTo>
                <a:lnTo>
                  <a:pt x="48793" y="86090"/>
                </a:lnTo>
                <a:close/>
                <a:moveTo>
                  <a:pt x="47952" y="86650"/>
                </a:moveTo>
                <a:lnTo>
                  <a:pt x="48233" y="86931"/>
                </a:lnTo>
                <a:lnTo>
                  <a:pt x="47672" y="87492"/>
                </a:lnTo>
                <a:lnTo>
                  <a:pt x="47111" y="87492"/>
                </a:lnTo>
                <a:lnTo>
                  <a:pt x="47111" y="87211"/>
                </a:lnTo>
                <a:lnTo>
                  <a:pt x="47391" y="86650"/>
                </a:lnTo>
                <a:close/>
                <a:moveTo>
                  <a:pt x="9815" y="89735"/>
                </a:moveTo>
                <a:lnTo>
                  <a:pt x="10656" y="90296"/>
                </a:lnTo>
                <a:lnTo>
                  <a:pt x="9815" y="90015"/>
                </a:lnTo>
                <a:lnTo>
                  <a:pt x="9534" y="89735"/>
                </a:lnTo>
                <a:close/>
                <a:moveTo>
                  <a:pt x="18788" y="89735"/>
                </a:moveTo>
                <a:lnTo>
                  <a:pt x="19349" y="90296"/>
                </a:lnTo>
                <a:lnTo>
                  <a:pt x="18227" y="89735"/>
                </a:lnTo>
                <a:close/>
                <a:moveTo>
                  <a:pt x="40381" y="90015"/>
                </a:moveTo>
                <a:lnTo>
                  <a:pt x="40381" y="90296"/>
                </a:lnTo>
                <a:lnTo>
                  <a:pt x="40100" y="90576"/>
                </a:lnTo>
                <a:lnTo>
                  <a:pt x="39540" y="90576"/>
                </a:lnTo>
                <a:lnTo>
                  <a:pt x="40381" y="90015"/>
                </a:lnTo>
                <a:close/>
                <a:moveTo>
                  <a:pt x="17667" y="91137"/>
                </a:moveTo>
                <a:lnTo>
                  <a:pt x="17667" y="91698"/>
                </a:lnTo>
                <a:lnTo>
                  <a:pt x="17106" y="91418"/>
                </a:lnTo>
                <a:lnTo>
                  <a:pt x="17667" y="91137"/>
                </a:lnTo>
                <a:close/>
                <a:moveTo>
                  <a:pt x="33931" y="91137"/>
                </a:moveTo>
                <a:lnTo>
                  <a:pt x="33651" y="91418"/>
                </a:lnTo>
                <a:lnTo>
                  <a:pt x="33370" y="91698"/>
                </a:lnTo>
                <a:lnTo>
                  <a:pt x="33090" y="91698"/>
                </a:lnTo>
                <a:lnTo>
                  <a:pt x="33370" y="91137"/>
                </a:lnTo>
                <a:close/>
                <a:moveTo>
                  <a:pt x="33370" y="92820"/>
                </a:moveTo>
                <a:lnTo>
                  <a:pt x="33090" y="93100"/>
                </a:lnTo>
                <a:lnTo>
                  <a:pt x="32809" y="93380"/>
                </a:lnTo>
                <a:lnTo>
                  <a:pt x="31968" y="93380"/>
                </a:lnTo>
                <a:lnTo>
                  <a:pt x="33370" y="92820"/>
                </a:lnTo>
                <a:close/>
                <a:moveTo>
                  <a:pt x="14862" y="94222"/>
                </a:moveTo>
                <a:lnTo>
                  <a:pt x="14862" y="94502"/>
                </a:lnTo>
                <a:lnTo>
                  <a:pt x="14582" y="94502"/>
                </a:lnTo>
                <a:lnTo>
                  <a:pt x="14862" y="94222"/>
                </a:lnTo>
                <a:close/>
                <a:moveTo>
                  <a:pt x="32809" y="93941"/>
                </a:moveTo>
                <a:lnTo>
                  <a:pt x="30846" y="94502"/>
                </a:lnTo>
                <a:lnTo>
                  <a:pt x="31968" y="93941"/>
                </a:lnTo>
                <a:close/>
                <a:moveTo>
                  <a:pt x="34772" y="93941"/>
                </a:moveTo>
                <a:lnTo>
                  <a:pt x="35333" y="94502"/>
                </a:lnTo>
                <a:lnTo>
                  <a:pt x="33651" y="94783"/>
                </a:lnTo>
                <a:lnTo>
                  <a:pt x="32809" y="95063"/>
                </a:lnTo>
                <a:lnTo>
                  <a:pt x="32809" y="95063"/>
                </a:lnTo>
                <a:lnTo>
                  <a:pt x="33370" y="94502"/>
                </a:lnTo>
                <a:lnTo>
                  <a:pt x="33931" y="94222"/>
                </a:lnTo>
                <a:lnTo>
                  <a:pt x="34772" y="93941"/>
                </a:lnTo>
                <a:close/>
                <a:moveTo>
                  <a:pt x="56645" y="94222"/>
                </a:moveTo>
                <a:lnTo>
                  <a:pt x="57206" y="94783"/>
                </a:lnTo>
                <a:lnTo>
                  <a:pt x="56365" y="95063"/>
                </a:lnTo>
                <a:lnTo>
                  <a:pt x="56645" y="94222"/>
                </a:lnTo>
                <a:close/>
                <a:moveTo>
                  <a:pt x="32249" y="94502"/>
                </a:moveTo>
                <a:lnTo>
                  <a:pt x="32249" y="95063"/>
                </a:lnTo>
                <a:lnTo>
                  <a:pt x="31968" y="95343"/>
                </a:lnTo>
                <a:lnTo>
                  <a:pt x="31968" y="95063"/>
                </a:lnTo>
                <a:lnTo>
                  <a:pt x="32249" y="94502"/>
                </a:lnTo>
                <a:close/>
                <a:moveTo>
                  <a:pt x="49074" y="94222"/>
                </a:moveTo>
                <a:lnTo>
                  <a:pt x="49354" y="94502"/>
                </a:lnTo>
                <a:lnTo>
                  <a:pt x="49635" y="94783"/>
                </a:lnTo>
                <a:lnTo>
                  <a:pt x="49354" y="95343"/>
                </a:lnTo>
                <a:lnTo>
                  <a:pt x="49074" y="94222"/>
                </a:lnTo>
                <a:close/>
                <a:moveTo>
                  <a:pt x="12058" y="95343"/>
                </a:moveTo>
                <a:lnTo>
                  <a:pt x="12058" y="95624"/>
                </a:lnTo>
                <a:lnTo>
                  <a:pt x="11778" y="95343"/>
                </a:lnTo>
                <a:close/>
                <a:moveTo>
                  <a:pt x="64777" y="94502"/>
                </a:moveTo>
                <a:lnTo>
                  <a:pt x="64777" y="95343"/>
                </a:lnTo>
                <a:lnTo>
                  <a:pt x="64497" y="95624"/>
                </a:lnTo>
                <a:lnTo>
                  <a:pt x="64777" y="94502"/>
                </a:lnTo>
                <a:close/>
                <a:moveTo>
                  <a:pt x="33370" y="95063"/>
                </a:moveTo>
                <a:lnTo>
                  <a:pt x="33370" y="95904"/>
                </a:lnTo>
                <a:lnTo>
                  <a:pt x="33090" y="95904"/>
                </a:lnTo>
                <a:lnTo>
                  <a:pt x="33370" y="95063"/>
                </a:lnTo>
                <a:close/>
                <a:moveTo>
                  <a:pt x="30005" y="95904"/>
                </a:moveTo>
                <a:lnTo>
                  <a:pt x="29725" y="96185"/>
                </a:lnTo>
                <a:lnTo>
                  <a:pt x="29725" y="95904"/>
                </a:lnTo>
                <a:close/>
                <a:moveTo>
                  <a:pt x="57767" y="95343"/>
                </a:moveTo>
                <a:lnTo>
                  <a:pt x="57487" y="96185"/>
                </a:lnTo>
                <a:lnTo>
                  <a:pt x="57206" y="95624"/>
                </a:lnTo>
                <a:lnTo>
                  <a:pt x="57487" y="95343"/>
                </a:lnTo>
                <a:close/>
                <a:moveTo>
                  <a:pt x="68423" y="96746"/>
                </a:moveTo>
                <a:lnTo>
                  <a:pt x="68143" y="97026"/>
                </a:lnTo>
                <a:lnTo>
                  <a:pt x="67862" y="97026"/>
                </a:lnTo>
                <a:lnTo>
                  <a:pt x="68143" y="96746"/>
                </a:lnTo>
                <a:close/>
                <a:moveTo>
                  <a:pt x="54682" y="97306"/>
                </a:moveTo>
                <a:lnTo>
                  <a:pt x="54682" y="97587"/>
                </a:lnTo>
                <a:lnTo>
                  <a:pt x="54682" y="97867"/>
                </a:lnTo>
                <a:lnTo>
                  <a:pt x="54402" y="97306"/>
                </a:lnTo>
                <a:close/>
                <a:moveTo>
                  <a:pt x="43746" y="97587"/>
                </a:moveTo>
                <a:lnTo>
                  <a:pt x="44026" y="97867"/>
                </a:lnTo>
                <a:lnTo>
                  <a:pt x="44026" y="98148"/>
                </a:lnTo>
                <a:lnTo>
                  <a:pt x="43746" y="98148"/>
                </a:lnTo>
                <a:lnTo>
                  <a:pt x="43746" y="97867"/>
                </a:lnTo>
                <a:lnTo>
                  <a:pt x="43746" y="97587"/>
                </a:lnTo>
                <a:close/>
                <a:moveTo>
                  <a:pt x="90857" y="99269"/>
                </a:moveTo>
                <a:lnTo>
                  <a:pt x="91137" y="99550"/>
                </a:lnTo>
                <a:lnTo>
                  <a:pt x="90857" y="99550"/>
                </a:lnTo>
                <a:lnTo>
                  <a:pt x="90857" y="99269"/>
                </a:lnTo>
                <a:close/>
                <a:moveTo>
                  <a:pt x="90857" y="100111"/>
                </a:moveTo>
                <a:lnTo>
                  <a:pt x="91137" y="100671"/>
                </a:lnTo>
                <a:lnTo>
                  <a:pt x="90576" y="100671"/>
                </a:lnTo>
                <a:lnTo>
                  <a:pt x="90857" y="100111"/>
                </a:lnTo>
                <a:close/>
                <a:moveTo>
                  <a:pt x="49354" y="101513"/>
                </a:moveTo>
                <a:lnTo>
                  <a:pt x="49354" y="101793"/>
                </a:lnTo>
                <a:lnTo>
                  <a:pt x="49354" y="102074"/>
                </a:lnTo>
                <a:lnTo>
                  <a:pt x="49074" y="102354"/>
                </a:lnTo>
                <a:lnTo>
                  <a:pt x="49074" y="102354"/>
                </a:lnTo>
                <a:lnTo>
                  <a:pt x="49354" y="101513"/>
                </a:lnTo>
                <a:close/>
                <a:moveTo>
                  <a:pt x="70666" y="101793"/>
                </a:moveTo>
                <a:lnTo>
                  <a:pt x="70666" y="102354"/>
                </a:lnTo>
                <a:lnTo>
                  <a:pt x="70386" y="102074"/>
                </a:lnTo>
                <a:lnTo>
                  <a:pt x="70666" y="101793"/>
                </a:lnTo>
                <a:close/>
                <a:moveTo>
                  <a:pt x="79920" y="101793"/>
                </a:moveTo>
                <a:lnTo>
                  <a:pt x="79920" y="102074"/>
                </a:lnTo>
                <a:lnTo>
                  <a:pt x="79359" y="102354"/>
                </a:lnTo>
                <a:lnTo>
                  <a:pt x="79640" y="102074"/>
                </a:lnTo>
                <a:lnTo>
                  <a:pt x="79920" y="101793"/>
                </a:lnTo>
                <a:close/>
                <a:moveTo>
                  <a:pt x="27201" y="101513"/>
                </a:moveTo>
                <a:lnTo>
                  <a:pt x="27481" y="101793"/>
                </a:lnTo>
                <a:lnTo>
                  <a:pt x="27481" y="102634"/>
                </a:lnTo>
                <a:lnTo>
                  <a:pt x="27201" y="101793"/>
                </a:lnTo>
                <a:lnTo>
                  <a:pt x="27201" y="101513"/>
                </a:lnTo>
                <a:close/>
                <a:moveTo>
                  <a:pt x="71227" y="102074"/>
                </a:moveTo>
                <a:lnTo>
                  <a:pt x="71508" y="102915"/>
                </a:lnTo>
                <a:lnTo>
                  <a:pt x="70947" y="102915"/>
                </a:lnTo>
                <a:lnTo>
                  <a:pt x="70947" y="102634"/>
                </a:lnTo>
                <a:lnTo>
                  <a:pt x="71227" y="102074"/>
                </a:lnTo>
                <a:close/>
                <a:moveTo>
                  <a:pt x="103476" y="102634"/>
                </a:moveTo>
                <a:lnTo>
                  <a:pt x="103476" y="103195"/>
                </a:lnTo>
                <a:lnTo>
                  <a:pt x="103195" y="102915"/>
                </a:lnTo>
                <a:lnTo>
                  <a:pt x="103195" y="102634"/>
                </a:lnTo>
                <a:close/>
                <a:moveTo>
                  <a:pt x="63375" y="102915"/>
                </a:moveTo>
                <a:lnTo>
                  <a:pt x="63375" y="103195"/>
                </a:lnTo>
                <a:lnTo>
                  <a:pt x="63095" y="103476"/>
                </a:lnTo>
                <a:lnTo>
                  <a:pt x="63095" y="103195"/>
                </a:lnTo>
                <a:lnTo>
                  <a:pt x="63375" y="102915"/>
                </a:lnTo>
                <a:close/>
                <a:moveTo>
                  <a:pt x="68423" y="102354"/>
                </a:moveTo>
                <a:lnTo>
                  <a:pt x="67862" y="103476"/>
                </a:lnTo>
                <a:lnTo>
                  <a:pt x="67862" y="102354"/>
                </a:lnTo>
                <a:close/>
                <a:moveTo>
                  <a:pt x="46830" y="103195"/>
                </a:moveTo>
                <a:lnTo>
                  <a:pt x="46830" y="103756"/>
                </a:lnTo>
                <a:lnTo>
                  <a:pt x="46550" y="103756"/>
                </a:lnTo>
                <a:lnTo>
                  <a:pt x="46550" y="103195"/>
                </a:lnTo>
                <a:close/>
                <a:moveTo>
                  <a:pt x="0" y="103756"/>
                </a:moveTo>
                <a:lnTo>
                  <a:pt x="280" y="104037"/>
                </a:lnTo>
                <a:lnTo>
                  <a:pt x="561" y="103756"/>
                </a:lnTo>
                <a:close/>
                <a:moveTo>
                  <a:pt x="64497" y="102074"/>
                </a:moveTo>
                <a:lnTo>
                  <a:pt x="64777" y="103756"/>
                </a:lnTo>
                <a:lnTo>
                  <a:pt x="63936" y="104317"/>
                </a:lnTo>
                <a:lnTo>
                  <a:pt x="63936" y="104037"/>
                </a:lnTo>
                <a:lnTo>
                  <a:pt x="63936" y="103756"/>
                </a:lnTo>
                <a:lnTo>
                  <a:pt x="64497" y="102074"/>
                </a:lnTo>
                <a:close/>
                <a:moveTo>
                  <a:pt x="76275" y="103756"/>
                </a:moveTo>
                <a:lnTo>
                  <a:pt x="76275" y="104037"/>
                </a:lnTo>
                <a:lnTo>
                  <a:pt x="75994" y="104317"/>
                </a:lnTo>
                <a:lnTo>
                  <a:pt x="75994" y="104037"/>
                </a:lnTo>
                <a:lnTo>
                  <a:pt x="75994" y="103756"/>
                </a:lnTo>
                <a:close/>
                <a:moveTo>
                  <a:pt x="60571" y="102915"/>
                </a:moveTo>
                <a:lnTo>
                  <a:pt x="60852" y="103756"/>
                </a:lnTo>
                <a:lnTo>
                  <a:pt x="60852" y="103756"/>
                </a:lnTo>
                <a:lnTo>
                  <a:pt x="60571" y="103476"/>
                </a:lnTo>
                <a:lnTo>
                  <a:pt x="60571" y="104037"/>
                </a:lnTo>
                <a:lnTo>
                  <a:pt x="60571" y="104597"/>
                </a:lnTo>
                <a:lnTo>
                  <a:pt x="60291" y="104597"/>
                </a:lnTo>
                <a:lnTo>
                  <a:pt x="60291" y="102915"/>
                </a:lnTo>
                <a:close/>
                <a:moveTo>
                  <a:pt x="105158" y="104037"/>
                </a:moveTo>
                <a:lnTo>
                  <a:pt x="105719" y="104597"/>
                </a:lnTo>
                <a:lnTo>
                  <a:pt x="105158" y="104878"/>
                </a:lnTo>
                <a:lnTo>
                  <a:pt x="105158" y="104597"/>
                </a:lnTo>
                <a:lnTo>
                  <a:pt x="105158" y="104037"/>
                </a:lnTo>
                <a:close/>
                <a:moveTo>
                  <a:pt x="43746" y="104317"/>
                </a:moveTo>
                <a:lnTo>
                  <a:pt x="43746" y="104878"/>
                </a:lnTo>
                <a:lnTo>
                  <a:pt x="43746" y="105158"/>
                </a:lnTo>
                <a:lnTo>
                  <a:pt x="43465" y="105158"/>
                </a:lnTo>
                <a:lnTo>
                  <a:pt x="43465" y="104597"/>
                </a:lnTo>
                <a:lnTo>
                  <a:pt x="43465" y="104317"/>
                </a:lnTo>
                <a:close/>
                <a:moveTo>
                  <a:pt x="44026" y="104037"/>
                </a:moveTo>
                <a:lnTo>
                  <a:pt x="44307" y="104878"/>
                </a:lnTo>
                <a:lnTo>
                  <a:pt x="44026" y="105158"/>
                </a:lnTo>
                <a:lnTo>
                  <a:pt x="44026" y="104037"/>
                </a:lnTo>
                <a:close/>
                <a:moveTo>
                  <a:pt x="47672" y="104878"/>
                </a:moveTo>
                <a:lnTo>
                  <a:pt x="47672" y="105158"/>
                </a:lnTo>
                <a:lnTo>
                  <a:pt x="47672" y="105439"/>
                </a:lnTo>
                <a:lnTo>
                  <a:pt x="47391" y="105158"/>
                </a:lnTo>
                <a:lnTo>
                  <a:pt x="47672" y="104878"/>
                </a:lnTo>
                <a:close/>
                <a:moveTo>
                  <a:pt x="99550" y="105158"/>
                </a:moveTo>
                <a:lnTo>
                  <a:pt x="99550" y="105439"/>
                </a:lnTo>
                <a:lnTo>
                  <a:pt x="99269" y="105439"/>
                </a:lnTo>
                <a:lnTo>
                  <a:pt x="99269" y="105158"/>
                </a:lnTo>
                <a:close/>
                <a:moveTo>
                  <a:pt x="72629" y="105999"/>
                </a:moveTo>
                <a:lnTo>
                  <a:pt x="72910" y="106280"/>
                </a:lnTo>
                <a:lnTo>
                  <a:pt x="72349" y="106280"/>
                </a:lnTo>
                <a:lnTo>
                  <a:pt x="72349" y="105999"/>
                </a:lnTo>
                <a:close/>
                <a:moveTo>
                  <a:pt x="76555" y="105999"/>
                </a:moveTo>
                <a:lnTo>
                  <a:pt x="76275" y="106560"/>
                </a:lnTo>
                <a:lnTo>
                  <a:pt x="75994" y="105999"/>
                </a:lnTo>
                <a:close/>
                <a:moveTo>
                  <a:pt x="17947" y="106280"/>
                </a:moveTo>
                <a:lnTo>
                  <a:pt x="18227" y="106560"/>
                </a:lnTo>
                <a:lnTo>
                  <a:pt x="17947" y="106841"/>
                </a:lnTo>
                <a:lnTo>
                  <a:pt x="17947" y="106560"/>
                </a:lnTo>
                <a:lnTo>
                  <a:pt x="17947" y="106280"/>
                </a:lnTo>
                <a:close/>
                <a:moveTo>
                  <a:pt x="51598" y="105999"/>
                </a:moveTo>
                <a:lnTo>
                  <a:pt x="52719" y="106280"/>
                </a:lnTo>
                <a:lnTo>
                  <a:pt x="52439" y="106560"/>
                </a:lnTo>
                <a:lnTo>
                  <a:pt x="52158" y="106841"/>
                </a:lnTo>
                <a:lnTo>
                  <a:pt x="51878" y="106560"/>
                </a:lnTo>
                <a:lnTo>
                  <a:pt x="51598" y="105999"/>
                </a:lnTo>
                <a:close/>
                <a:moveTo>
                  <a:pt x="62815" y="105999"/>
                </a:moveTo>
                <a:lnTo>
                  <a:pt x="63095" y="106280"/>
                </a:lnTo>
                <a:lnTo>
                  <a:pt x="62815" y="106841"/>
                </a:lnTo>
                <a:lnTo>
                  <a:pt x="62815" y="106280"/>
                </a:lnTo>
                <a:lnTo>
                  <a:pt x="62815" y="105999"/>
                </a:lnTo>
                <a:close/>
                <a:moveTo>
                  <a:pt x="80481" y="106280"/>
                </a:moveTo>
                <a:lnTo>
                  <a:pt x="80762" y="106560"/>
                </a:lnTo>
                <a:lnTo>
                  <a:pt x="80481" y="106841"/>
                </a:lnTo>
                <a:lnTo>
                  <a:pt x="80481" y="106280"/>
                </a:lnTo>
                <a:close/>
                <a:moveTo>
                  <a:pt x="105719" y="106280"/>
                </a:moveTo>
                <a:lnTo>
                  <a:pt x="106000" y="106841"/>
                </a:lnTo>
                <a:lnTo>
                  <a:pt x="105439" y="106560"/>
                </a:lnTo>
                <a:lnTo>
                  <a:pt x="105439" y="106280"/>
                </a:lnTo>
                <a:close/>
                <a:moveTo>
                  <a:pt x="23275" y="107121"/>
                </a:moveTo>
                <a:lnTo>
                  <a:pt x="23275" y="107402"/>
                </a:lnTo>
                <a:lnTo>
                  <a:pt x="22995" y="107402"/>
                </a:lnTo>
                <a:lnTo>
                  <a:pt x="22995" y="107121"/>
                </a:lnTo>
                <a:close/>
                <a:moveTo>
                  <a:pt x="78238" y="106280"/>
                </a:moveTo>
                <a:lnTo>
                  <a:pt x="78238" y="106560"/>
                </a:lnTo>
                <a:lnTo>
                  <a:pt x="78238" y="107121"/>
                </a:lnTo>
                <a:lnTo>
                  <a:pt x="77957" y="107402"/>
                </a:lnTo>
                <a:lnTo>
                  <a:pt x="77957" y="107121"/>
                </a:lnTo>
                <a:lnTo>
                  <a:pt x="77957" y="106280"/>
                </a:lnTo>
                <a:close/>
                <a:moveTo>
                  <a:pt x="105158" y="106841"/>
                </a:moveTo>
                <a:lnTo>
                  <a:pt x="105439" y="107121"/>
                </a:lnTo>
                <a:lnTo>
                  <a:pt x="105439" y="107402"/>
                </a:lnTo>
                <a:lnTo>
                  <a:pt x="105158" y="107121"/>
                </a:lnTo>
                <a:lnTo>
                  <a:pt x="105158" y="106841"/>
                </a:lnTo>
                <a:close/>
                <a:moveTo>
                  <a:pt x="89174" y="107121"/>
                </a:moveTo>
                <a:lnTo>
                  <a:pt x="89174" y="107682"/>
                </a:lnTo>
                <a:lnTo>
                  <a:pt x="88894" y="107682"/>
                </a:lnTo>
                <a:lnTo>
                  <a:pt x="88894" y="107402"/>
                </a:lnTo>
                <a:lnTo>
                  <a:pt x="88894" y="107121"/>
                </a:lnTo>
                <a:close/>
                <a:moveTo>
                  <a:pt x="5889" y="107402"/>
                </a:moveTo>
                <a:lnTo>
                  <a:pt x="6169" y="107682"/>
                </a:lnTo>
                <a:lnTo>
                  <a:pt x="6169" y="107962"/>
                </a:lnTo>
                <a:lnTo>
                  <a:pt x="5889" y="107962"/>
                </a:lnTo>
                <a:lnTo>
                  <a:pt x="5608" y="107682"/>
                </a:lnTo>
                <a:lnTo>
                  <a:pt x="5328" y="107682"/>
                </a:lnTo>
                <a:lnTo>
                  <a:pt x="5889" y="107402"/>
                </a:lnTo>
                <a:close/>
                <a:moveTo>
                  <a:pt x="50756" y="107402"/>
                </a:moveTo>
                <a:lnTo>
                  <a:pt x="50196" y="107962"/>
                </a:lnTo>
                <a:lnTo>
                  <a:pt x="50476" y="107402"/>
                </a:lnTo>
                <a:close/>
                <a:moveTo>
                  <a:pt x="52439" y="107402"/>
                </a:moveTo>
                <a:lnTo>
                  <a:pt x="52719" y="107682"/>
                </a:lnTo>
                <a:lnTo>
                  <a:pt x="52719" y="107962"/>
                </a:lnTo>
                <a:lnTo>
                  <a:pt x="52439" y="107682"/>
                </a:lnTo>
                <a:lnTo>
                  <a:pt x="52439" y="107402"/>
                </a:lnTo>
                <a:close/>
                <a:moveTo>
                  <a:pt x="58889" y="106841"/>
                </a:moveTo>
                <a:lnTo>
                  <a:pt x="59169" y="107121"/>
                </a:lnTo>
                <a:lnTo>
                  <a:pt x="59169" y="107682"/>
                </a:lnTo>
                <a:lnTo>
                  <a:pt x="58889" y="107962"/>
                </a:lnTo>
                <a:lnTo>
                  <a:pt x="58608" y="107962"/>
                </a:lnTo>
                <a:lnTo>
                  <a:pt x="58889" y="107682"/>
                </a:lnTo>
                <a:lnTo>
                  <a:pt x="58889" y="107121"/>
                </a:lnTo>
                <a:lnTo>
                  <a:pt x="58889" y="106841"/>
                </a:lnTo>
                <a:close/>
                <a:moveTo>
                  <a:pt x="74312" y="107682"/>
                </a:moveTo>
                <a:lnTo>
                  <a:pt x="74592" y="107962"/>
                </a:lnTo>
                <a:lnTo>
                  <a:pt x="74031" y="107962"/>
                </a:lnTo>
                <a:lnTo>
                  <a:pt x="74031" y="107682"/>
                </a:lnTo>
                <a:close/>
                <a:moveTo>
                  <a:pt x="84127" y="107402"/>
                </a:moveTo>
                <a:lnTo>
                  <a:pt x="84687" y="107682"/>
                </a:lnTo>
                <a:lnTo>
                  <a:pt x="84127" y="107962"/>
                </a:lnTo>
                <a:lnTo>
                  <a:pt x="84127" y="107402"/>
                </a:lnTo>
                <a:close/>
                <a:moveTo>
                  <a:pt x="10095" y="107682"/>
                </a:moveTo>
                <a:lnTo>
                  <a:pt x="10376" y="107962"/>
                </a:lnTo>
                <a:lnTo>
                  <a:pt x="10376" y="108243"/>
                </a:lnTo>
                <a:lnTo>
                  <a:pt x="10095" y="108243"/>
                </a:lnTo>
                <a:lnTo>
                  <a:pt x="10095" y="107962"/>
                </a:lnTo>
                <a:lnTo>
                  <a:pt x="10095" y="107682"/>
                </a:lnTo>
                <a:close/>
                <a:moveTo>
                  <a:pt x="63095" y="107682"/>
                </a:moveTo>
                <a:lnTo>
                  <a:pt x="63095" y="108243"/>
                </a:lnTo>
                <a:lnTo>
                  <a:pt x="62815" y="107682"/>
                </a:lnTo>
                <a:close/>
                <a:moveTo>
                  <a:pt x="86650" y="107682"/>
                </a:moveTo>
                <a:lnTo>
                  <a:pt x="86370" y="108243"/>
                </a:lnTo>
                <a:lnTo>
                  <a:pt x="86370" y="107962"/>
                </a:lnTo>
                <a:lnTo>
                  <a:pt x="86650" y="107682"/>
                </a:lnTo>
                <a:close/>
                <a:moveTo>
                  <a:pt x="92539" y="107121"/>
                </a:moveTo>
                <a:lnTo>
                  <a:pt x="93381" y="107682"/>
                </a:lnTo>
                <a:lnTo>
                  <a:pt x="93381" y="108243"/>
                </a:lnTo>
                <a:lnTo>
                  <a:pt x="92820" y="107682"/>
                </a:lnTo>
                <a:lnTo>
                  <a:pt x="92259" y="107682"/>
                </a:lnTo>
                <a:lnTo>
                  <a:pt x="92259" y="107121"/>
                </a:lnTo>
                <a:close/>
                <a:moveTo>
                  <a:pt x="105719" y="107402"/>
                </a:moveTo>
                <a:lnTo>
                  <a:pt x="105719" y="107682"/>
                </a:lnTo>
                <a:lnTo>
                  <a:pt x="105719" y="107962"/>
                </a:lnTo>
                <a:lnTo>
                  <a:pt x="105439" y="107962"/>
                </a:lnTo>
                <a:lnTo>
                  <a:pt x="105439" y="108243"/>
                </a:lnTo>
                <a:lnTo>
                  <a:pt x="104878" y="107962"/>
                </a:lnTo>
                <a:lnTo>
                  <a:pt x="105719" y="107402"/>
                </a:lnTo>
                <a:close/>
                <a:moveTo>
                  <a:pt x="106280" y="107682"/>
                </a:moveTo>
                <a:lnTo>
                  <a:pt x="106560" y="107962"/>
                </a:lnTo>
                <a:lnTo>
                  <a:pt x="106000" y="108243"/>
                </a:lnTo>
                <a:lnTo>
                  <a:pt x="106280" y="107682"/>
                </a:lnTo>
                <a:close/>
                <a:moveTo>
                  <a:pt x="17947" y="108243"/>
                </a:moveTo>
                <a:lnTo>
                  <a:pt x="17947" y="108523"/>
                </a:lnTo>
                <a:lnTo>
                  <a:pt x="17667" y="108523"/>
                </a:lnTo>
                <a:lnTo>
                  <a:pt x="17667" y="108243"/>
                </a:lnTo>
                <a:close/>
                <a:moveTo>
                  <a:pt x="24677" y="108243"/>
                </a:moveTo>
                <a:lnTo>
                  <a:pt x="24677" y="108523"/>
                </a:lnTo>
                <a:lnTo>
                  <a:pt x="24397" y="108523"/>
                </a:lnTo>
                <a:lnTo>
                  <a:pt x="24116" y="108243"/>
                </a:lnTo>
                <a:close/>
                <a:moveTo>
                  <a:pt x="54121" y="105999"/>
                </a:moveTo>
                <a:lnTo>
                  <a:pt x="54682" y="107121"/>
                </a:lnTo>
                <a:lnTo>
                  <a:pt x="54402" y="107682"/>
                </a:lnTo>
                <a:lnTo>
                  <a:pt x="54121" y="108523"/>
                </a:lnTo>
                <a:lnTo>
                  <a:pt x="53841" y="106280"/>
                </a:lnTo>
                <a:lnTo>
                  <a:pt x="54121" y="105999"/>
                </a:lnTo>
                <a:close/>
                <a:moveTo>
                  <a:pt x="79359" y="106841"/>
                </a:moveTo>
                <a:lnTo>
                  <a:pt x="79640" y="107121"/>
                </a:lnTo>
                <a:lnTo>
                  <a:pt x="79640" y="107402"/>
                </a:lnTo>
                <a:lnTo>
                  <a:pt x="79640" y="107962"/>
                </a:lnTo>
                <a:lnTo>
                  <a:pt x="79359" y="108523"/>
                </a:lnTo>
                <a:lnTo>
                  <a:pt x="79079" y="107962"/>
                </a:lnTo>
                <a:lnTo>
                  <a:pt x="79359" y="107962"/>
                </a:lnTo>
                <a:lnTo>
                  <a:pt x="79359" y="107682"/>
                </a:lnTo>
                <a:lnTo>
                  <a:pt x="79359" y="106841"/>
                </a:lnTo>
                <a:close/>
                <a:moveTo>
                  <a:pt x="99269" y="107962"/>
                </a:moveTo>
                <a:lnTo>
                  <a:pt x="98428" y="108523"/>
                </a:lnTo>
                <a:lnTo>
                  <a:pt x="98709" y="107962"/>
                </a:lnTo>
                <a:close/>
                <a:moveTo>
                  <a:pt x="61132" y="107962"/>
                </a:moveTo>
                <a:lnTo>
                  <a:pt x="61132" y="108804"/>
                </a:lnTo>
                <a:lnTo>
                  <a:pt x="60852" y="108243"/>
                </a:lnTo>
                <a:lnTo>
                  <a:pt x="60852" y="107962"/>
                </a:lnTo>
                <a:close/>
                <a:moveTo>
                  <a:pt x="92539" y="108243"/>
                </a:moveTo>
                <a:lnTo>
                  <a:pt x="92820" y="108523"/>
                </a:lnTo>
                <a:lnTo>
                  <a:pt x="92820" y="108804"/>
                </a:lnTo>
                <a:lnTo>
                  <a:pt x="92539" y="108523"/>
                </a:lnTo>
                <a:lnTo>
                  <a:pt x="92539" y="108243"/>
                </a:lnTo>
                <a:close/>
                <a:moveTo>
                  <a:pt x="93941" y="107682"/>
                </a:moveTo>
                <a:lnTo>
                  <a:pt x="94222" y="107962"/>
                </a:lnTo>
                <a:lnTo>
                  <a:pt x="93941" y="108804"/>
                </a:lnTo>
                <a:lnTo>
                  <a:pt x="93941" y="107682"/>
                </a:lnTo>
                <a:close/>
                <a:moveTo>
                  <a:pt x="98428" y="107682"/>
                </a:moveTo>
                <a:lnTo>
                  <a:pt x="97867" y="108523"/>
                </a:lnTo>
                <a:lnTo>
                  <a:pt x="97867" y="108804"/>
                </a:lnTo>
                <a:lnTo>
                  <a:pt x="97306" y="108523"/>
                </a:lnTo>
                <a:lnTo>
                  <a:pt x="97587" y="108243"/>
                </a:lnTo>
                <a:lnTo>
                  <a:pt x="97867" y="107962"/>
                </a:lnTo>
                <a:lnTo>
                  <a:pt x="97867" y="107682"/>
                </a:lnTo>
                <a:close/>
                <a:moveTo>
                  <a:pt x="20751" y="108804"/>
                </a:moveTo>
                <a:lnTo>
                  <a:pt x="20751" y="109084"/>
                </a:lnTo>
                <a:lnTo>
                  <a:pt x="20471" y="109084"/>
                </a:lnTo>
                <a:lnTo>
                  <a:pt x="20471" y="108804"/>
                </a:lnTo>
                <a:close/>
                <a:moveTo>
                  <a:pt x="77677" y="108523"/>
                </a:moveTo>
                <a:lnTo>
                  <a:pt x="77677" y="108804"/>
                </a:lnTo>
                <a:lnTo>
                  <a:pt x="77677" y="109084"/>
                </a:lnTo>
                <a:lnTo>
                  <a:pt x="77396" y="109084"/>
                </a:lnTo>
                <a:lnTo>
                  <a:pt x="77396" y="108523"/>
                </a:lnTo>
                <a:close/>
                <a:moveTo>
                  <a:pt x="17667" y="108804"/>
                </a:moveTo>
                <a:lnTo>
                  <a:pt x="17947" y="109365"/>
                </a:lnTo>
                <a:lnTo>
                  <a:pt x="17947" y="109365"/>
                </a:lnTo>
                <a:lnTo>
                  <a:pt x="17106" y="109084"/>
                </a:lnTo>
                <a:lnTo>
                  <a:pt x="17386" y="108804"/>
                </a:lnTo>
                <a:close/>
                <a:moveTo>
                  <a:pt x="63095" y="108804"/>
                </a:moveTo>
                <a:lnTo>
                  <a:pt x="63375" y="109365"/>
                </a:lnTo>
                <a:lnTo>
                  <a:pt x="63095" y="109365"/>
                </a:lnTo>
                <a:lnTo>
                  <a:pt x="63095" y="108804"/>
                </a:lnTo>
                <a:close/>
                <a:moveTo>
                  <a:pt x="64777" y="108243"/>
                </a:moveTo>
                <a:lnTo>
                  <a:pt x="64497" y="109365"/>
                </a:lnTo>
                <a:lnTo>
                  <a:pt x="64497" y="108804"/>
                </a:lnTo>
                <a:lnTo>
                  <a:pt x="64497" y="108243"/>
                </a:lnTo>
                <a:close/>
                <a:moveTo>
                  <a:pt x="83285" y="109084"/>
                </a:moveTo>
                <a:lnTo>
                  <a:pt x="83285" y="109365"/>
                </a:lnTo>
                <a:lnTo>
                  <a:pt x="83005" y="109365"/>
                </a:lnTo>
                <a:lnTo>
                  <a:pt x="83005" y="109084"/>
                </a:lnTo>
                <a:close/>
                <a:moveTo>
                  <a:pt x="98989" y="109084"/>
                </a:moveTo>
                <a:lnTo>
                  <a:pt x="98989" y="109365"/>
                </a:lnTo>
                <a:lnTo>
                  <a:pt x="98709" y="109084"/>
                </a:lnTo>
                <a:close/>
                <a:moveTo>
                  <a:pt x="23275" y="108523"/>
                </a:moveTo>
                <a:lnTo>
                  <a:pt x="23555" y="109084"/>
                </a:lnTo>
                <a:lnTo>
                  <a:pt x="23275" y="109645"/>
                </a:lnTo>
                <a:lnTo>
                  <a:pt x="23275" y="108804"/>
                </a:lnTo>
                <a:lnTo>
                  <a:pt x="23275" y="108523"/>
                </a:lnTo>
                <a:close/>
                <a:moveTo>
                  <a:pt x="23836" y="108523"/>
                </a:moveTo>
                <a:lnTo>
                  <a:pt x="24116" y="108804"/>
                </a:lnTo>
                <a:lnTo>
                  <a:pt x="24116" y="109645"/>
                </a:lnTo>
                <a:lnTo>
                  <a:pt x="23836" y="109084"/>
                </a:lnTo>
                <a:lnTo>
                  <a:pt x="23836" y="108523"/>
                </a:lnTo>
                <a:close/>
                <a:moveTo>
                  <a:pt x="49635" y="106560"/>
                </a:moveTo>
                <a:lnTo>
                  <a:pt x="49354" y="108804"/>
                </a:lnTo>
                <a:lnTo>
                  <a:pt x="49915" y="109084"/>
                </a:lnTo>
                <a:lnTo>
                  <a:pt x="49635" y="109365"/>
                </a:lnTo>
                <a:lnTo>
                  <a:pt x="49354" y="109365"/>
                </a:lnTo>
                <a:lnTo>
                  <a:pt x="48793" y="109645"/>
                </a:lnTo>
                <a:lnTo>
                  <a:pt x="49074" y="108804"/>
                </a:lnTo>
                <a:lnTo>
                  <a:pt x="49354" y="108804"/>
                </a:lnTo>
                <a:lnTo>
                  <a:pt x="49074" y="107402"/>
                </a:lnTo>
                <a:lnTo>
                  <a:pt x="49074" y="106841"/>
                </a:lnTo>
                <a:lnTo>
                  <a:pt x="49635" y="106560"/>
                </a:lnTo>
                <a:close/>
                <a:moveTo>
                  <a:pt x="52719" y="109084"/>
                </a:moveTo>
                <a:lnTo>
                  <a:pt x="52439" y="109645"/>
                </a:lnTo>
                <a:lnTo>
                  <a:pt x="52439" y="109084"/>
                </a:lnTo>
                <a:close/>
                <a:moveTo>
                  <a:pt x="83846" y="109084"/>
                </a:moveTo>
                <a:lnTo>
                  <a:pt x="84127" y="109365"/>
                </a:lnTo>
                <a:lnTo>
                  <a:pt x="83846" y="109645"/>
                </a:lnTo>
                <a:lnTo>
                  <a:pt x="83566" y="109365"/>
                </a:lnTo>
                <a:lnTo>
                  <a:pt x="83846" y="109084"/>
                </a:lnTo>
                <a:close/>
                <a:moveTo>
                  <a:pt x="96185" y="109084"/>
                </a:moveTo>
                <a:lnTo>
                  <a:pt x="96185" y="109645"/>
                </a:lnTo>
                <a:lnTo>
                  <a:pt x="95624" y="109645"/>
                </a:lnTo>
                <a:lnTo>
                  <a:pt x="95343" y="109365"/>
                </a:lnTo>
                <a:lnTo>
                  <a:pt x="95624" y="109365"/>
                </a:lnTo>
                <a:lnTo>
                  <a:pt x="96185" y="109084"/>
                </a:lnTo>
                <a:close/>
                <a:moveTo>
                  <a:pt x="102507" y="109492"/>
                </a:moveTo>
                <a:lnTo>
                  <a:pt x="102354" y="109505"/>
                </a:lnTo>
                <a:lnTo>
                  <a:pt x="102354" y="109505"/>
                </a:lnTo>
                <a:lnTo>
                  <a:pt x="102354" y="109645"/>
                </a:lnTo>
                <a:lnTo>
                  <a:pt x="102507" y="109492"/>
                </a:lnTo>
                <a:close/>
                <a:moveTo>
                  <a:pt x="15984" y="109365"/>
                </a:moveTo>
                <a:lnTo>
                  <a:pt x="15984" y="109645"/>
                </a:lnTo>
                <a:lnTo>
                  <a:pt x="15984" y="109925"/>
                </a:lnTo>
                <a:lnTo>
                  <a:pt x="15704" y="109365"/>
                </a:lnTo>
                <a:close/>
                <a:moveTo>
                  <a:pt x="30566" y="109365"/>
                </a:moveTo>
                <a:lnTo>
                  <a:pt x="31127" y="109645"/>
                </a:lnTo>
                <a:lnTo>
                  <a:pt x="30566" y="109925"/>
                </a:lnTo>
                <a:lnTo>
                  <a:pt x="30566" y="109365"/>
                </a:lnTo>
                <a:close/>
                <a:moveTo>
                  <a:pt x="50756" y="108804"/>
                </a:moveTo>
                <a:lnTo>
                  <a:pt x="51037" y="109084"/>
                </a:lnTo>
                <a:lnTo>
                  <a:pt x="50756" y="109925"/>
                </a:lnTo>
                <a:lnTo>
                  <a:pt x="50476" y="109084"/>
                </a:lnTo>
                <a:lnTo>
                  <a:pt x="50756" y="108804"/>
                </a:lnTo>
                <a:close/>
                <a:moveTo>
                  <a:pt x="65338" y="108804"/>
                </a:moveTo>
                <a:lnTo>
                  <a:pt x="65619" y="109645"/>
                </a:lnTo>
                <a:lnTo>
                  <a:pt x="65619" y="109925"/>
                </a:lnTo>
                <a:lnTo>
                  <a:pt x="65338" y="109925"/>
                </a:lnTo>
                <a:lnTo>
                  <a:pt x="65058" y="109645"/>
                </a:lnTo>
                <a:lnTo>
                  <a:pt x="65058" y="109084"/>
                </a:lnTo>
                <a:lnTo>
                  <a:pt x="65338" y="108804"/>
                </a:lnTo>
                <a:close/>
                <a:moveTo>
                  <a:pt x="58047" y="109084"/>
                </a:moveTo>
                <a:lnTo>
                  <a:pt x="58328" y="110206"/>
                </a:lnTo>
                <a:lnTo>
                  <a:pt x="58047" y="110206"/>
                </a:lnTo>
                <a:lnTo>
                  <a:pt x="58047" y="109084"/>
                </a:lnTo>
                <a:close/>
                <a:moveTo>
                  <a:pt x="26360" y="109925"/>
                </a:moveTo>
                <a:lnTo>
                  <a:pt x="26640" y="110206"/>
                </a:lnTo>
                <a:lnTo>
                  <a:pt x="26360" y="110486"/>
                </a:lnTo>
                <a:lnTo>
                  <a:pt x="26360" y="109925"/>
                </a:lnTo>
                <a:close/>
                <a:moveTo>
                  <a:pt x="33090" y="109084"/>
                </a:moveTo>
                <a:lnTo>
                  <a:pt x="33370" y="109645"/>
                </a:lnTo>
                <a:lnTo>
                  <a:pt x="33090" y="110486"/>
                </a:lnTo>
                <a:lnTo>
                  <a:pt x="33090" y="109084"/>
                </a:lnTo>
                <a:close/>
                <a:moveTo>
                  <a:pt x="73751" y="109645"/>
                </a:moveTo>
                <a:lnTo>
                  <a:pt x="73471" y="110486"/>
                </a:lnTo>
                <a:lnTo>
                  <a:pt x="73471" y="109925"/>
                </a:lnTo>
                <a:lnTo>
                  <a:pt x="73751" y="109645"/>
                </a:lnTo>
                <a:close/>
                <a:moveTo>
                  <a:pt x="12899" y="108523"/>
                </a:moveTo>
                <a:lnTo>
                  <a:pt x="13180" y="108804"/>
                </a:lnTo>
                <a:lnTo>
                  <a:pt x="13460" y="109645"/>
                </a:lnTo>
                <a:lnTo>
                  <a:pt x="13460" y="110486"/>
                </a:lnTo>
                <a:lnTo>
                  <a:pt x="13180" y="110767"/>
                </a:lnTo>
                <a:lnTo>
                  <a:pt x="12899" y="110486"/>
                </a:lnTo>
                <a:lnTo>
                  <a:pt x="12619" y="110767"/>
                </a:lnTo>
                <a:lnTo>
                  <a:pt x="12899" y="110206"/>
                </a:lnTo>
                <a:lnTo>
                  <a:pt x="12899" y="109365"/>
                </a:lnTo>
                <a:lnTo>
                  <a:pt x="12899" y="108523"/>
                </a:lnTo>
                <a:close/>
                <a:moveTo>
                  <a:pt x="14582" y="109365"/>
                </a:moveTo>
                <a:lnTo>
                  <a:pt x="14582" y="109925"/>
                </a:lnTo>
                <a:lnTo>
                  <a:pt x="15143" y="110486"/>
                </a:lnTo>
                <a:lnTo>
                  <a:pt x="14862" y="110767"/>
                </a:lnTo>
                <a:lnTo>
                  <a:pt x="14582" y="110486"/>
                </a:lnTo>
                <a:lnTo>
                  <a:pt x="14302" y="109925"/>
                </a:lnTo>
                <a:lnTo>
                  <a:pt x="14302" y="109365"/>
                </a:lnTo>
                <a:close/>
                <a:moveTo>
                  <a:pt x="15704" y="110206"/>
                </a:moveTo>
                <a:lnTo>
                  <a:pt x="15704" y="110767"/>
                </a:lnTo>
                <a:lnTo>
                  <a:pt x="15423" y="110486"/>
                </a:lnTo>
                <a:lnTo>
                  <a:pt x="15423" y="110206"/>
                </a:lnTo>
                <a:close/>
                <a:moveTo>
                  <a:pt x="16545" y="109645"/>
                </a:moveTo>
                <a:lnTo>
                  <a:pt x="16825" y="110486"/>
                </a:lnTo>
                <a:lnTo>
                  <a:pt x="16825" y="110767"/>
                </a:lnTo>
                <a:lnTo>
                  <a:pt x="16545" y="110767"/>
                </a:lnTo>
                <a:lnTo>
                  <a:pt x="16264" y="109925"/>
                </a:lnTo>
                <a:lnTo>
                  <a:pt x="16545" y="109645"/>
                </a:lnTo>
                <a:close/>
                <a:moveTo>
                  <a:pt x="48513" y="109365"/>
                </a:moveTo>
                <a:lnTo>
                  <a:pt x="48513" y="110206"/>
                </a:lnTo>
                <a:lnTo>
                  <a:pt x="48233" y="110767"/>
                </a:lnTo>
                <a:lnTo>
                  <a:pt x="48233" y="109925"/>
                </a:lnTo>
                <a:lnTo>
                  <a:pt x="48233" y="109365"/>
                </a:lnTo>
                <a:close/>
                <a:moveTo>
                  <a:pt x="17667" y="109645"/>
                </a:moveTo>
                <a:lnTo>
                  <a:pt x="17667" y="110486"/>
                </a:lnTo>
                <a:lnTo>
                  <a:pt x="17386" y="110767"/>
                </a:lnTo>
                <a:lnTo>
                  <a:pt x="17106" y="111047"/>
                </a:lnTo>
                <a:lnTo>
                  <a:pt x="17106" y="110486"/>
                </a:lnTo>
                <a:lnTo>
                  <a:pt x="17386" y="110206"/>
                </a:lnTo>
                <a:lnTo>
                  <a:pt x="17667" y="109645"/>
                </a:lnTo>
                <a:close/>
                <a:moveTo>
                  <a:pt x="13741" y="110767"/>
                </a:moveTo>
                <a:lnTo>
                  <a:pt x="14862" y="111327"/>
                </a:lnTo>
                <a:lnTo>
                  <a:pt x="14302" y="111327"/>
                </a:lnTo>
                <a:lnTo>
                  <a:pt x="13741" y="110767"/>
                </a:lnTo>
                <a:close/>
                <a:moveTo>
                  <a:pt x="9254" y="110206"/>
                </a:moveTo>
                <a:lnTo>
                  <a:pt x="10095" y="111327"/>
                </a:lnTo>
                <a:lnTo>
                  <a:pt x="10095" y="111608"/>
                </a:lnTo>
                <a:lnTo>
                  <a:pt x="9254" y="111047"/>
                </a:lnTo>
                <a:lnTo>
                  <a:pt x="8974" y="111608"/>
                </a:lnTo>
                <a:lnTo>
                  <a:pt x="8974" y="111327"/>
                </a:lnTo>
                <a:lnTo>
                  <a:pt x="8974" y="110767"/>
                </a:lnTo>
                <a:lnTo>
                  <a:pt x="9254" y="110206"/>
                </a:lnTo>
                <a:close/>
                <a:moveTo>
                  <a:pt x="16545" y="111327"/>
                </a:moveTo>
                <a:lnTo>
                  <a:pt x="16264" y="111608"/>
                </a:lnTo>
                <a:lnTo>
                  <a:pt x="15984" y="111327"/>
                </a:lnTo>
                <a:close/>
                <a:moveTo>
                  <a:pt x="7852" y="110486"/>
                </a:moveTo>
                <a:lnTo>
                  <a:pt x="8132" y="110767"/>
                </a:lnTo>
                <a:lnTo>
                  <a:pt x="8132" y="111327"/>
                </a:lnTo>
                <a:lnTo>
                  <a:pt x="8693" y="111327"/>
                </a:lnTo>
                <a:lnTo>
                  <a:pt x="8693" y="111888"/>
                </a:lnTo>
                <a:lnTo>
                  <a:pt x="8413" y="111608"/>
                </a:lnTo>
                <a:lnTo>
                  <a:pt x="8132" y="111608"/>
                </a:lnTo>
                <a:lnTo>
                  <a:pt x="7992" y="111327"/>
                </a:lnTo>
                <a:lnTo>
                  <a:pt x="8132" y="111327"/>
                </a:lnTo>
                <a:lnTo>
                  <a:pt x="7852" y="110486"/>
                </a:lnTo>
                <a:close/>
                <a:moveTo>
                  <a:pt x="12058" y="110486"/>
                </a:moveTo>
                <a:lnTo>
                  <a:pt x="12339" y="110767"/>
                </a:lnTo>
                <a:lnTo>
                  <a:pt x="12058" y="111047"/>
                </a:lnTo>
                <a:lnTo>
                  <a:pt x="11778" y="111047"/>
                </a:lnTo>
                <a:lnTo>
                  <a:pt x="12058" y="111888"/>
                </a:lnTo>
                <a:lnTo>
                  <a:pt x="11778" y="111608"/>
                </a:lnTo>
                <a:lnTo>
                  <a:pt x="11497" y="111327"/>
                </a:lnTo>
                <a:lnTo>
                  <a:pt x="11497" y="110767"/>
                </a:lnTo>
                <a:lnTo>
                  <a:pt x="11497" y="110486"/>
                </a:lnTo>
                <a:close/>
                <a:moveTo>
                  <a:pt x="268925" y="1402"/>
                </a:moveTo>
                <a:lnTo>
                  <a:pt x="261634" y="1963"/>
                </a:lnTo>
                <a:lnTo>
                  <a:pt x="254062" y="2804"/>
                </a:lnTo>
                <a:lnTo>
                  <a:pt x="246211" y="3926"/>
                </a:lnTo>
                <a:lnTo>
                  <a:pt x="237798" y="5608"/>
                </a:lnTo>
                <a:lnTo>
                  <a:pt x="229105" y="7852"/>
                </a:lnTo>
                <a:lnTo>
                  <a:pt x="220131" y="10095"/>
                </a:lnTo>
                <a:lnTo>
                  <a:pt x="210877" y="12619"/>
                </a:lnTo>
                <a:lnTo>
                  <a:pt x="201343" y="15704"/>
                </a:lnTo>
                <a:lnTo>
                  <a:pt x="181994" y="22153"/>
                </a:lnTo>
                <a:lnTo>
                  <a:pt x="162364" y="29444"/>
                </a:lnTo>
                <a:lnTo>
                  <a:pt x="142735" y="37016"/>
                </a:lnTo>
                <a:lnTo>
                  <a:pt x="137827" y="38979"/>
                </a:lnTo>
                <a:lnTo>
                  <a:pt x="138248" y="38979"/>
                </a:lnTo>
                <a:lnTo>
                  <a:pt x="136566" y="39820"/>
                </a:lnTo>
                <a:lnTo>
                  <a:pt x="136776" y="39399"/>
                </a:lnTo>
                <a:lnTo>
                  <a:pt x="123105" y="44867"/>
                </a:lnTo>
                <a:lnTo>
                  <a:pt x="104037" y="53000"/>
                </a:lnTo>
                <a:lnTo>
                  <a:pt x="69264" y="68143"/>
                </a:lnTo>
                <a:lnTo>
                  <a:pt x="40381" y="80481"/>
                </a:lnTo>
                <a:lnTo>
                  <a:pt x="28883" y="85248"/>
                </a:lnTo>
                <a:lnTo>
                  <a:pt x="19910" y="88613"/>
                </a:lnTo>
                <a:lnTo>
                  <a:pt x="19349" y="88333"/>
                </a:lnTo>
                <a:lnTo>
                  <a:pt x="19349" y="88052"/>
                </a:lnTo>
                <a:lnTo>
                  <a:pt x="20190" y="87492"/>
                </a:lnTo>
                <a:lnTo>
                  <a:pt x="20751" y="87211"/>
                </a:lnTo>
                <a:lnTo>
                  <a:pt x="21032" y="86650"/>
                </a:lnTo>
                <a:lnTo>
                  <a:pt x="20751" y="86090"/>
                </a:lnTo>
                <a:lnTo>
                  <a:pt x="20751" y="85809"/>
                </a:lnTo>
                <a:lnTo>
                  <a:pt x="21032" y="86370"/>
                </a:lnTo>
                <a:lnTo>
                  <a:pt x="21592" y="86931"/>
                </a:lnTo>
                <a:lnTo>
                  <a:pt x="22714" y="86931"/>
                </a:lnTo>
                <a:lnTo>
                  <a:pt x="22434" y="86650"/>
                </a:lnTo>
                <a:lnTo>
                  <a:pt x="21873" y="85809"/>
                </a:lnTo>
                <a:lnTo>
                  <a:pt x="21032" y="85248"/>
                </a:lnTo>
                <a:lnTo>
                  <a:pt x="21873" y="85248"/>
                </a:lnTo>
                <a:lnTo>
                  <a:pt x="21592" y="84687"/>
                </a:lnTo>
                <a:lnTo>
                  <a:pt x="21592" y="84127"/>
                </a:lnTo>
                <a:lnTo>
                  <a:pt x="22153" y="83846"/>
                </a:lnTo>
                <a:lnTo>
                  <a:pt x="22434" y="83566"/>
                </a:lnTo>
                <a:lnTo>
                  <a:pt x="22995" y="83285"/>
                </a:lnTo>
                <a:lnTo>
                  <a:pt x="23275" y="83005"/>
                </a:lnTo>
                <a:lnTo>
                  <a:pt x="23275" y="82724"/>
                </a:lnTo>
                <a:lnTo>
                  <a:pt x="22995" y="82164"/>
                </a:lnTo>
                <a:lnTo>
                  <a:pt x="24116" y="81883"/>
                </a:lnTo>
                <a:lnTo>
                  <a:pt x="24677" y="81603"/>
                </a:lnTo>
                <a:lnTo>
                  <a:pt x="24677" y="80761"/>
                </a:lnTo>
                <a:lnTo>
                  <a:pt x="24677" y="79640"/>
                </a:lnTo>
                <a:lnTo>
                  <a:pt x="25238" y="79920"/>
                </a:lnTo>
                <a:lnTo>
                  <a:pt x="26640" y="80201"/>
                </a:lnTo>
                <a:lnTo>
                  <a:pt x="26921" y="80201"/>
                </a:lnTo>
                <a:lnTo>
                  <a:pt x="26079" y="79640"/>
                </a:lnTo>
                <a:lnTo>
                  <a:pt x="25799" y="79359"/>
                </a:lnTo>
                <a:lnTo>
                  <a:pt x="26360" y="79640"/>
                </a:lnTo>
                <a:lnTo>
                  <a:pt x="26921" y="80201"/>
                </a:lnTo>
                <a:lnTo>
                  <a:pt x="27201" y="80201"/>
                </a:lnTo>
                <a:lnTo>
                  <a:pt x="27481" y="79920"/>
                </a:lnTo>
                <a:lnTo>
                  <a:pt x="27201" y="79640"/>
                </a:lnTo>
                <a:lnTo>
                  <a:pt x="26640" y="79079"/>
                </a:lnTo>
                <a:lnTo>
                  <a:pt x="27481" y="78799"/>
                </a:lnTo>
                <a:lnTo>
                  <a:pt x="28042" y="78799"/>
                </a:lnTo>
                <a:lnTo>
                  <a:pt x="28042" y="78518"/>
                </a:lnTo>
                <a:lnTo>
                  <a:pt x="27481" y="77396"/>
                </a:lnTo>
                <a:lnTo>
                  <a:pt x="27481" y="77396"/>
                </a:lnTo>
                <a:lnTo>
                  <a:pt x="28323" y="77677"/>
                </a:lnTo>
                <a:lnTo>
                  <a:pt x="28603" y="77396"/>
                </a:lnTo>
                <a:lnTo>
                  <a:pt x="28603" y="77116"/>
                </a:lnTo>
                <a:lnTo>
                  <a:pt x="28323" y="76555"/>
                </a:lnTo>
                <a:lnTo>
                  <a:pt x="28042" y="75714"/>
                </a:lnTo>
                <a:lnTo>
                  <a:pt x="28042" y="75433"/>
                </a:lnTo>
                <a:lnTo>
                  <a:pt x="28603" y="75433"/>
                </a:lnTo>
                <a:lnTo>
                  <a:pt x="29444" y="75994"/>
                </a:lnTo>
                <a:lnTo>
                  <a:pt x="30005" y="75714"/>
                </a:lnTo>
                <a:lnTo>
                  <a:pt x="30286" y="75433"/>
                </a:lnTo>
                <a:lnTo>
                  <a:pt x="29164" y="75433"/>
                </a:lnTo>
                <a:lnTo>
                  <a:pt x="29164" y="74873"/>
                </a:lnTo>
                <a:lnTo>
                  <a:pt x="29444" y="74592"/>
                </a:lnTo>
                <a:lnTo>
                  <a:pt x="28883" y="74031"/>
                </a:lnTo>
                <a:lnTo>
                  <a:pt x="28883" y="74031"/>
                </a:lnTo>
                <a:lnTo>
                  <a:pt x="30286" y="74592"/>
                </a:lnTo>
                <a:lnTo>
                  <a:pt x="29444" y="73751"/>
                </a:lnTo>
                <a:lnTo>
                  <a:pt x="29725" y="73751"/>
                </a:lnTo>
                <a:lnTo>
                  <a:pt x="30286" y="74031"/>
                </a:lnTo>
                <a:lnTo>
                  <a:pt x="30566" y="74031"/>
                </a:lnTo>
                <a:lnTo>
                  <a:pt x="30566" y="73751"/>
                </a:lnTo>
                <a:lnTo>
                  <a:pt x="30846" y="73751"/>
                </a:lnTo>
                <a:lnTo>
                  <a:pt x="30286" y="73190"/>
                </a:lnTo>
                <a:lnTo>
                  <a:pt x="30286" y="73190"/>
                </a:lnTo>
                <a:lnTo>
                  <a:pt x="31407" y="73751"/>
                </a:lnTo>
                <a:lnTo>
                  <a:pt x="31688" y="73471"/>
                </a:lnTo>
                <a:lnTo>
                  <a:pt x="31968" y="72910"/>
                </a:lnTo>
                <a:lnTo>
                  <a:pt x="31127" y="72349"/>
                </a:lnTo>
                <a:lnTo>
                  <a:pt x="31127" y="71788"/>
                </a:lnTo>
                <a:lnTo>
                  <a:pt x="31407" y="71508"/>
                </a:lnTo>
                <a:lnTo>
                  <a:pt x="32249" y="71227"/>
                </a:lnTo>
                <a:lnTo>
                  <a:pt x="32809" y="70947"/>
                </a:lnTo>
                <a:lnTo>
                  <a:pt x="33370" y="70386"/>
                </a:lnTo>
                <a:lnTo>
                  <a:pt x="33370" y="69545"/>
                </a:lnTo>
                <a:lnTo>
                  <a:pt x="32809" y="68423"/>
                </a:lnTo>
                <a:lnTo>
                  <a:pt x="35053" y="68703"/>
                </a:lnTo>
                <a:lnTo>
                  <a:pt x="35053" y="68423"/>
                </a:lnTo>
                <a:lnTo>
                  <a:pt x="34492" y="67582"/>
                </a:lnTo>
                <a:lnTo>
                  <a:pt x="35333" y="67862"/>
                </a:lnTo>
                <a:lnTo>
                  <a:pt x="35333" y="67582"/>
                </a:lnTo>
                <a:lnTo>
                  <a:pt x="35053" y="67021"/>
                </a:lnTo>
                <a:lnTo>
                  <a:pt x="35894" y="67021"/>
                </a:lnTo>
                <a:lnTo>
                  <a:pt x="35894" y="66460"/>
                </a:lnTo>
                <a:lnTo>
                  <a:pt x="35894" y="65899"/>
                </a:lnTo>
                <a:lnTo>
                  <a:pt x="36735" y="65338"/>
                </a:lnTo>
                <a:lnTo>
                  <a:pt x="37577" y="64777"/>
                </a:lnTo>
                <a:lnTo>
                  <a:pt x="37577" y="64217"/>
                </a:lnTo>
                <a:lnTo>
                  <a:pt x="37577" y="63656"/>
                </a:lnTo>
                <a:lnTo>
                  <a:pt x="38418" y="63656"/>
                </a:lnTo>
                <a:lnTo>
                  <a:pt x="38698" y="63375"/>
                </a:lnTo>
                <a:lnTo>
                  <a:pt x="38698" y="63095"/>
                </a:lnTo>
                <a:lnTo>
                  <a:pt x="38698" y="62814"/>
                </a:lnTo>
                <a:lnTo>
                  <a:pt x="38418" y="61973"/>
                </a:lnTo>
                <a:lnTo>
                  <a:pt x="38698" y="61973"/>
                </a:lnTo>
                <a:lnTo>
                  <a:pt x="39259" y="62254"/>
                </a:lnTo>
                <a:lnTo>
                  <a:pt x="39259" y="61973"/>
                </a:lnTo>
                <a:lnTo>
                  <a:pt x="38698" y="61412"/>
                </a:lnTo>
                <a:lnTo>
                  <a:pt x="38698" y="61132"/>
                </a:lnTo>
                <a:lnTo>
                  <a:pt x="39540" y="60852"/>
                </a:lnTo>
                <a:lnTo>
                  <a:pt x="38698" y="60291"/>
                </a:lnTo>
                <a:lnTo>
                  <a:pt x="38698" y="59730"/>
                </a:lnTo>
                <a:lnTo>
                  <a:pt x="38979" y="59449"/>
                </a:lnTo>
                <a:lnTo>
                  <a:pt x="39820" y="59169"/>
                </a:lnTo>
                <a:lnTo>
                  <a:pt x="40381" y="59169"/>
                </a:lnTo>
                <a:lnTo>
                  <a:pt x="40942" y="58608"/>
                </a:lnTo>
                <a:lnTo>
                  <a:pt x="40661" y="58328"/>
                </a:lnTo>
                <a:lnTo>
                  <a:pt x="39820" y="57767"/>
                </a:lnTo>
                <a:lnTo>
                  <a:pt x="41222" y="58047"/>
                </a:lnTo>
                <a:lnTo>
                  <a:pt x="40661" y="57767"/>
                </a:lnTo>
                <a:lnTo>
                  <a:pt x="39540" y="56645"/>
                </a:lnTo>
                <a:lnTo>
                  <a:pt x="39259" y="56084"/>
                </a:lnTo>
                <a:lnTo>
                  <a:pt x="39540" y="55804"/>
                </a:lnTo>
                <a:lnTo>
                  <a:pt x="39820" y="56365"/>
                </a:lnTo>
                <a:lnTo>
                  <a:pt x="40100" y="56926"/>
                </a:lnTo>
                <a:lnTo>
                  <a:pt x="41222" y="57767"/>
                </a:lnTo>
                <a:lnTo>
                  <a:pt x="41783" y="58047"/>
                </a:lnTo>
                <a:lnTo>
                  <a:pt x="41783" y="57767"/>
                </a:lnTo>
                <a:lnTo>
                  <a:pt x="40661" y="56926"/>
                </a:lnTo>
                <a:lnTo>
                  <a:pt x="41222" y="57206"/>
                </a:lnTo>
                <a:lnTo>
                  <a:pt x="41502" y="56926"/>
                </a:lnTo>
                <a:lnTo>
                  <a:pt x="40942" y="55804"/>
                </a:lnTo>
                <a:lnTo>
                  <a:pt x="42063" y="57206"/>
                </a:lnTo>
                <a:lnTo>
                  <a:pt x="42344" y="57486"/>
                </a:lnTo>
                <a:lnTo>
                  <a:pt x="42624" y="57486"/>
                </a:lnTo>
                <a:lnTo>
                  <a:pt x="42905" y="56926"/>
                </a:lnTo>
                <a:lnTo>
                  <a:pt x="43185" y="56645"/>
                </a:lnTo>
                <a:lnTo>
                  <a:pt x="43746" y="56645"/>
                </a:lnTo>
                <a:lnTo>
                  <a:pt x="43185" y="55524"/>
                </a:lnTo>
                <a:lnTo>
                  <a:pt x="42905" y="55243"/>
                </a:lnTo>
                <a:lnTo>
                  <a:pt x="43746" y="55243"/>
                </a:lnTo>
                <a:lnTo>
                  <a:pt x="44026" y="55524"/>
                </a:lnTo>
                <a:lnTo>
                  <a:pt x="44307" y="55243"/>
                </a:lnTo>
                <a:lnTo>
                  <a:pt x="42344" y="53841"/>
                </a:lnTo>
                <a:lnTo>
                  <a:pt x="43465" y="53280"/>
                </a:lnTo>
                <a:lnTo>
                  <a:pt x="45428" y="53280"/>
                </a:lnTo>
                <a:lnTo>
                  <a:pt x="45428" y="53000"/>
                </a:lnTo>
                <a:lnTo>
                  <a:pt x="44587" y="51317"/>
                </a:lnTo>
                <a:lnTo>
                  <a:pt x="45709" y="51317"/>
                </a:lnTo>
                <a:lnTo>
                  <a:pt x="45709" y="51037"/>
                </a:lnTo>
                <a:lnTo>
                  <a:pt x="45428" y="50756"/>
                </a:lnTo>
                <a:lnTo>
                  <a:pt x="45428" y="50476"/>
                </a:lnTo>
                <a:lnTo>
                  <a:pt x="45709" y="50476"/>
                </a:lnTo>
                <a:lnTo>
                  <a:pt x="47391" y="51317"/>
                </a:lnTo>
                <a:lnTo>
                  <a:pt x="47391" y="51317"/>
                </a:lnTo>
                <a:lnTo>
                  <a:pt x="46550" y="49354"/>
                </a:lnTo>
                <a:lnTo>
                  <a:pt x="46550" y="48793"/>
                </a:lnTo>
                <a:lnTo>
                  <a:pt x="46830" y="48513"/>
                </a:lnTo>
                <a:lnTo>
                  <a:pt x="47672" y="48513"/>
                </a:lnTo>
                <a:lnTo>
                  <a:pt x="49354" y="49354"/>
                </a:lnTo>
                <a:lnTo>
                  <a:pt x="49354" y="49354"/>
                </a:lnTo>
                <a:lnTo>
                  <a:pt x="48233" y="47952"/>
                </a:lnTo>
                <a:lnTo>
                  <a:pt x="48513" y="47672"/>
                </a:lnTo>
                <a:lnTo>
                  <a:pt x="48793" y="47952"/>
                </a:lnTo>
                <a:lnTo>
                  <a:pt x="49915" y="48233"/>
                </a:lnTo>
                <a:lnTo>
                  <a:pt x="50196" y="47952"/>
                </a:lnTo>
                <a:lnTo>
                  <a:pt x="49915" y="47111"/>
                </a:lnTo>
                <a:lnTo>
                  <a:pt x="49915" y="47111"/>
                </a:lnTo>
                <a:lnTo>
                  <a:pt x="49915" y="47111"/>
                </a:lnTo>
                <a:lnTo>
                  <a:pt x="49635" y="46830"/>
                </a:lnTo>
                <a:lnTo>
                  <a:pt x="48513" y="45428"/>
                </a:lnTo>
                <a:lnTo>
                  <a:pt x="48793" y="45148"/>
                </a:lnTo>
                <a:lnTo>
                  <a:pt x="49074" y="45148"/>
                </a:lnTo>
                <a:lnTo>
                  <a:pt x="50196" y="45709"/>
                </a:lnTo>
                <a:lnTo>
                  <a:pt x="50476" y="45709"/>
                </a:lnTo>
                <a:lnTo>
                  <a:pt x="49915" y="44587"/>
                </a:lnTo>
                <a:lnTo>
                  <a:pt x="49915" y="44587"/>
                </a:lnTo>
                <a:lnTo>
                  <a:pt x="50476" y="44867"/>
                </a:lnTo>
                <a:lnTo>
                  <a:pt x="50756" y="44587"/>
                </a:lnTo>
                <a:lnTo>
                  <a:pt x="51037" y="44307"/>
                </a:lnTo>
                <a:lnTo>
                  <a:pt x="51037" y="44026"/>
                </a:lnTo>
                <a:lnTo>
                  <a:pt x="52158" y="44587"/>
                </a:lnTo>
                <a:lnTo>
                  <a:pt x="52158" y="44026"/>
                </a:lnTo>
                <a:lnTo>
                  <a:pt x="52439" y="44026"/>
                </a:lnTo>
                <a:lnTo>
                  <a:pt x="52439" y="43746"/>
                </a:lnTo>
                <a:lnTo>
                  <a:pt x="51878" y="43465"/>
                </a:lnTo>
                <a:lnTo>
                  <a:pt x="51598" y="43185"/>
                </a:lnTo>
                <a:lnTo>
                  <a:pt x="51598" y="42905"/>
                </a:lnTo>
                <a:lnTo>
                  <a:pt x="52439" y="43746"/>
                </a:lnTo>
                <a:lnTo>
                  <a:pt x="52719" y="42624"/>
                </a:lnTo>
                <a:lnTo>
                  <a:pt x="52439" y="40942"/>
                </a:lnTo>
                <a:lnTo>
                  <a:pt x="52158" y="38418"/>
                </a:lnTo>
                <a:lnTo>
                  <a:pt x="52158" y="39259"/>
                </a:lnTo>
                <a:lnTo>
                  <a:pt x="50756" y="37577"/>
                </a:lnTo>
                <a:lnTo>
                  <a:pt x="49074" y="35614"/>
                </a:lnTo>
                <a:lnTo>
                  <a:pt x="46830" y="33931"/>
                </a:lnTo>
                <a:lnTo>
                  <a:pt x="45428" y="33370"/>
                </a:lnTo>
                <a:lnTo>
                  <a:pt x="44307" y="33090"/>
                </a:lnTo>
                <a:lnTo>
                  <a:pt x="43185" y="32809"/>
                </a:lnTo>
                <a:lnTo>
                  <a:pt x="42063" y="32809"/>
                </a:lnTo>
                <a:lnTo>
                  <a:pt x="40661" y="33090"/>
                </a:lnTo>
                <a:lnTo>
                  <a:pt x="39820" y="33651"/>
                </a:lnTo>
                <a:lnTo>
                  <a:pt x="38698" y="34772"/>
                </a:lnTo>
                <a:lnTo>
                  <a:pt x="37857" y="36174"/>
                </a:lnTo>
                <a:lnTo>
                  <a:pt x="37016" y="37857"/>
                </a:lnTo>
                <a:lnTo>
                  <a:pt x="36455" y="40100"/>
                </a:lnTo>
                <a:lnTo>
                  <a:pt x="35333" y="39820"/>
                </a:lnTo>
                <a:lnTo>
                  <a:pt x="35053" y="39820"/>
                </a:lnTo>
                <a:lnTo>
                  <a:pt x="34772" y="40100"/>
                </a:lnTo>
                <a:lnTo>
                  <a:pt x="35053" y="40661"/>
                </a:lnTo>
                <a:lnTo>
                  <a:pt x="35614" y="41222"/>
                </a:lnTo>
                <a:lnTo>
                  <a:pt x="34772" y="40942"/>
                </a:lnTo>
                <a:lnTo>
                  <a:pt x="34211" y="40942"/>
                </a:lnTo>
                <a:lnTo>
                  <a:pt x="33931" y="41502"/>
                </a:lnTo>
                <a:lnTo>
                  <a:pt x="33651" y="42344"/>
                </a:lnTo>
                <a:lnTo>
                  <a:pt x="33651" y="43465"/>
                </a:lnTo>
                <a:lnTo>
                  <a:pt x="33370" y="43465"/>
                </a:lnTo>
                <a:lnTo>
                  <a:pt x="32809" y="42905"/>
                </a:lnTo>
                <a:lnTo>
                  <a:pt x="32529" y="43185"/>
                </a:lnTo>
                <a:lnTo>
                  <a:pt x="33090" y="43746"/>
                </a:lnTo>
                <a:lnTo>
                  <a:pt x="33090" y="44026"/>
                </a:lnTo>
                <a:lnTo>
                  <a:pt x="32809" y="44587"/>
                </a:lnTo>
                <a:lnTo>
                  <a:pt x="31688" y="45428"/>
                </a:lnTo>
                <a:lnTo>
                  <a:pt x="31127" y="45989"/>
                </a:lnTo>
                <a:lnTo>
                  <a:pt x="31127" y="46830"/>
                </a:lnTo>
                <a:lnTo>
                  <a:pt x="31127" y="47672"/>
                </a:lnTo>
                <a:lnTo>
                  <a:pt x="31968" y="48793"/>
                </a:lnTo>
                <a:lnTo>
                  <a:pt x="30846" y="48513"/>
                </a:lnTo>
                <a:lnTo>
                  <a:pt x="29725" y="48793"/>
                </a:lnTo>
                <a:lnTo>
                  <a:pt x="28603" y="49354"/>
                </a:lnTo>
                <a:lnTo>
                  <a:pt x="27762" y="50196"/>
                </a:lnTo>
                <a:lnTo>
                  <a:pt x="26921" y="51317"/>
                </a:lnTo>
                <a:lnTo>
                  <a:pt x="26640" y="52158"/>
                </a:lnTo>
                <a:lnTo>
                  <a:pt x="26640" y="52719"/>
                </a:lnTo>
                <a:lnTo>
                  <a:pt x="26921" y="53280"/>
                </a:lnTo>
                <a:lnTo>
                  <a:pt x="25799" y="54121"/>
                </a:lnTo>
                <a:lnTo>
                  <a:pt x="24116" y="56084"/>
                </a:lnTo>
                <a:lnTo>
                  <a:pt x="19630" y="62254"/>
                </a:lnTo>
                <a:lnTo>
                  <a:pt x="14021" y="70947"/>
                </a:lnTo>
                <a:lnTo>
                  <a:pt x="11217" y="75714"/>
                </a:lnTo>
                <a:lnTo>
                  <a:pt x="8413" y="80481"/>
                </a:lnTo>
                <a:lnTo>
                  <a:pt x="5889" y="85248"/>
                </a:lnTo>
                <a:lnTo>
                  <a:pt x="3645" y="90015"/>
                </a:lnTo>
                <a:lnTo>
                  <a:pt x="1963" y="94502"/>
                </a:lnTo>
                <a:lnTo>
                  <a:pt x="1122" y="98428"/>
                </a:lnTo>
                <a:lnTo>
                  <a:pt x="841" y="100111"/>
                </a:lnTo>
                <a:lnTo>
                  <a:pt x="841" y="101793"/>
                </a:lnTo>
                <a:lnTo>
                  <a:pt x="841" y="103476"/>
                </a:lnTo>
                <a:lnTo>
                  <a:pt x="1122" y="104597"/>
                </a:lnTo>
                <a:lnTo>
                  <a:pt x="1963" y="105719"/>
                </a:lnTo>
                <a:lnTo>
                  <a:pt x="2804" y="106560"/>
                </a:lnTo>
                <a:lnTo>
                  <a:pt x="3926" y="107121"/>
                </a:lnTo>
                <a:lnTo>
                  <a:pt x="5328" y="107402"/>
                </a:lnTo>
                <a:lnTo>
                  <a:pt x="3645" y="107962"/>
                </a:lnTo>
                <a:lnTo>
                  <a:pt x="3085" y="107962"/>
                </a:lnTo>
                <a:lnTo>
                  <a:pt x="4487" y="108243"/>
                </a:lnTo>
                <a:lnTo>
                  <a:pt x="6450" y="108523"/>
                </a:lnTo>
                <a:lnTo>
                  <a:pt x="6730" y="108523"/>
                </a:lnTo>
                <a:lnTo>
                  <a:pt x="6169" y="108804"/>
                </a:lnTo>
                <a:lnTo>
                  <a:pt x="6730" y="109084"/>
                </a:lnTo>
                <a:lnTo>
                  <a:pt x="7011" y="109645"/>
                </a:lnTo>
                <a:lnTo>
                  <a:pt x="7011" y="111047"/>
                </a:lnTo>
                <a:lnTo>
                  <a:pt x="7011" y="111608"/>
                </a:lnTo>
                <a:lnTo>
                  <a:pt x="7011" y="112169"/>
                </a:lnTo>
                <a:lnTo>
                  <a:pt x="7571" y="112449"/>
                </a:lnTo>
                <a:lnTo>
                  <a:pt x="8413" y="112449"/>
                </a:lnTo>
                <a:lnTo>
                  <a:pt x="10095" y="112730"/>
                </a:lnTo>
                <a:lnTo>
                  <a:pt x="11497" y="112730"/>
                </a:lnTo>
                <a:lnTo>
                  <a:pt x="13460" y="112449"/>
                </a:lnTo>
                <a:lnTo>
                  <a:pt x="14302" y="112169"/>
                </a:lnTo>
                <a:lnTo>
                  <a:pt x="14862" y="112169"/>
                </a:lnTo>
                <a:lnTo>
                  <a:pt x="15704" y="112449"/>
                </a:lnTo>
                <a:lnTo>
                  <a:pt x="16825" y="113010"/>
                </a:lnTo>
                <a:lnTo>
                  <a:pt x="16825" y="112169"/>
                </a:lnTo>
                <a:lnTo>
                  <a:pt x="17106" y="111888"/>
                </a:lnTo>
                <a:lnTo>
                  <a:pt x="17386" y="112169"/>
                </a:lnTo>
                <a:lnTo>
                  <a:pt x="17667" y="112169"/>
                </a:lnTo>
                <a:lnTo>
                  <a:pt x="17947" y="111888"/>
                </a:lnTo>
                <a:lnTo>
                  <a:pt x="17947" y="111047"/>
                </a:lnTo>
                <a:lnTo>
                  <a:pt x="17947" y="110206"/>
                </a:lnTo>
                <a:lnTo>
                  <a:pt x="18508" y="110206"/>
                </a:lnTo>
                <a:lnTo>
                  <a:pt x="18508" y="111327"/>
                </a:lnTo>
                <a:lnTo>
                  <a:pt x="18788" y="111888"/>
                </a:lnTo>
                <a:lnTo>
                  <a:pt x="18788" y="112169"/>
                </a:lnTo>
                <a:lnTo>
                  <a:pt x="19069" y="112169"/>
                </a:lnTo>
                <a:lnTo>
                  <a:pt x="19069" y="111047"/>
                </a:lnTo>
                <a:lnTo>
                  <a:pt x="19630" y="111608"/>
                </a:lnTo>
                <a:lnTo>
                  <a:pt x="20190" y="111888"/>
                </a:lnTo>
                <a:lnTo>
                  <a:pt x="20190" y="111608"/>
                </a:lnTo>
                <a:lnTo>
                  <a:pt x="19910" y="111047"/>
                </a:lnTo>
                <a:lnTo>
                  <a:pt x="19069" y="109925"/>
                </a:lnTo>
                <a:lnTo>
                  <a:pt x="18788" y="109645"/>
                </a:lnTo>
                <a:lnTo>
                  <a:pt x="18227" y="109645"/>
                </a:lnTo>
                <a:lnTo>
                  <a:pt x="18508" y="108804"/>
                </a:lnTo>
                <a:lnTo>
                  <a:pt x="19069" y="108523"/>
                </a:lnTo>
                <a:lnTo>
                  <a:pt x="19349" y="108804"/>
                </a:lnTo>
                <a:lnTo>
                  <a:pt x="19910" y="109365"/>
                </a:lnTo>
                <a:lnTo>
                  <a:pt x="20471" y="110767"/>
                </a:lnTo>
                <a:lnTo>
                  <a:pt x="20751" y="111327"/>
                </a:lnTo>
                <a:lnTo>
                  <a:pt x="21312" y="111327"/>
                </a:lnTo>
                <a:lnTo>
                  <a:pt x="21032" y="110486"/>
                </a:lnTo>
                <a:lnTo>
                  <a:pt x="21032" y="110206"/>
                </a:lnTo>
                <a:lnTo>
                  <a:pt x="21312" y="110206"/>
                </a:lnTo>
                <a:lnTo>
                  <a:pt x="21873" y="110767"/>
                </a:lnTo>
                <a:lnTo>
                  <a:pt x="21312" y="110486"/>
                </a:lnTo>
                <a:lnTo>
                  <a:pt x="21312" y="111327"/>
                </a:lnTo>
                <a:lnTo>
                  <a:pt x="21592" y="111608"/>
                </a:lnTo>
                <a:lnTo>
                  <a:pt x="22153" y="111608"/>
                </a:lnTo>
                <a:lnTo>
                  <a:pt x="22714" y="111327"/>
                </a:lnTo>
                <a:lnTo>
                  <a:pt x="22995" y="111608"/>
                </a:lnTo>
                <a:lnTo>
                  <a:pt x="22995" y="112169"/>
                </a:lnTo>
                <a:lnTo>
                  <a:pt x="23275" y="111888"/>
                </a:lnTo>
                <a:lnTo>
                  <a:pt x="23275" y="111608"/>
                </a:lnTo>
                <a:lnTo>
                  <a:pt x="23275" y="111047"/>
                </a:lnTo>
                <a:lnTo>
                  <a:pt x="22995" y="110486"/>
                </a:lnTo>
                <a:lnTo>
                  <a:pt x="22995" y="110206"/>
                </a:lnTo>
                <a:lnTo>
                  <a:pt x="23275" y="110206"/>
                </a:lnTo>
                <a:lnTo>
                  <a:pt x="23836" y="111047"/>
                </a:lnTo>
                <a:lnTo>
                  <a:pt x="24116" y="111327"/>
                </a:lnTo>
                <a:lnTo>
                  <a:pt x="24397" y="111327"/>
                </a:lnTo>
                <a:lnTo>
                  <a:pt x="24397" y="110767"/>
                </a:lnTo>
                <a:lnTo>
                  <a:pt x="24677" y="110206"/>
                </a:lnTo>
                <a:lnTo>
                  <a:pt x="24958" y="109365"/>
                </a:lnTo>
                <a:lnTo>
                  <a:pt x="25238" y="109084"/>
                </a:lnTo>
                <a:lnTo>
                  <a:pt x="26079" y="109084"/>
                </a:lnTo>
                <a:lnTo>
                  <a:pt x="25238" y="110206"/>
                </a:lnTo>
                <a:lnTo>
                  <a:pt x="24958" y="110486"/>
                </a:lnTo>
                <a:lnTo>
                  <a:pt x="25238" y="110767"/>
                </a:lnTo>
                <a:lnTo>
                  <a:pt x="25799" y="111327"/>
                </a:lnTo>
                <a:lnTo>
                  <a:pt x="26640" y="111608"/>
                </a:lnTo>
                <a:lnTo>
                  <a:pt x="27481" y="111327"/>
                </a:lnTo>
                <a:lnTo>
                  <a:pt x="28323" y="111047"/>
                </a:lnTo>
                <a:lnTo>
                  <a:pt x="28883" y="110486"/>
                </a:lnTo>
                <a:lnTo>
                  <a:pt x="28883" y="110206"/>
                </a:lnTo>
                <a:lnTo>
                  <a:pt x="28603" y="109925"/>
                </a:lnTo>
                <a:lnTo>
                  <a:pt x="29164" y="109645"/>
                </a:lnTo>
                <a:lnTo>
                  <a:pt x="29725" y="109925"/>
                </a:lnTo>
                <a:lnTo>
                  <a:pt x="30566" y="111047"/>
                </a:lnTo>
                <a:lnTo>
                  <a:pt x="31127" y="111327"/>
                </a:lnTo>
                <a:lnTo>
                  <a:pt x="31407" y="111327"/>
                </a:lnTo>
                <a:lnTo>
                  <a:pt x="31688" y="110486"/>
                </a:lnTo>
                <a:lnTo>
                  <a:pt x="31688" y="109084"/>
                </a:lnTo>
                <a:lnTo>
                  <a:pt x="32249" y="110767"/>
                </a:lnTo>
                <a:lnTo>
                  <a:pt x="32249" y="110206"/>
                </a:lnTo>
                <a:lnTo>
                  <a:pt x="32529" y="109925"/>
                </a:lnTo>
                <a:lnTo>
                  <a:pt x="32809" y="110206"/>
                </a:lnTo>
                <a:lnTo>
                  <a:pt x="32809" y="111047"/>
                </a:lnTo>
                <a:lnTo>
                  <a:pt x="32809" y="111608"/>
                </a:lnTo>
                <a:lnTo>
                  <a:pt x="33090" y="111608"/>
                </a:lnTo>
                <a:lnTo>
                  <a:pt x="33651" y="111047"/>
                </a:lnTo>
                <a:lnTo>
                  <a:pt x="34211" y="109645"/>
                </a:lnTo>
                <a:lnTo>
                  <a:pt x="34492" y="108243"/>
                </a:lnTo>
                <a:lnTo>
                  <a:pt x="34492" y="108523"/>
                </a:lnTo>
                <a:lnTo>
                  <a:pt x="34772" y="109084"/>
                </a:lnTo>
                <a:lnTo>
                  <a:pt x="35894" y="109645"/>
                </a:lnTo>
                <a:lnTo>
                  <a:pt x="37296" y="109925"/>
                </a:lnTo>
                <a:lnTo>
                  <a:pt x="37857" y="109645"/>
                </a:lnTo>
                <a:lnTo>
                  <a:pt x="38137" y="109084"/>
                </a:lnTo>
                <a:lnTo>
                  <a:pt x="38418" y="109084"/>
                </a:lnTo>
                <a:lnTo>
                  <a:pt x="38137" y="109645"/>
                </a:lnTo>
                <a:lnTo>
                  <a:pt x="38137" y="110486"/>
                </a:lnTo>
                <a:lnTo>
                  <a:pt x="38137" y="110767"/>
                </a:lnTo>
                <a:lnTo>
                  <a:pt x="38418" y="110767"/>
                </a:lnTo>
                <a:lnTo>
                  <a:pt x="38698" y="111327"/>
                </a:lnTo>
                <a:lnTo>
                  <a:pt x="38979" y="111047"/>
                </a:lnTo>
                <a:lnTo>
                  <a:pt x="39259" y="109925"/>
                </a:lnTo>
                <a:lnTo>
                  <a:pt x="39259" y="108804"/>
                </a:lnTo>
                <a:lnTo>
                  <a:pt x="39540" y="109084"/>
                </a:lnTo>
                <a:lnTo>
                  <a:pt x="39820" y="109925"/>
                </a:lnTo>
                <a:lnTo>
                  <a:pt x="40100" y="109645"/>
                </a:lnTo>
                <a:lnTo>
                  <a:pt x="40100" y="109365"/>
                </a:lnTo>
                <a:lnTo>
                  <a:pt x="40100" y="108804"/>
                </a:lnTo>
                <a:lnTo>
                  <a:pt x="41222" y="108523"/>
                </a:lnTo>
                <a:lnTo>
                  <a:pt x="41222" y="108804"/>
                </a:lnTo>
                <a:lnTo>
                  <a:pt x="41222" y="109365"/>
                </a:lnTo>
                <a:lnTo>
                  <a:pt x="41502" y="109645"/>
                </a:lnTo>
                <a:lnTo>
                  <a:pt x="42344" y="109645"/>
                </a:lnTo>
                <a:lnTo>
                  <a:pt x="42344" y="109365"/>
                </a:lnTo>
                <a:lnTo>
                  <a:pt x="42624" y="109084"/>
                </a:lnTo>
                <a:lnTo>
                  <a:pt x="43185" y="109365"/>
                </a:lnTo>
                <a:lnTo>
                  <a:pt x="43465" y="109365"/>
                </a:lnTo>
                <a:lnTo>
                  <a:pt x="43746" y="109084"/>
                </a:lnTo>
                <a:lnTo>
                  <a:pt x="43746" y="108523"/>
                </a:lnTo>
                <a:lnTo>
                  <a:pt x="44587" y="109365"/>
                </a:lnTo>
                <a:lnTo>
                  <a:pt x="44868" y="109645"/>
                </a:lnTo>
                <a:lnTo>
                  <a:pt x="45428" y="109365"/>
                </a:lnTo>
                <a:lnTo>
                  <a:pt x="45709" y="108804"/>
                </a:lnTo>
                <a:lnTo>
                  <a:pt x="46270" y="109645"/>
                </a:lnTo>
                <a:lnTo>
                  <a:pt x="46550" y="109365"/>
                </a:lnTo>
                <a:lnTo>
                  <a:pt x="46830" y="108804"/>
                </a:lnTo>
                <a:lnTo>
                  <a:pt x="47111" y="108523"/>
                </a:lnTo>
                <a:lnTo>
                  <a:pt x="47672" y="108243"/>
                </a:lnTo>
                <a:lnTo>
                  <a:pt x="47672" y="108243"/>
                </a:lnTo>
                <a:lnTo>
                  <a:pt x="47391" y="108523"/>
                </a:lnTo>
                <a:lnTo>
                  <a:pt x="47391" y="109084"/>
                </a:lnTo>
                <a:lnTo>
                  <a:pt x="47952" y="110486"/>
                </a:lnTo>
                <a:lnTo>
                  <a:pt x="48233" y="111047"/>
                </a:lnTo>
                <a:lnTo>
                  <a:pt x="48793" y="111327"/>
                </a:lnTo>
                <a:lnTo>
                  <a:pt x="49074" y="111047"/>
                </a:lnTo>
                <a:lnTo>
                  <a:pt x="49354" y="109925"/>
                </a:lnTo>
                <a:lnTo>
                  <a:pt x="50196" y="110486"/>
                </a:lnTo>
                <a:lnTo>
                  <a:pt x="50476" y="111047"/>
                </a:lnTo>
                <a:lnTo>
                  <a:pt x="50756" y="111047"/>
                </a:lnTo>
                <a:lnTo>
                  <a:pt x="51317" y="109645"/>
                </a:lnTo>
                <a:lnTo>
                  <a:pt x="51598" y="110767"/>
                </a:lnTo>
                <a:lnTo>
                  <a:pt x="52158" y="110767"/>
                </a:lnTo>
                <a:lnTo>
                  <a:pt x="52439" y="110486"/>
                </a:lnTo>
                <a:lnTo>
                  <a:pt x="53000" y="109925"/>
                </a:lnTo>
                <a:lnTo>
                  <a:pt x="53561" y="109365"/>
                </a:lnTo>
                <a:lnTo>
                  <a:pt x="53841" y="109084"/>
                </a:lnTo>
                <a:lnTo>
                  <a:pt x="54121" y="109645"/>
                </a:lnTo>
                <a:lnTo>
                  <a:pt x="54121" y="110767"/>
                </a:lnTo>
                <a:lnTo>
                  <a:pt x="54682" y="111047"/>
                </a:lnTo>
                <a:lnTo>
                  <a:pt x="54963" y="111047"/>
                </a:lnTo>
                <a:lnTo>
                  <a:pt x="54963" y="110767"/>
                </a:lnTo>
                <a:lnTo>
                  <a:pt x="54402" y="110206"/>
                </a:lnTo>
                <a:lnTo>
                  <a:pt x="54963" y="109645"/>
                </a:lnTo>
                <a:lnTo>
                  <a:pt x="55243" y="109645"/>
                </a:lnTo>
                <a:lnTo>
                  <a:pt x="55524" y="109925"/>
                </a:lnTo>
                <a:lnTo>
                  <a:pt x="55804" y="109084"/>
                </a:lnTo>
                <a:lnTo>
                  <a:pt x="56084" y="110486"/>
                </a:lnTo>
                <a:lnTo>
                  <a:pt x="56084" y="109645"/>
                </a:lnTo>
                <a:lnTo>
                  <a:pt x="56365" y="109645"/>
                </a:lnTo>
                <a:lnTo>
                  <a:pt x="56926" y="110206"/>
                </a:lnTo>
                <a:lnTo>
                  <a:pt x="57206" y="110767"/>
                </a:lnTo>
                <a:lnTo>
                  <a:pt x="57487" y="110767"/>
                </a:lnTo>
                <a:lnTo>
                  <a:pt x="57767" y="109645"/>
                </a:lnTo>
                <a:lnTo>
                  <a:pt x="57767" y="110767"/>
                </a:lnTo>
                <a:lnTo>
                  <a:pt x="58047" y="111047"/>
                </a:lnTo>
                <a:lnTo>
                  <a:pt x="58328" y="111047"/>
                </a:lnTo>
                <a:lnTo>
                  <a:pt x="58889" y="110486"/>
                </a:lnTo>
                <a:lnTo>
                  <a:pt x="59449" y="109925"/>
                </a:lnTo>
                <a:lnTo>
                  <a:pt x="59730" y="109645"/>
                </a:lnTo>
                <a:lnTo>
                  <a:pt x="60010" y="109925"/>
                </a:lnTo>
                <a:lnTo>
                  <a:pt x="60010" y="110767"/>
                </a:lnTo>
                <a:lnTo>
                  <a:pt x="60852" y="110206"/>
                </a:lnTo>
                <a:lnTo>
                  <a:pt x="60852" y="110486"/>
                </a:lnTo>
                <a:lnTo>
                  <a:pt x="61132" y="111047"/>
                </a:lnTo>
                <a:lnTo>
                  <a:pt x="61412" y="111047"/>
                </a:lnTo>
                <a:lnTo>
                  <a:pt x="61973" y="110767"/>
                </a:lnTo>
                <a:lnTo>
                  <a:pt x="63095" y="109925"/>
                </a:lnTo>
                <a:lnTo>
                  <a:pt x="63936" y="109925"/>
                </a:lnTo>
                <a:lnTo>
                  <a:pt x="64497" y="110206"/>
                </a:lnTo>
                <a:lnTo>
                  <a:pt x="65058" y="111047"/>
                </a:lnTo>
                <a:lnTo>
                  <a:pt x="65338" y="111608"/>
                </a:lnTo>
                <a:lnTo>
                  <a:pt x="65338" y="111327"/>
                </a:lnTo>
                <a:lnTo>
                  <a:pt x="65619" y="110767"/>
                </a:lnTo>
                <a:lnTo>
                  <a:pt x="65899" y="110206"/>
                </a:lnTo>
                <a:lnTo>
                  <a:pt x="66180" y="111327"/>
                </a:lnTo>
                <a:lnTo>
                  <a:pt x="66460" y="110767"/>
                </a:lnTo>
                <a:lnTo>
                  <a:pt x="66740" y="110486"/>
                </a:lnTo>
                <a:lnTo>
                  <a:pt x="67582" y="110767"/>
                </a:lnTo>
                <a:lnTo>
                  <a:pt x="68143" y="111047"/>
                </a:lnTo>
                <a:lnTo>
                  <a:pt x="68703" y="111047"/>
                </a:lnTo>
                <a:lnTo>
                  <a:pt x="69264" y="110767"/>
                </a:lnTo>
                <a:lnTo>
                  <a:pt x="69825" y="110206"/>
                </a:lnTo>
                <a:lnTo>
                  <a:pt x="70105" y="110767"/>
                </a:lnTo>
                <a:lnTo>
                  <a:pt x="70386" y="111327"/>
                </a:lnTo>
                <a:lnTo>
                  <a:pt x="70666" y="111608"/>
                </a:lnTo>
                <a:lnTo>
                  <a:pt x="71227" y="111608"/>
                </a:lnTo>
                <a:lnTo>
                  <a:pt x="72629" y="111327"/>
                </a:lnTo>
                <a:lnTo>
                  <a:pt x="73190" y="111047"/>
                </a:lnTo>
                <a:lnTo>
                  <a:pt x="73190" y="111608"/>
                </a:lnTo>
                <a:lnTo>
                  <a:pt x="73471" y="111888"/>
                </a:lnTo>
                <a:lnTo>
                  <a:pt x="73751" y="111327"/>
                </a:lnTo>
                <a:lnTo>
                  <a:pt x="74031" y="110767"/>
                </a:lnTo>
                <a:lnTo>
                  <a:pt x="74031" y="110486"/>
                </a:lnTo>
                <a:lnTo>
                  <a:pt x="74312" y="110767"/>
                </a:lnTo>
                <a:lnTo>
                  <a:pt x="74312" y="111327"/>
                </a:lnTo>
                <a:lnTo>
                  <a:pt x="75153" y="111047"/>
                </a:lnTo>
                <a:lnTo>
                  <a:pt x="75714" y="110206"/>
                </a:lnTo>
                <a:lnTo>
                  <a:pt x="75994" y="109925"/>
                </a:lnTo>
                <a:lnTo>
                  <a:pt x="75994" y="109645"/>
                </a:lnTo>
                <a:lnTo>
                  <a:pt x="76836" y="109645"/>
                </a:lnTo>
                <a:lnTo>
                  <a:pt x="77677" y="109925"/>
                </a:lnTo>
                <a:lnTo>
                  <a:pt x="78518" y="110767"/>
                </a:lnTo>
                <a:lnTo>
                  <a:pt x="78799" y="111047"/>
                </a:lnTo>
                <a:lnTo>
                  <a:pt x="79079" y="111047"/>
                </a:lnTo>
                <a:lnTo>
                  <a:pt x="79359" y="109365"/>
                </a:lnTo>
                <a:lnTo>
                  <a:pt x="79920" y="111047"/>
                </a:lnTo>
                <a:lnTo>
                  <a:pt x="79920" y="110206"/>
                </a:lnTo>
                <a:lnTo>
                  <a:pt x="79920" y="109084"/>
                </a:lnTo>
                <a:lnTo>
                  <a:pt x="80201" y="108523"/>
                </a:lnTo>
                <a:lnTo>
                  <a:pt x="80762" y="107962"/>
                </a:lnTo>
                <a:lnTo>
                  <a:pt x="81042" y="107962"/>
                </a:lnTo>
                <a:lnTo>
                  <a:pt x="81322" y="108243"/>
                </a:lnTo>
                <a:lnTo>
                  <a:pt x="80762" y="108523"/>
                </a:lnTo>
                <a:lnTo>
                  <a:pt x="80481" y="109084"/>
                </a:lnTo>
                <a:lnTo>
                  <a:pt x="80201" y="110486"/>
                </a:lnTo>
                <a:lnTo>
                  <a:pt x="80201" y="111047"/>
                </a:lnTo>
                <a:lnTo>
                  <a:pt x="80481" y="111047"/>
                </a:lnTo>
                <a:lnTo>
                  <a:pt x="80762" y="109645"/>
                </a:lnTo>
                <a:lnTo>
                  <a:pt x="81042" y="110206"/>
                </a:lnTo>
                <a:lnTo>
                  <a:pt x="81322" y="110206"/>
                </a:lnTo>
                <a:lnTo>
                  <a:pt x="82164" y="109365"/>
                </a:lnTo>
                <a:lnTo>
                  <a:pt x="82164" y="109365"/>
                </a:lnTo>
                <a:lnTo>
                  <a:pt x="81603" y="110486"/>
                </a:lnTo>
                <a:lnTo>
                  <a:pt x="81322" y="111327"/>
                </a:lnTo>
                <a:lnTo>
                  <a:pt x="81603" y="111608"/>
                </a:lnTo>
                <a:lnTo>
                  <a:pt x="82164" y="111608"/>
                </a:lnTo>
                <a:lnTo>
                  <a:pt x="83005" y="111327"/>
                </a:lnTo>
                <a:lnTo>
                  <a:pt x="83566" y="111047"/>
                </a:lnTo>
                <a:lnTo>
                  <a:pt x="84127" y="110486"/>
                </a:lnTo>
                <a:lnTo>
                  <a:pt x="84407" y="109645"/>
                </a:lnTo>
                <a:lnTo>
                  <a:pt x="84407" y="111047"/>
                </a:lnTo>
                <a:lnTo>
                  <a:pt x="84407" y="111608"/>
                </a:lnTo>
                <a:lnTo>
                  <a:pt x="84687" y="111327"/>
                </a:lnTo>
                <a:lnTo>
                  <a:pt x="84968" y="110486"/>
                </a:lnTo>
                <a:lnTo>
                  <a:pt x="85809" y="109365"/>
                </a:lnTo>
                <a:lnTo>
                  <a:pt x="85809" y="109645"/>
                </a:lnTo>
                <a:lnTo>
                  <a:pt x="85809" y="111047"/>
                </a:lnTo>
                <a:lnTo>
                  <a:pt x="86931" y="110206"/>
                </a:lnTo>
                <a:lnTo>
                  <a:pt x="87211" y="110486"/>
                </a:lnTo>
                <a:lnTo>
                  <a:pt x="87211" y="111327"/>
                </a:lnTo>
                <a:lnTo>
                  <a:pt x="88053" y="112169"/>
                </a:lnTo>
                <a:lnTo>
                  <a:pt x="88053" y="111047"/>
                </a:lnTo>
                <a:lnTo>
                  <a:pt x="88333" y="110486"/>
                </a:lnTo>
                <a:lnTo>
                  <a:pt x="88613" y="110206"/>
                </a:lnTo>
                <a:lnTo>
                  <a:pt x="90015" y="110206"/>
                </a:lnTo>
                <a:lnTo>
                  <a:pt x="90296" y="109645"/>
                </a:lnTo>
                <a:lnTo>
                  <a:pt x="90576" y="110767"/>
                </a:lnTo>
                <a:lnTo>
                  <a:pt x="90857" y="111047"/>
                </a:lnTo>
                <a:lnTo>
                  <a:pt x="91137" y="111047"/>
                </a:lnTo>
                <a:lnTo>
                  <a:pt x="91698" y="110767"/>
                </a:lnTo>
                <a:lnTo>
                  <a:pt x="92259" y="110206"/>
                </a:lnTo>
                <a:lnTo>
                  <a:pt x="93381" y="109365"/>
                </a:lnTo>
                <a:lnTo>
                  <a:pt x="93941" y="109365"/>
                </a:lnTo>
                <a:lnTo>
                  <a:pt x="93941" y="110206"/>
                </a:lnTo>
                <a:lnTo>
                  <a:pt x="93661" y="110486"/>
                </a:lnTo>
                <a:lnTo>
                  <a:pt x="93941" y="110767"/>
                </a:lnTo>
                <a:lnTo>
                  <a:pt x="94222" y="110767"/>
                </a:lnTo>
                <a:lnTo>
                  <a:pt x="94222" y="111047"/>
                </a:lnTo>
                <a:lnTo>
                  <a:pt x="94222" y="111327"/>
                </a:lnTo>
                <a:lnTo>
                  <a:pt x="94783" y="110486"/>
                </a:lnTo>
                <a:lnTo>
                  <a:pt x="95063" y="110206"/>
                </a:lnTo>
                <a:lnTo>
                  <a:pt x="95343" y="110206"/>
                </a:lnTo>
                <a:lnTo>
                  <a:pt x="95624" y="109925"/>
                </a:lnTo>
                <a:lnTo>
                  <a:pt x="95624" y="111047"/>
                </a:lnTo>
                <a:lnTo>
                  <a:pt x="95624" y="111327"/>
                </a:lnTo>
                <a:lnTo>
                  <a:pt x="95904" y="111327"/>
                </a:lnTo>
                <a:lnTo>
                  <a:pt x="96465" y="110767"/>
                </a:lnTo>
                <a:lnTo>
                  <a:pt x="97026" y="110206"/>
                </a:lnTo>
                <a:lnTo>
                  <a:pt x="98148" y="109084"/>
                </a:lnTo>
                <a:lnTo>
                  <a:pt x="98428" y="109084"/>
                </a:lnTo>
                <a:lnTo>
                  <a:pt x="98148" y="110206"/>
                </a:lnTo>
                <a:lnTo>
                  <a:pt x="100671" y="109645"/>
                </a:lnTo>
                <a:lnTo>
                  <a:pt x="102354" y="109505"/>
                </a:lnTo>
                <a:lnTo>
                  <a:pt x="102354" y="109505"/>
                </a:lnTo>
                <a:lnTo>
                  <a:pt x="102354" y="109365"/>
                </a:lnTo>
                <a:lnTo>
                  <a:pt x="102634" y="109365"/>
                </a:lnTo>
                <a:lnTo>
                  <a:pt x="102507" y="109492"/>
                </a:lnTo>
                <a:lnTo>
                  <a:pt x="102507" y="109492"/>
                </a:lnTo>
                <a:lnTo>
                  <a:pt x="104037" y="109365"/>
                </a:lnTo>
                <a:lnTo>
                  <a:pt x="106560" y="109084"/>
                </a:lnTo>
                <a:lnTo>
                  <a:pt x="106841" y="108804"/>
                </a:lnTo>
                <a:lnTo>
                  <a:pt x="106000" y="108804"/>
                </a:lnTo>
                <a:lnTo>
                  <a:pt x="107121" y="107962"/>
                </a:lnTo>
                <a:lnTo>
                  <a:pt x="107962" y="107121"/>
                </a:lnTo>
                <a:lnTo>
                  <a:pt x="107962" y="106280"/>
                </a:lnTo>
                <a:lnTo>
                  <a:pt x="107682" y="105158"/>
                </a:lnTo>
                <a:lnTo>
                  <a:pt x="106841" y="104317"/>
                </a:lnTo>
                <a:lnTo>
                  <a:pt x="105719" y="103476"/>
                </a:lnTo>
                <a:lnTo>
                  <a:pt x="102634" y="101513"/>
                </a:lnTo>
                <a:lnTo>
                  <a:pt x="99269" y="100111"/>
                </a:lnTo>
                <a:lnTo>
                  <a:pt x="95904" y="98989"/>
                </a:lnTo>
                <a:lnTo>
                  <a:pt x="93381" y="98148"/>
                </a:lnTo>
                <a:lnTo>
                  <a:pt x="92539" y="98148"/>
                </a:lnTo>
                <a:lnTo>
                  <a:pt x="92539" y="97587"/>
                </a:lnTo>
                <a:lnTo>
                  <a:pt x="92259" y="97306"/>
                </a:lnTo>
                <a:lnTo>
                  <a:pt x="90857" y="97306"/>
                </a:lnTo>
                <a:lnTo>
                  <a:pt x="89735" y="97587"/>
                </a:lnTo>
                <a:lnTo>
                  <a:pt x="90015" y="97026"/>
                </a:lnTo>
                <a:lnTo>
                  <a:pt x="89174" y="97306"/>
                </a:lnTo>
                <a:lnTo>
                  <a:pt x="88053" y="97026"/>
                </a:lnTo>
                <a:lnTo>
                  <a:pt x="86090" y="96746"/>
                </a:lnTo>
                <a:lnTo>
                  <a:pt x="85248" y="96465"/>
                </a:lnTo>
                <a:lnTo>
                  <a:pt x="84407" y="96746"/>
                </a:lnTo>
                <a:lnTo>
                  <a:pt x="83846" y="97026"/>
                </a:lnTo>
                <a:lnTo>
                  <a:pt x="83566" y="98148"/>
                </a:lnTo>
                <a:lnTo>
                  <a:pt x="82444" y="96746"/>
                </a:lnTo>
                <a:lnTo>
                  <a:pt x="81042" y="95624"/>
                </a:lnTo>
                <a:lnTo>
                  <a:pt x="79640" y="95063"/>
                </a:lnTo>
                <a:lnTo>
                  <a:pt x="78238" y="94783"/>
                </a:lnTo>
                <a:lnTo>
                  <a:pt x="77116" y="94783"/>
                </a:lnTo>
                <a:lnTo>
                  <a:pt x="75714" y="95063"/>
                </a:lnTo>
                <a:lnTo>
                  <a:pt x="74873" y="95624"/>
                </a:lnTo>
                <a:lnTo>
                  <a:pt x="74031" y="96465"/>
                </a:lnTo>
                <a:lnTo>
                  <a:pt x="73751" y="95063"/>
                </a:lnTo>
                <a:lnTo>
                  <a:pt x="73471" y="94502"/>
                </a:lnTo>
                <a:lnTo>
                  <a:pt x="72910" y="94222"/>
                </a:lnTo>
                <a:lnTo>
                  <a:pt x="71788" y="93941"/>
                </a:lnTo>
                <a:lnTo>
                  <a:pt x="70386" y="93941"/>
                </a:lnTo>
                <a:lnTo>
                  <a:pt x="67582" y="94502"/>
                </a:lnTo>
                <a:lnTo>
                  <a:pt x="66180" y="94222"/>
                </a:lnTo>
                <a:lnTo>
                  <a:pt x="65058" y="93661"/>
                </a:lnTo>
                <a:lnTo>
                  <a:pt x="55524" y="94222"/>
                </a:lnTo>
                <a:lnTo>
                  <a:pt x="48793" y="94222"/>
                </a:lnTo>
                <a:lnTo>
                  <a:pt x="42624" y="94502"/>
                </a:lnTo>
                <a:lnTo>
                  <a:pt x="34772" y="95343"/>
                </a:lnTo>
                <a:lnTo>
                  <a:pt x="37296" y="94222"/>
                </a:lnTo>
                <a:lnTo>
                  <a:pt x="38137" y="93380"/>
                </a:lnTo>
                <a:lnTo>
                  <a:pt x="38418" y="93100"/>
                </a:lnTo>
                <a:lnTo>
                  <a:pt x="37296" y="93100"/>
                </a:lnTo>
                <a:lnTo>
                  <a:pt x="34772" y="93380"/>
                </a:lnTo>
                <a:lnTo>
                  <a:pt x="33931" y="93661"/>
                </a:lnTo>
                <a:lnTo>
                  <a:pt x="33651" y="93661"/>
                </a:lnTo>
                <a:lnTo>
                  <a:pt x="33651" y="93380"/>
                </a:lnTo>
                <a:lnTo>
                  <a:pt x="35053" y="92259"/>
                </a:lnTo>
                <a:lnTo>
                  <a:pt x="36455" y="91698"/>
                </a:lnTo>
                <a:lnTo>
                  <a:pt x="39259" y="91698"/>
                </a:lnTo>
                <a:lnTo>
                  <a:pt x="40942" y="92259"/>
                </a:lnTo>
                <a:lnTo>
                  <a:pt x="40942" y="91978"/>
                </a:lnTo>
                <a:lnTo>
                  <a:pt x="40661" y="91418"/>
                </a:lnTo>
                <a:lnTo>
                  <a:pt x="41222" y="90857"/>
                </a:lnTo>
                <a:lnTo>
                  <a:pt x="41783" y="90576"/>
                </a:lnTo>
                <a:lnTo>
                  <a:pt x="42905" y="90296"/>
                </a:lnTo>
                <a:lnTo>
                  <a:pt x="43185" y="90576"/>
                </a:lnTo>
                <a:lnTo>
                  <a:pt x="42063" y="90576"/>
                </a:lnTo>
                <a:lnTo>
                  <a:pt x="42344" y="91137"/>
                </a:lnTo>
                <a:lnTo>
                  <a:pt x="42624" y="91418"/>
                </a:lnTo>
                <a:lnTo>
                  <a:pt x="44307" y="90857"/>
                </a:lnTo>
                <a:lnTo>
                  <a:pt x="46550" y="89735"/>
                </a:lnTo>
                <a:lnTo>
                  <a:pt x="47952" y="89174"/>
                </a:lnTo>
                <a:lnTo>
                  <a:pt x="46830" y="89174"/>
                </a:lnTo>
                <a:lnTo>
                  <a:pt x="46550" y="88894"/>
                </a:lnTo>
                <a:lnTo>
                  <a:pt x="46830" y="88613"/>
                </a:lnTo>
                <a:lnTo>
                  <a:pt x="47111" y="88333"/>
                </a:lnTo>
                <a:lnTo>
                  <a:pt x="47672" y="88052"/>
                </a:lnTo>
                <a:lnTo>
                  <a:pt x="48233" y="88052"/>
                </a:lnTo>
                <a:lnTo>
                  <a:pt x="48513" y="88333"/>
                </a:lnTo>
                <a:lnTo>
                  <a:pt x="48513" y="88894"/>
                </a:lnTo>
                <a:lnTo>
                  <a:pt x="49915" y="88052"/>
                </a:lnTo>
                <a:lnTo>
                  <a:pt x="50756" y="87211"/>
                </a:lnTo>
                <a:lnTo>
                  <a:pt x="51598" y="85809"/>
                </a:lnTo>
                <a:lnTo>
                  <a:pt x="52158" y="85248"/>
                </a:lnTo>
                <a:lnTo>
                  <a:pt x="52719" y="84687"/>
                </a:lnTo>
                <a:lnTo>
                  <a:pt x="53841" y="84407"/>
                </a:lnTo>
                <a:lnTo>
                  <a:pt x="55243" y="84127"/>
                </a:lnTo>
                <a:lnTo>
                  <a:pt x="67638" y="79023"/>
                </a:lnTo>
                <a:lnTo>
                  <a:pt x="67638" y="79023"/>
                </a:lnTo>
                <a:lnTo>
                  <a:pt x="67862" y="78799"/>
                </a:lnTo>
                <a:lnTo>
                  <a:pt x="68703" y="78518"/>
                </a:lnTo>
                <a:lnTo>
                  <a:pt x="68703" y="78518"/>
                </a:lnTo>
                <a:lnTo>
                  <a:pt x="68591" y="78630"/>
                </a:lnTo>
                <a:lnTo>
                  <a:pt x="68591" y="78630"/>
                </a:lnTo>
                <a:lnTo>
                  <a:pt x="69545" y="78238"/>
                </a:lnTo>
                <a:lnTo>
                  <a:pt x="74438" y="76373"/>
                </a:lnTo>
                <a:lnTo>
                  <a:pt x="74438" y="76373"/>
                </a:lnTo>
                <a:lnTo>
                  <a:pt x="74312" y="75994"/>
                </a:lnTo>
                <a:lnTo>
                  <a:pt x="74873" y="75994"/>
                </a:lnTo>
                <a:lnTo>
                  <a:pt x="74791" y="76239"/>
                </a:lnTo>
                <a:lnTo>
                  <a:pt x="74791" y="76239"/>
                </a:lnTo>
                <a:lnTo>
                  <a:pt x="87211" y="71508"/>
                </a:lnTo>
                <a:lnTo>
                  <a:pt x="116936" y="60535"/>
                </a:lnTo>
                <a:lnTo>
                  <a:pt x="116936" y="60535"/>
                </a:lnTo>
                <a:lnTo>
                  <a:pt x="116936" y="59730"/>
                </a:lnTo>
                <a:lnTo>
                  <a:pt x="116936" y="59169"/>
                </a:lnTo>
                <a:lnTo>
                  <a:pt x="117216" y="59169"/>
                </a:lnTo>
                <a:lnTo>
                  <a:pt x="117497" y="59730"/>
                </a:lnTo>
                <a:lnTo>
                  <a:pt x="117497" y="60010"/>
                </a:lnTo>
                <a:lnTo>
                  <a:pt x="116993" y="60514"/>
                </a:lnTo>
                <a:lnTo>
                  <a:pt x="116993" y="60514"/>
                </a:lnTo>
                <a:lnTo>
                  <a:pt x="128994" y="56084"/>
                </a:lnTo>
                <a:lnTo>
                  <a:pt x="173020" y="40100"/>
                </a:lnTo>
                <a:lnTo>
                  <a:pt x="188948" y="34043"/>
                </a:lnTo>
                <a:lnTo>
                  <a:pt x="188948" y="34043"/>
                </a:lnTo>
                <a:lnTo>
                  <a:pt x="189004" y="33931"/>
                </a:lnTo>
                <a:lnTo>
                  <a:pt x="189285" y="33651"/>
                </a:lnTo>
                <a:lnTo>
                  <a:pt x="189565" y="33651"/>
                </a:lnTo>
                <a:lnTo>
                  <a:pt x="189468" y="33846"/>
                </a:lnTo>
                <a:lnTo>
                  <a:pt x="192930" y="32529"/>
                </a:lnTo>
                <a:lnTo>
                  <a:pt x="199660" y="29924"/>
                </a:lnTo>
                <a:lnTo>
                  <a:pt x="199660" y="29924"/>
                </a:lnTo>
                <a:lnTo>
                  <a:pt x="199660" y="29444"/>
                </a:lnTo>
                <a:lnTo>
                  <a:pt x="199941" y="29164"/>
                </a:lnTo>
                <a:lnTo>
                  <a:pt x="200221" y="29164"/>
                </a:lnTo>
                <a:lnTo>
                  <a:pt x="200221" y="29707"/>
                </a:lnTo>
                <a:lnTo>
                  <a:pt x="200221" y="29707"/>
                </a:lnTo>
                <a:lnTo>
                  <a:pt x="205246" y="27762"/>
                </a:lnTo>
                <a:lnTo>
                  <a:pt x="204147" y="27762"/>
                </a:lnTo>
                <a:lnTo>
                  <a:pt x="204708" y="27481"/>
                </a:lnTo>
                <a:lnTo>
                  <a:pt x="204988" y="27201"/>
                </a:lnTo>
                <a:lnTo>
                  <a:pt x="203867" y="26640"/>
                </a:lnTo>
                <a:lnTo>
                  <a:pt x="205269" y="26640"/>
                </a:lnTo>
                <a:lnTo>
                  <a:pt x="205549" y="26921"/>
                </a:lnTo>
                <a:lnTo>
                  <a:pt x="205549" y="27201"/>
                </a:lnTo>
                <a:lnTo>
                  <a:pt x="205549" y="27481"/>
                </a:lnTo>
                <a:lnTo>
                  <a:pt x="205284" y="27747"/>
                </a:lnTo>
                <a:lnTo>
                  <a:pt x="210316" y="25799"/>
                </a:lnTo>
                <a:lnTo>
                  <a:pt x="208914" y="26921"/>
                </a:lnTo>
                <a:lnTo>
                  <a:pt x="208354" y="27762"/>
                </a:lnTo>
                <a:lnTo>
                  <a:pt x="208354" y="28042"/>
                </a:lnTo>
                <a:lnTo>
                  <a:pt x="208914" y="28323"/>
                </a:lnTo>
                <a:lnTo>
                  <a:pt x="209756" y="28042"/>
                </a:lnTo>
                <a:lnTo>
                  <a:pt x="210877" y="27762"/>
                </a:lnTo>
                <a:lnTo>
                  <a:pt x="212279" y="26921"/>
                </a:lnTo>
                <a:lnTo>
                  <a:pt x="213401" y="26079"/>
                </a:lnTo>
                <a:lnTo>
                  <a:pt x="212279" y="27201"/>
                </a:lnTo>
                <a:lnTo>
                  <a:pt x="211999" y="28042"/>
                </a:lnTo>
                <a:lnTo>
                  <a:pt x="213121" y="28042"/>
                </a:lnTo>
                <a:lnTo>
                  <a:pt x="215364" y="27201"/>
                </a:lnTo>
                <a:lnTo>
                  <a:pt x="216486" y="26921"/>
                </a:lnTo>
                <a:lnTo>
                  <a:pt x="217607" y="27201"/>
                </a:lnTo>
                <a:lnTo>
                  <a:pt x="217607" y="26360"/>
                </a:lnTo>
                <a:lnTo>
                  <a:pt x="218168" y="25799"/>
                </a:lnTo>
                <a:lnTo>
                  <a:pt x="219290" y="25518"/>
                </a:lnTo>
                <a:lnTo>
                  <a:pt x="219851" y="25518"/>
                </a:lnTo>
                <a:lnTo>
                  <a:pt x="220412" y="25799"/>
                </a:lnTo>
                <a:lnTo>
                  <a:pt x="220412" y="25799"/>
                </a:lnTo>
                <a:lnTo>
                  <a:pt x="219570" y="24958"/>
                </a:lnTo>
                <a:lnTo>
                  <a:pt x="219570" y="24397"/>
                </a:lnTo>
                <a:lnTo>
                  <a:pt x="220131" y="23836"/>
                </a:lnTo>
                <a:lnTo>
                  <a:pt x="220692" y="24116"/>
                </a:lnTo>
                <a:lnTo>
                  <a:pt x="220692" y="24677"/>
                </a:lnTo>
                <a:lnTo>
                  <a:pt x="220692" y="25799"/>
                </a:lnTo>
                <a:lnTo>
                  <a:pt x="220692" y="26079"/>
                </a:lnTo>
                <a:lnTo>
                  <a:pt x="220692" y="26360"/>
                </a:lnTo>
                <a:lnTo>
                  <a:pt x="221253" y="26360"/>
                </a:lnTo>
                <a:lnTo>
                  <a:pt x="222094" y="26079"/>
                </a:lnTo>
                <a:lnTo>
                  <a:pt x="221814" y="24677"/>
                </a:lnTo>
                <a:lnTo>
                  <a:pt x="222094" y="23836"/>
                </a:lnTo>
                <a:lnTo>
                  <a:pt x="222935" y="23275"/>
                </a:lnTo>
                <a:lnTo>
                  <a:pt x="223777" y="22714"/>
                </a:lnTo>
                <a:lnTo>
                  <a:pt x="224338" y="22714"/>
                </a:lnTo>
                <a:lnTo>
                  <a:pt x="225179" y="22995"/>
                </a:lnTo>
                <a:lnTo>
                  <a:pt x="225179" y="23555"/>
                </a:lnTo>
                <a:lnTo>
                  <a:pt x="224898" y="24116"/>
                </a:lnTo>
                <a:lnTo>
                  <a:pt x="226301" y="23275"/>
                </a:lnTo>
                <a:lnTo>
                  <a:pt x="227142" y="22995"/>
                </a:lnTo>
                <a:lnTo>
                  <a:pt x="227983" y="22714"/>
                </a:lnTo>
                <a:lnTo>
                  <a:pt x="228544" y="22714"/>
                </a:lnTo>
                <a:lnTo>
                  <a:pt x="229946" y="23275"/>
                </a:lnTo>
                <a:lnTo>
                  <a:pt x="230787" y="23555"/>
                </a:lnTo>
                <a:lnTo>
                  <a:pt x="231909" y="23555"/>
                </a:lnTo>
                <a:lnTo>
                  <a:pt x="231629" y="22995"/>
                </a:lnTo>
                <a:lnTo>
                  <a:pt x="231348" y="22714"/>
                </a:lnTo>
                <a:lnTo>
                  <a:pt x="231629" y="22153"/>
                </a:lnTo>
                <a:lnTo>
                  <a:pt x="231909" y="21592"/>
                </a:lnTo>
                <a:lnTo>
                  <a:pt x="233031" y="21032"/>
                </a:lnTo>
                <a:lnTo>
                  <a:pt x="234433" y="20471"/>
                </a:lnTo>
                <a:lnTo>
                  <a:pt x="236115" y="20190"/>
                </a:lnTo>
                <a:lnTo>
                  <a:pt x="237798" y="19910"/>
                </a:lnTo>
                <a:lnTo>
                  <a:pt x="239200" y="20190"/>
                </a:lnTo>
                <a:lnTo>
                  <a:pt x="240322" y="20751"/>
                </a:lnTo>
                <a:lnTo>
                  <a:pt x="240882" y="19910"/>
                </a:lnTo>
                <a:lnTo>
                  <a:pt x="242004" y="19069"/>
                </a:lnTo>
                <a:lnTo>
                  <a:pt x="244808" y="17386"/>
                </a:lnTo>
                <a:lnTo>
                  <a:pt x="245930" y="16825"/>
                </a:lnTo>
                <a:lnTo>
                  <a:pt x="247052" y="16545"/>
                </a:lnTo>
                <a:lnTo>
                  <a:pt x="247332" y="16545"/>
                </a:lnTo>
                <a:lnTo>
                  <a:pt x="247613" y="16825"/>
                </a:lnTo>
                <a:lnTo>
                  <a:pt x="247613" y="17106"/>
                </a:lnTo>
                <a:lnTo>
                  <a:pt x="247613" y="17667"/>
                </a:lnTo>
                <a:lnTo>
                  <a:pt x="247052" y="18227"/>
                </a:lnTo>
                <a:lnTo>
                  <a:pt x="247893" y="17947"/>
                </a:lnTo>
                <a:lnTo>
                  <a:pt x="249015" y="17947"/>
                </a:lnTo>
                <a:lnTo>
                  <a:pt x="249576" y="18227"/>
                </a:lnTo>
                <a:lnTo>
                  <a:pt x="249856" y="18508"/>
                </a:lnTo>
                <a:lnTo>
                  <a:pt x="250136" y="17386"/>
                </a:lnTo>
                <a:lnTo>
                  <a:pt x="250697" y="16825"/>
                </a:lnTo>
                <a:lnTo>
                  <a:pt x="251819" y="16825"/>
                </a:lnTo>
                <a:lnTo>
                  <a:pt x="252941" y="16545"/>
                </a:lnTo>
                <a:lnTo>
                  <a:pt x="254343" y="16545"/>
                </a:lnTo>
                <a:lnTo>
                  <a:pt x="255745" y="15984"/>
                </a:lnTo>
                <a:lnTo>
                  <a:pt x="257708" y="14862"/>
                </a:lnTo>
                <a:lnTo>
                  <a:pt x="259951" y="13180"/>
                </a:lnTo>
                <a:lnTo>
                  <a:pt x="260232" y="13741"/>
                </a:lnTo>
                <a:lnTo>
                  <a:pt x="260792" y="14021"/>
                </a:lnTo>
                <a:lnTo>
                  <a:pt x="261073" y="14302"/>
                </a:lnTo>
                <a:lnTo>
                  <a:pt x="261634" y="14302"/>
                </a:lnTo>
                <a:lnTo>
                  <a:pt x="263036" y="13741"/>
                </a:lnTo>
                <a:lnTo>
                  <a:pt x="264438" y="13180"/>
                </a:lnTo>
                <a:lnTo>
                  <a:pt x="265840" y="12619"/>
                </a:lnTo>
                <a:lnTo>
                  <a:pt x="267242" y="12339"/>
                </a:lnTo>
                <a:lnTo>
                  <a:pt x="268364" y="12339"/>
                </a:lnTo>
                <a:lnTo>
                  <a:pt x="268925" y="12619"/>
                </a:lnTo>
                <a:lnTo>
                  <a:pt x="269205" y="13180"/>
                </a:lnTo>
                <a:lnTo>
                  <a:pt x="270046" y="12619"/>
                </a:lnTo>
                <a:lnTo>
                  <a:pt x="270046" y="12339"/>
                </a:lnTo>
                <a:lnTo>
                  <a:pt x="269766" y="12058"/>
                </a:lnTo>
                <a:lnTo>
                  <a:pt x="270046" y="11778"/>
                </a:lnTo>
                <a:lnTo>
                  <a:pt x="270607" y="11497"/>
                </a:lnTo>
                <a:lnTo>
                  <a:pt x="270888" y="12058"/>
                </a:lnTo>
                <a:lnTo>
                  <a:pt x="271168" y="12619"/>
                </a:lnTo>
                <a:lnTo>
                  <a:pt x="272009" y="12619"/>
                </a:lnTo>
                <a:lnTo>
                  <a:pt x="272851" y="12058"/>
                </a:lnTo>
                <a:lnTo>
                  <a:pt x="273972" y="11217"/>
                </a:lnTo>
                <a:lnTo>
                  <a:pt x="275094" y="10376"/>
                </a:lnTo>
                <a:lnTo>
                  <a:pt x="276496" y="9534"/>
                </a:lnTo>
                <a:lnTo>
                  <a:pt x="278179" y="9534"/>
                </a:lnTo>
                <a:lnTo>
                  <a:pt x="278739" y="10095"/>
                </a:lnTo>
                <a:lnTo>
                  <a:pt x="279300" y="9254"/>
                </a:lnTo>
                <a:lnTo>
                  <a:pt x="279861" y="8693"/>
                </a:lnTo>
                <a:lnTo>
                  <a:pt x="281824" y="7852"/>
                </a:lnTo>
                <a:lnTo>
                  <a:pt x="284067" y="7011"/>
                </a:lnTo>
                <a:lnTo>
                  <a:pt x="284909" y="6450"/>
                </a:lnTo>
                <a:lnTo>
                  <a:pt x="285750" y="5889"/>
                </a:lnTo>
                <a:lnTo>
                  <a:pt x="285189" y="5889"/>
                </a:lnTo>
                <a:lnTo>
                  <a:pt x="284628" y="6169"/>
                </a:lnTo>
                <a:lnTo>
                  <a:pt x="282946" y="7011"/>
                </a:lnTo>
                <a:lnTo>
                  <a:pt x="281544" y="7852"/>
                </a:lnTo>
                <a:lnTo>
                  <a:pt x="281263" y="7852"/>
                </a:lnTo>
                <a:lnTo>
                  <a:pt x="281544" y="7291"/>
                </a:lnTo>
                <a:lnTo>
                  <a:pt x="284628" y="5328"/>
                </a:lnTo>
                <a:lnTo>
                  <a:pt x="285189" y="5048"/>
                </a:lnTo>
                <a:lnTo>
                  <a:pt x="282665" y="5048"/>
                </a:lnTo>
                <a:lnTo>
                  <a:pt x="281263" y="4487"/>
                </a:lnTo>
                <a:lnTo>
                  <a:pt x="284067" y="3645"/>
                </a:lnTo>
                <a:lnTo>
                  <a:pt x="283787" y="3645"/>
                </a:lnTo>
                <a:lnTo>
                  <a:pt x="282665" y="3365"/>
                </a:lnTo>
                <a:lnTo>
                  <a:pt x="282385" y="3085"/>
                </a:lnTo>
                <a:lnTo>
                  <a:pt x="282665" y="2804"/>
                </a:lnTo>
                <a:lnTo>
                  <a:pt x="283507" y="3085"/>
                </a:lnTo>
                <a:lnTo>
                  <a:pt x="283787" y="3085"/>
                </a:lnTo>
                <a:lnTo>
                  <a:pt x="283787" y="2804"/>
                </a:lnTo>
                <a:lnTo>
                  <a:pt x="283507" y="2524"/>
                </a:lnTo>
                <a:lnTo>
                  <a:pt x="282665" y="1683"/>
                </a:lnTo>
                <a:lnTo>
                  <a:pt x="282105" y="1683"/>
                </a:lnTo>
                <a:lnTo>
                  <a:pt x="281544" y="1963"/>
                </a:lnTo>
                <a:lnTo>
                  <a:pt x="275374" y="1402"/>
                </a:lnTo>
                <a:close/>
              </a:path>
            </a:pathLst>
          </a:custGeom>
          <a:solidFill>
            <a:srgbClr val="FA90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Manrope"/>
              <a:ea typeface="Manrope"/>
              <a:cs typeface="Manrope"/>
              <a:sym typeface="Manrope"/>
            </a:endParaRPr>
          </a:p>
        </p:txBody>
      </p:sp>
      <p:pic>
        <p:nvPicPr>
          <p:cNvPr id="646" name="Google Shape;646;p53"/>
          <p:cNvPicPr preferRelativeResize="0"/>
          <p:nvPr/>
        </p:nvPicPr>
        <p:blipFill>
          <a:blip r:embed="rId3">
            <a:alphaModFix/>
          </a:blip>
          <a:stretch>
            <a:fillRect/>
          </a:stretch>
        </p:blipFill>
        <p:spPr>
          <a:xfrm rot="-634246">
            <a:off x="3679343" y="1796745"/>
            <a:ext cx="2025838" cy="1499484"/>
          </a:xfrm>
          <a:prstGeom prst="rect">
            <a:avLst/>
          </a:prstGeom>
          <a:noFill/>
          <a:ln>
            <a:noFill/>
          </a:ln>
        </p:spPr>
      </p:pic>
      <p:pic>
        <p:nvPicPr>
          <p:cNvPr id="647" name="Google Shape;647;p53"/>
          <p:cNvPicPr preferRelativeResize="0"/>
          <p:nvPr/>
        </p:nvPicPr>
        <p:blipFill>
          <a:blip r:embed="rId4">
            <a:alphaModFix/>
          </a:blip>
          <a:stretch>
            <a:fillRect/>
          </a:stretch>
        </p:blipFill>
        <p:spPr>
          <a:xfrm rot="-1997736">
            <a:off x="6371480" y="1977467"/>
            <a:ext cx="2610290" cy="1049422"/>
          </a:xfrm>
          <a:prstGeom prst="rect">
            <a:avLst/>
          </a:prstGeom>
          <a:noFill/>
          <a:ln>
            <a:noFill/>
          </a:ln>
        </p:spPr>
      </p:pic>
      <p:sp>
        <p:nvSpPr>
          <p:cNvPr id="648" name="Google Shape;648;p53"/>
          <p:cNvSpPr txBox="1"/>
          <p:nvPr/>
        </p:nvSpPr>
        <p:spPr>
          <a:xfrm>
            <a:off x="3398250" y="3751350"/>
            <a:ext cx="25206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rgbClr val="FF56B0"/>
                </a:solidFill>
                <a:latin typeface="Lexend"/>
                <a:ea typeface="Lexend"/>
                <a:cs typeface="Lexend"/>
                <a:sym typeface="Lexend"/>
              </a:rPr>
              <a:t>Wrist-Powered </a:t>
            </a:r>
            <a:r>
              <a:rPr lang="en" sz="1600">
                <a:solidFill>
                  <a:srgbClr val="000000"/>
                </a:solidFill>
                <a:latin typeface="Lexend Medium"/>
                <a:ea typeface="Lexend Medium"/>
                <a:cs typeface="Lexend Medium"/>
                <a:sym typeface="Lexend Medium"/>
              </a:rPr>
              <a:t>Devices</a:t>
            </a:r>
            <a:endParaRPr sz="1600">
              <a:solidFill>
                <a:srgbClr val="000000"/>
              </a:solidFill>
              <a:latin typeface="Lexend Medium"/>
              <a:ea typeface="Lexend Medium"/>
              <a:cs typeface="Lexend Medium"/>
              <a:sym typeface="Lexend Medium"/>
            </a:endParaRPr>
          </a:p>
        </p:txBody>
      </p:sp>
      <p:sp>
        <p:nvSpPr>
          <p:cNvPr id="649" name="Google Shape;649;p53"/>
          <p:cNvSpPr txBox="1"/>
          <p:nvPr/>
        </p:nvSpPr>
        <p:spPr>
          <a:xfrm>
            <a:off x="6136050" y="3755250"/>
            <a:ext cx="25206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rgbClr val="32C2E1"/>
                </a:solidFill>
                <a:latin typeface="Lexend"/>
                <a:ea typeface="Lexend"/>
                <a:cs typeface="Lexend"/>
                <a:sym typeface="Lexend"/>
              </a:rPr>
              <a:t>Elbow-Powered </a:t>
            </a:r>
            <a:r>
              <a:rPr lang="en" sz="1600">
                <a:solidFill>
                  <a:srgbClr val="000000"/>
                </a:solidFill>
                <a:latin typeface="Lexend Medium"/>
                <a:ea typeface="Lexend Medium"/>
                <a:cs typeface="Lexend Medium"/>
                <a:sym typeface="Lexend Medium"/>
              </a:rPr>
              <a:t>Devices</a:t>
            </a:r>
            <a:endParaRPr sz="1600">
              <a:solidFill>
                <a:srgbClr val="000000"/>
              </a:solidFill>
              <a:latin typeface="Lexend Medium"/>
              <a:ea typeface="Lexend Medium"/>
              <a:cs typeface="Lexend Medium"/>
              <a:sym typeface="Lexend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54"/>
          <p:cNvSpPr/>
          <p:nvPr/>
        </p:nvSpPr>
        <p:spPr>
          <a:xfrm>
            <a:off x="277500" y="277500"/>
            <a:ext cx="4536300" cy="4582500"/>
          </a:xfrm>
          <a:prstGeom prst="roundRect">
            <a:avLst>
              <a:gd fmla="val 1319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55" name="Google Shape;655;p54"/>
          <p:cNvSpPr txBox="1"/>
          <p:nvPr>
            <p:ph type="title"/>
          </p:nvPr>
        </p:nvSpPr>
        <p:spPr>
          <a:xfrm>
            <a:off x="4980350" y="199575"/>
            <a:ext cx="4043100" cy="563100"/>
          </a:xfrm>
          <a:prstGeom prst="rect">
            <a:avLst/>
          </a:prstGeom>
        </p:spPr>
        <p:txBody>
          <a:bodyPr anchorCtr="0" anchor="t" bIns="0" lIns="0" spcFirstLastPara="1" rIns="0" wrap="square" tIns="91425">
            <a:noAutofit/>
          </a:bodyPr>
          <a:lstStyle/>
          <a:p>
            <a:pPr indent="0" lvl="0" marL="0" rtl="0" algn="l">
              <a:lnSpc>
                <a:spcPct val="115000"/>
              </a:lnSpc>
              <a:spcBef>
                <a:spcPts val="1800"/>
              </a:spcBef>
              <a:spcAft>
                <a:spcPts val="0"/>
              </a:spcAft>
              <a:buClr>
                <a:schemeClr val="lt1"/>
              </a:buClr>
              <a:buSzPts val="1100"/>
              <a:buFont typeface="Arial"/>
              <a:buNone/>
            </a:pPr>
            <a:r>
              <a:rPr b="1" lang="en" sz="1700">
                <a:solidFill>
                  <a:schemeClr val="lt1"/>
                </a:solidFill>
                <a:latin typeface="Arial"/>
                <a:ea typeface="Arial"/>
                <a:cs typeface="Arial"/>
                <a:sym typeface="Arial"/>
              </a:rPr>
              <a:t>Big Hands e-NABLE Fremont (Our Chapter)</a:t>
            </a:r>
            <a:endParaRPr b="1" sz="1700">
              <a:solidFill>
                <a:schemeClr val="lt1"/>
              </a:solidFill>
              <a:latin typeface="Arial"/>
              <a:ea typeface="Arial"/>
              <a:cs typeface="Arial"/>
              <a:sym typeface="Arial"/>
            </a:endParaRPr>
          </a:p>
          <a:p>
            <a:pPr indent="0" lvl="0" marL="0" rtl="0" algn="l">
              <a:spcBef>
                <a:spcPts val="400"/>
              </a:spcBef>
              <a:spcAft>
                <a:spcPts val="0"/>
              </a:spcAft>
              <a:buNone/>
            </a:pPr>
            <a:r>
              <a:t/>
            </a:r>
            <a:endParaRPr/>
          </a:p>
        </p:txBody>
      </p:sp>
      <p:sp>
        <p:nvSpPr>
          <p:cNvPr id="656" name="Google Shape;656;p54"/>
          <p:cNvSpPr/>
          <p:nvPr/>
        </p:nvSpPr>
        <p:spPr>
          <a:xfrm>
            <a:off x="5595650" y="980125"/>
            <a:ext cx="2313900" cy="781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57" name="Google Shape;657;p54"/>
          <p:cNvSpPr txBox="1"/>
          <p:nvPr/>
        </p:nvSpPr>
        <p:spPr>
          <a:xfrm>
            <a:off x="5784230" y="1141075"/>
            <a:ext cx="1896000" cy="1692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b="1" lang="en" sz="1100">
                <a:solidFill>
                  <a:schemeClr val="lt1"/>
                </a:solidFill>
              </a:rPr>
              <a:t>Location</a:t>
            </a:r>
            <a:r>
              <a:rPr lang="en" sz="1100">
                <a:solidFill>
                  <a:schemeClr val="lt1"/>
                </a:solidFill>
              </a:rPr>
              <a:t>: Fremont / Bay Area</a:t>
            </a:r>
            <a:endParaRPr sz="800">
              <a:solidFill>
                <a:schemeClr val="dk1"/>
              </a:solidFill>
              <a:latin typeface="Arimo"/>
              <a:ea typeface="Arimo"/>
              <a:cs typeface="Arimo"/>
              <a:sym typeface="Arimo"/>
            </a:endParaRPr>
          </a:p>
        </p:txBody>
      </p:sp>
      <p:sp>
        <p:nvSpPr>
          <p:cNvPr id="658" name="Google Shape;658;p54"/>
          <p:cNvSpPr/>
          <p:nvPr/>
        </p:nvSpPr>
        <p:spPr>
          <a:xfrm>
            <a:off x="6084948" y="1919771"/>
            <a:ext cx="2781600" cy="1233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59" name="Google Shape;659;p54"/>
          <p:cNvSpPr txBox="1"/>
          <p:nvPr/>
        </p:nvSpPr>
        <p:spPr>
          <a:xfrm>
            <a:off x="6273550" y="2080725"/>
            <a:ext cx="2592900" cy="11430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b="1" lang="en" sz="1100">
                <a:solidFill>
                  <a:schemeClr val="dk1"/>
                </a:solidFill>
                <a:latin typeface="Arimo"/>
                <a:ea typeface="Arimo"/>
                <a:cs typeface="Arimo"/>
                <a:sym typeface="Arimo"/>
              </a:rPr>
              <a:t>Target audience:</a:t>
            </a:r>
            <a:endParaRPr b="1" sz="1100">
              <a:solidFill>
                <a:schemeClr val="dk1"/>
              </a:solidFill>
              <a:latin typeface="Arimo"/>
              <a:ea typeface="Arimo"/>
              <a:cs typeface="Arimo"/>
              <a:sym typeface="Arimo"/>
            </a:endParaRPr>
          </a:p>
          <a:p>
            <a:pPr indent="-298450" lvl="0" marL="457200" rtl="0" algn="l">
              <a:lnSpc>
                <a:spcPct val="115000"/>
              </a:lnSpc>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Children and adults with upper-limb differences (local and global)</a:t>
            </a:r>
            <a:endParaRPr sz="1100">
              <a:solidFill>
                <a:schemeClr val="dk1"/>
              </a:solidFill>
              <a:latin typeface="Arimo"/>
              <a:ea typeface="Arimo"/>
              <a:cs typeface="Arimo"/>
              <a:sym typeface="Arimo"/>
            </a:endParaRPr>
          </a:p>
          <a:p>
            <a:pPr indent="-298450" lvl="0" marL="457200" rtl="0" algn="l">
              <a:lnSpc>
                <a:spcPct val="115000"/>
              </a:lnSpc>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Local schools &amp; youth volunteers</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100">
              <a:solidFill>
                <a:schemeClr val="dk1"/>
              </a:solidFill>
              <a:latin typeface="Arimo"/>
              <a:ea typeface="Arimo"/>
              <a:cs typeface="Arimo"/>
              <a:sym typeface="Arimo"/>
            </a:endParaRPr>
          </a:p>
        </p:txBody>
      </p:sp>
      <p:sp>
        <p:nvSpPr>
          <p:cNvPr id="660" name="Google Shape;660;p54"/>
          <p:cNvSpPr/>
          <p:nvPr/>
        </p:nvSpPr>
        <p:spPr>
          <a:xfrm>
            <a:off x="5595650" y="3491975"/>
            <a:ext cx="2313900" cy="1233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61" name="Google Shape;661;p54"/>
          <p:cNvSpPr txBox="1"/>
          <p:nvPr/>
        </p:nvSpPr>
        <p:spPr>
          <a:xfrm>
            <a:off x="5784230" y="3652925"/>
            <a:ext cx="1896000" cy="9483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b="1" lang="en" sz="1100">
                <a:solidFill>
                  <a:schemeClr val="dk1"/>
                </a:solidFill>
                <a:latin typeface="Arimo"/>
                <a:ea typeface="Arimo"/>
                <a:cs typeface="Arimo"/>
                <a:sym typeface="Arimo"/>
              </a:rPr>
              <a:t>Focus on:</a:t>
            </a:r>
            <a:endParaRPr b="1" sz="1100">
              <a:solidFill>
                <a:schemeClr val="dk1"/>
              </a:solidFill>
              <a:latin typeface="Arimo"/>
              <a:ea typeface="Arimo"/>
              <a:cs typeface="Arimo"/>
              <a:sym typeface="Arimo"/>
            </a:endParaRPr>
          </a:p>
          <a:p>
            <a:pPr indent="-298450" lvl="0" marL="457200" rtl="0" algn="l">
              <a:lnSpc>
                <a:spcPct val="115000"/>
              </a:lnSpc>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Education</a:t>
            </a:r>
            <a:endParaRPr sz="1100">
              <a:solidFill>
                <a:schemeClr val="dk1"/>
              </a:solidFill>
              <a:latin typeface="Arimo"/>
              <a:ea typeface="Arimo"/>
              <a:cs typeface="Arimo"/>
              <a:sym typeface="Arimo"/>
            </a:endParaRPr>
          </a:p>
          <a:p>
            <a:pPr indent="-298450" lvl="0" marL="457200" rtl="0" algn="l">
              <a:lnSpc>
                <a:spcPct val="115000"/>
              </a:lnSpc>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Service</a:t>
            </a:r>
            <a:endParaRPr sz="1100">
              <a:solidFill>
                <a:schemeClr val="dk1"/>
              </a:solidFill>
              <a:latin typeface="Arimo"/>
              <a:ea typeface="Arimo"/>
              <a:cs typeface="Arimo"/>
              <a:sym typeface="Arimo"/>
            </a:endParaRPr>
          </a:p>
          <a:p>
            <a:pPr indent="-298450" lvl="0" marL="457200" rtl="0" algn="l">
              <a:lnSpc>
                <a:spcPct val="115000"/>
              </a:lnSpc>
              <a:spcBef>
                <a:spcPts val="0"/>
              </a:spcBef>
              <a:spcAft>
                <a:spcPts val="0"/>
              </a:spcAft>
              <a:buClr>
                <a:schemeClr val="dk1"/>
              </a:buClr>
              <a:buSzPts val="1100"/>
              <a:buFont typeface="Arimo"/>
              <a:buChar char="●"/>
            </a:pPr>
            <a:r>
              <a:rPr lang="en" sz="1100">
                <a:solidFill>
                  <a:schemeClr val="dk1"/>
                </a:solidFill>
                <a:latin typeface="Arimo"/>
                <a:ea typeface="Arimo"/>
                <a:cs typeface="Arimo"/>
                <a:sym typeface="Arimo"/>
              </a:rPr>
              <a:t>Engineering-for-good</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t/>
            </a:r>
            <a:endParaRPr sz="1100">
              <a:solidFill>
                <a:schemeClr val="dk1"/>
              </a:solidFill>
              <a:latin typeface="Arimo"/>
              <a:ea typeface="Arimo"/>
              <a:cs typeface="Arimo"/>
              <a:sym typeface="Arimo"/>
            </a:endParaRPr>
          </a:p>
        </p:txBody>
      </p:sp>
      <p:cxnSp>
        <p:nvCxnSpPr>
          <p:cNvPr id="662" name="Google Shape;662;p54"/>
          <p:cNvCxnSpPr/>
          <p:nvPr/>
        </p:nvCxnSpPr>
        <p:spPr>
          <a:xfrm>
            <a:off x="2357450" y="1427275"/>
            <a:ext cx="3145800" cy="0"/>
          </a:xfrm>
          <a:prstGeom prst="straightConnector1">
            <a:avLst/>
          </a:prstGeom>
          <a:noFill/>
          <a:ln cap="flat" cmpd="sng" w="9525">
            <a:solidFill>
              <a:schemeClr val="dk1"/>
            </a:solidFill>
            <a:prstDash val="solid"/>
            <a:round/>
            <a:headEnd len="med" w="med" type="none"/>
            <a:tailEnd len="med" w="med" type="oval"/>
          </a:ln>
        </p:spPr>
      </p:cxnSp>
      <p:cxnSp>
        <p:nvCxnSpPr>
          <p:cNvPr id="663" name="Google Shape;663;p54"/>
          <p:cNvCxnSpPr/>
          <p:nvPr/>
        </p:nvCxnSpPr>
        <p:spPr>
          <a:xfrm>
            <a:off x="4071950" y="2628350"/>
            <a:ext cx="1998000" cy="18000"/>
          </a:xfrm>
          <a:prstGeom prst="straightConnector1">
            <a:avLst/>
          </a:prstGeom>
          <a:noFill/>
          <a:ln cap="flat" cmpd="sng" w="9525">
            <a:solidFill>
              <a:schemeClr val="dk1"/>
            </a:solidFill>
            <a:prstDash val="solid"/>
            <a:round/>
            <a:headEnd len="med" w="med" type="none"/>
            <a:tailEnd len="med" w="med" type="oval"/>
          </a:ln>
        </p:spPr>
      </p:cxnSp>
      <p:cxnSp>
        <p:nvCxnSpPr>
          <p:cNvPr id="664" name="Google Shape;664;p54"/>
          <p:cNvCxnSpPr/>
          <p:nvPr/>
        </p:nvCxnSpPr>
        <p:spPr>
          <a:xfrm>
            <a:off x="3524900" y="3916375"/>
            <a:ext cx="1959300" cy="0"/>
          </a:xfrm>
          <a:prstGeom prst="straightConnector1">
            <a:avLst/>
          </a:prstGeom>
          <a:noFill/>
          <a:ln cap="flat" cmpd="sng" w="9525">
            <a:solidFill>
              <a:schemeClr val="dk1"/>
            </a:solidFill>
            <a:prstDash val="solid"/>
            <a:round/>
            <a:headEnd len="med" w="med" type="none"/>
            <a:tailEnd len="med" w="med" type="oval"/>
          </a:ln>
        </p:spPr>
      </p:cxnSp>
      <p:sp>
        <p:nvSpPr>
          <p:cNvPr id="665" name="Google Shape;665;p5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666" name="Google Shape;666;p54"/>
          <p:cNvPicPr preferRelativeResize="0"/>
          <p:nvPr/>
        </p:nvPicPr>
        <p:blipFill>
          <a:blip r:embed="rId3">
            <a:alphaModFix/>
          </a:blip>
          <a:stretch>
            <a:fillRect/>
          </a:stretch>
        </p:blipFill>
        <p:spPr>
          <a:xfrm>
            <a:off x="490572" y="535200"/>
            <a:ext cx="2676900" cy="1784151"/>
          </a:xfrm>
          <a:prstGeom prst="rect">
            <a:avLst/>
          </a:prstGeom>
          <a:noFill/>
          <a:ln>
            <a:noFill/>
          </a:ln>
        </p:spPr>
      </p:pic>
      <p:pic>
        <p:nvPicPr>
          <p:cNvPr id="667" name="Google Shape;667;p54"/>
          <p:cNvPicPr preferRelativeResize="0"/>
          <p:nvPr/>
        </p:nvPicPr>
        <p:blipFill>
          <a:blip r:embed="rId4">
            <a:alphaModFix/>
          </a:blip>
          <a:stretch>
            <a:fillRect/>
          </a:stretch>
        </p:blipFill>
        <p:spPr>
          <a:xfrm>
            <a:off x="2520200" y="2470575"/>
            <a:ext cx="1669800" cy="222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5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673" name="Google Shape;673;p55"/>
          <p:cNvSpPr txBox="1"/>
          <p:nvPr>
            <p:ph type="title"/>
          </p:nvPr>
        </p:nvSpPr>
        <p:spPr>
          <a:xfrm>
            <a:off x="625375" y="590600"/>
            <a:ext cx="7815000" cy="38883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Clr>
                <a:schemeClr val="lt1"/>
              </a:buClr>
              <a:buSzPts val="1100"/>
              <a:buFont typeface="Arial"/>
              <a:buNone/>
            </a:pPr>
            <a:r>
              <a:rPr b="1" lang="en" sz="3000">
                <a:solidFill>
                  <a:schemeClr val="lt1"/>
                </a:solidFill>
                <a:latin typeface="Arial"/>
                <a:ea typeface="Arial"/>
                <a:cs typeface="Arial"/>
                <a:sym typeface="Arial"/>
              </a:rPr>
              <a:t>Volunteer Roles</a:t>
            </a:r>
            <a:endParaRPr b="1" sz="3000">
              <a:solidFill>
                <a:schemeClr val="lt1"/>
              </a:solidFill>
              <a:latin typeface="Arial"/>
              <a:ea typeface="Arial"/>
              <a:cs typeface="Arial"/>
              <a:sym typeface="Arial"/>
            </a:endParaRPr>
          </a:p>
          <a:p>
            <a:pPr indent="0" lvl="0" marL="457200" rtl="0" algn="l">
              <a:lnSpc>
                <a:spcPct val="115000"/>
              </a:lnSpc>
              <a:spcBef>
                <a:spcPts val="1200"/>
              </a:spcBef>
              <a:spcAft>
                <a:spcPts val="0"/>
              </a:spcAft>
              <a:buNone/>
            </a:pPr>
            <a:r>
              <a:rPr b="1" lang="en" sz="2000">
                <a:solidFill>
                  <a:schemeClr val="lt1"/>
                </a:solidFill>
                <a:latin typeface="Arial"/>
                <a:ea typeface="Arial"/>
                <a:cs typeface="Arial"/>
                <a:sym typeface="Arial"/>
              </a:rPr>
              <a:t>3 existing groups:</a:t>
            </a:r>
            <a:endParaRPr b="1" sz="2000">
              <a:solidFill>
                <a:schemeClr val="lt1"/>
              </a:solidFill>
              <a:latin typeface="Arial"/>
              <a:ea typeface="Arial"/>
              <a:cs typeface="Arial"/>
              <a:sym typeface="Arial"/>
            </a:endParaRPr>
          </a:p>
          <a:p>
            <a:pPr indent="-355600" lvl="0" marL="457200" rtl="0" algn="l">
              <a:lnSpc>
                <a:spcPct val="115000"/>
              </a:lnSpc>
              <a:spcBef>
                <a:spcPts val="1200"/>
              </a:spcBef>
              <a:spcAft>
                <a:spcPts val="0"/>
              </a:spcAft>
              <a:buClr>
                <a:schemeClr val="lt1"/>
              </a:buClr>
              <a:buSzPts val="2000"/>
              <a:buFont typeface="Arial"/>
              <a:buChar char="-"/>
            </a:pPr>
            <a:r>
              <a:rPr b="1" lang="en" sz="2000">
                <a:solidFill>
                  <a:schemeClr val="lt1"/>
                </a:solidFill>
                <a:latin typeface="Arial"/>
                <a:ea typeface="Arial"/>
                <a:cs typeface="Arial"/>
                <a:sym typeface="Arial"/>
              </a:rPr>
              <a:t>Technical</a:t>
            </a:r>
            <a:endParaRPr b="1" sz="2000">
              <a:solidFill>
                <a:schemeClr val="lt1"/>
              </a:solidFill>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Font typeface="Arial"/>
              <a:buChar char="-"/>
            </a:pPr>
            <a:r>
              <a:rPr b="1" lang="en" sz="2000">
                <a:solidFill>
                  <a:schemeClr val="lt1"/>
                </a:solidFill>
                <a:latin typeface="Arial"/>
                <a:ea typeface="Arial"/>
                <a:cs typeface="Arial"/>
                <a:sym typeface="Arial"/>
              </a:rPr>
              <a:t>Finance</a:t>
            </a:r>
            <a:endParaRPr b="1" sz="2000">
              <a:solidFill>
                <a:schemeClr val="lt1"/>
              </a:solidFill>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Font typeface="Arial"/>
              <a:buChar char="-"/>
            </a:pPr>
            <a:r>
              <a:rPr b="1" lang="en" sz="2000">
                <a:solidFill>
                  <a:schemeClr val="lt1"/>
                </a:solidFill>
                <a:latin typeface="Arial"/>
                <a:ea typeface="Arial"/>
                <a:cs typeface="Arial"/>
                <a:sym typeface="Arial"/>
              </a:rPr>
              <a:t>Social Media (Instagram &amp; Gmail)</a:t>
            </a:r>
            <a:endParaRPr b="1" sz="2000">
              <a:solidFill>
                <a:schemeClr val="lt1"/>
              </a:solidFill>
              <a:latin typeface="Arial"/>
              <a:ea typeface="Arial"/>
              <a:cs typeface="Arial"/>
              <a:sym typeface="Arial"/>
            </a:endParaRPr>
          </a:p>
          <a:p>
            <a:pPr indent="0" lvl="0" marL="457200" rtl="0" algn="l">
              <a:lnSpc>
                <a:spcPct val="115000"/>
              </a:lnSpc>
              <a:spcBef>
                <a:spcPts val="1200"/>
              </a:spcBef>
              <a:spcAft>
                <a:spcPts val="0"/>
              </a:spcAft>
              <a:buNone/>
            </a:pPr>
            <a:r>
              <a:rPr lang="en" sz="2000">
                <a:solidFill>
                  <a:schemeClr val="lt1"/>
                </a:solidFill>
                <a:latin typeface="Arial"/>
                <a:ea typeface="Arial"/>
                <a:cs typeface="Arial"/>
                <a:sym typeface="Arial"/>
              </a:rPr>
              <a:t>Future:</a:t>
            </a:r>
            <a:endParaRPr sz="2000">
              <a:solidFill>
                <a:schemeClr val="lt1"/>
              </a:solidFill>
              <a:latin typeface="Arial"/>
              <a:ea typeface="Arial"/>
              <a:cs typeface="Arial"/>
              <a:sym typeface="Arial"/>
            </a:endParaRPr>
          </a:p>
          <a:p>
            <a:pPr indent="-355600" lvl="0" marL="457200" rtl="0" algn="l">
              <a:lnSpc>
                <a:spcPct val="115000"/>
              </a:lnSpc>
              <a:spcBef>
                <a:spcPts val="1200"/>
              </a:spcBef>
              <a:spcAft>
                <a:spcPts val="0"/>
              </a:spcAft>
              <a:buClr>
                <a:schemeClr val="lt1"/>
              </a:buClr>
              <a:buSzPts val="2000"/>
              <a:buChar char="-"/>
            </a:pPr>
            <a:r>
              <a:rPr b="1" lang="en" sz="2000">
                <a:solidFill>
                  <a:schemeClr val="lt1"/>
                </a:solidFill>
                <a:latin typeface="Arial"/>
                <a:ea typeface="Arial"/>
                <a:cs typeface="Arial"/>
                <a:sym typeface="Arial"/>
              </a:rPr>
              <a:t>Outreach</a:t>
            </a:r>
            <a:endParaRPr b="1" sz="2000">
              <a:solidFill>
                <a:schemeClr val="lt1"/>
              </a:solidFill>
              <a:latin typeface="Arial"/>
              <a:ea typeface="Arial"/>
              <a:cs typeface="Arial"/>
              <a:sym typeface="Arial"/>
            </a:endParaRPr>
          </a:p>
          <a:p>
            <a:pPr indent="-355600" lvl="0" marL="457200" rtl="0" algn="l">
              <a:lnSpc>
                <a:spcPct val="115000"/>
              </a:lnSpc>
              <a:spcBef>
                <a:spcPts val="0"/>
              </a:spcBef>
              <a:spcAft>
                <a:spcPts val="0"/>
              </a:spcAft>
              <a:buClr>
                <a:schemeClr val="lt1"/>
              </a:buClr>
              <a:buSzPts val="2000"/>
              <a:buChar char="-"/>
            </a:pPr>
            <a:r>
              <a:rPr b="1" lang="en" sz="2000">
                <a:solidFill>
                  <a:schemeClr val="lt1"/>
                </a:solidFill>
                <a:latin typeface="Arial"/>
                <a:ea typeface="Arial"/>
                <a:cs typeface="Arial"/>
                <a:sym typeface="Arial"/>
              </a:rPr>
              <a:t>Logistics</a:t>
            </a:r>
            <a:endParaRPr b="1" sz="2000">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6"/>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679" name="Google Shape;679;p56"/>
          <p:cNvSpPr txBox="1"/>
          <p:nvPr>
            <p:ph type="title"/>
          </p:nvPr>
        </p:nvSpPr>
        <p:spPr>
          <a:xfrm>
            <a:off x="595475" y="104675"/>
            <a:ext cx="7815000" cy="49347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None/>
            </a:pPr>
            <a:r>
              <a:rPr b="1" lang="en" sz="2000">
                <a:solidFill>
                  <a:schemeClr val="lt1"/>
                </a:solidFill>
                <a:latin typeface="Arial"/>
                <a:ea typeface="Arial"/>
                <a:cs typeface="Arial"/>
                <a:sym typeface="Arial"/>
              </a:rPr>
              <a:t>Chapter</a:t>
            </a:r>
            <a:r>
              <a:rPr b="1" lang="en" sz="2000">
                <a:solidFill>
                  <a:schemeClr val="lt1"/>
                </a:solidFill>
                <a:latin typeface="Arial"/>
                <a:ea typeface="Arial"/>
                <a:cs typeface="Arial"/>
                <a:sym typeface="Arial"/>
              </a:rPr>
              <a:t> Growth</a:t>
            </a:r>
            <a:endParaRPr b="1" sz="2000">
              <a:solidFill>
                <a:schemeClr val="lt1"/>
              </a:solidFill>
              <a:latin typeface="Arial"/>
              <a:ea typeface="Arial"/>
              <a:cs typeface="Arial"/>
              <a:sym typeface="Arial"/>
            </a:endParaRPr>
          </a:p>
          <a:p>
            <a:pPr indent="0" lvl="0" marL="0" rtl="0" algn="l">
              <a:lnSpc>
                <a:spcPct val="115000"/>
              </a:lnSpc>
              <a:spcBef>
                <a:spcPts val="1800"/>
              </a:spcBef>
              <a:spcAft>
                <a:spcPts val="0"/>
              </a:spcAft>
              <a:buNone/>
            </a:pPr>
            <a:r>
              <a:rPr b="1" lang="en" sz="1700">
                <a:solidFill>
                  <a:schemeClr val="lt1"/>
                </a:solidFill>
                <a:latin typeface="Arial"/>
                <a:ea typeface="Arial"/>
                <a:cs typeface="Arial"/>
                <a:sym typeface="Arial"/>
              </a:rPr>
              <a:t>Phase 1 (Launch) - Jan., 2026</a:t>
            </a:r>
            <a:endParaRPr b="1" sz="1700">
              <a:solidFill>
                <a:schemeClr val="lt1"/>
              </a:solidFill>
              <a:latin typeface="Arial"/>
              <a:ea typeface="Arial"/>
              <a:cs typeface="Arial"/>
              <a:sym typeface="Arial"/>
            </a:endParaRPr>
          </a:p>
          <a:p>
            <a:pPr indent="-323850" lvl="0" marL="457200" rtl="0" algn="l">
              <a:lnSpc>
                <a:spcPct val="115000"/>
              </a:lnSpc>
              <a:spcBef>
                <a:spcPts val="1200"/>
              </a:spcBef>
              <a:spcAft>
                <a:spcPts val="0"/>
              </a:spcAft>
              <a:buClr>
                <a:schemeClr val="lt1"/>
              </a:buClr>
              <a:buSzPts val="1500"/>
              <a:buChar char="●"/>
            </a:pPr>
            <a:r>
              <a:rPr lang="en" sz="1500">
                <a:solidFill>
                  <a:schemeClr val="lt1"/>
                </a:solidFill>
                <a:latin typeface="Arial"/>
                <a:ea typeface="Arial"/>
                <a:cs typeface="Arial"/>
                <a:sym typeface="Arial"/>
              </a:rPr>
              <a:t>Finalize e-NABLE chapter approval </a:t>
            </a:r>
            <a:endParaRPr sz="1500">
              <a:solidFill>
                <a:schemeClr val="lt1"/>
              </a:solidFill>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Char char="●"/>
            </a:pPr>
            <a:r>
              <a:rPr lang="en" sz="1500">
                <a:solidFill>
                  <a:schemeClr val="lt1"/>
                </a:solidFill>
                <a:latin typeface="Arial"/>
                <a:ea typeface="Arial"/>
                <a:cs typeface="Arial"/>
                <a:sym typeface="Arial"/>
              </a:rPr>
              <a:t>Build core volunteer team</a:t>
            </a:r>
            <a:endParaRPr sz="1500">
              <a:solidFill>
                <a:schemeClr val="lt1"/>
              </a:solidFill>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Char char="●"/>
            </a:pPr>
            <a:r>
              <a:rPr lang="en" sz="1500">
                <a:solidFill>
                  <a:schemeClr val="lt1"/>
                </a:solidFill>
                <a:latin typeface="Arial"/>
                <a:ea typeface="Arial"/>
                <a:cs typeface="Arial"/>
                <a:sym typeface="Arial"/>
              </a:rPr>
              <a:t>Coordinate with Sparkhub leadership</a:t>
            </a:r>
            <a:endParaRPr sz="1500">
              <a:solidFill>
                <a:schemeClr val="lt1"/>
              </a:solidFill>
              <a:latin typeface="Arial"/>
              <a:ea typeface="Arial"/>
              <a:cs typeface="Arial"/>
              <a:sym typeface="Arial"/>
            </a:endParaRPr>
          </a:p>
          <a:p>
            <a:pPr indent="0" lvl="0" marL="0" rtl="0" algn="l">
              <a:lnSpc>
                <a:spcPct val="115000"/>
              </a:lnSpc>
              <a:spcBef>
                <a:spcPts val="1800"/>
              </a:spcBef>
              <a:spcAft>
                <a:spcPts val="0"/>
              </a:spcAft>
              <a:buNone/>
            </a:pPr>
            <a:r>
              <a:rPr b="1" lang="en" sz="1700">
                <a:solidFill>
                  <a:schemeClr val="lt1"/>
                </a:solidFill>
                <a:latin typeface="Arial"/>
                <a:ea typeface="Arial"/>
                <a:cs typeface="Arial"/>
                <a:sym typeface="Arial"/>
              </a:rPr>
              <a:t>Phase 2 (Outreach) - Feb., 2026</a:t>
            </a:r>
            <a:endParaRPr b="1" sz="1700">
              <a:solidFill>
                <a:schemeClr val="lt1"/>
              </a:solidFill>
              <a:latin typeface="Arial"/>
              <a:ea typeface="Arial"/>
              <a:cs typeface="Arial"/>
              <a:sym typeface="Arial"/>
            </a:endParaRPr>
          </a:p>
          <a:p>
            <a:pPr indent="-323850" lvl="0" marL="457200" rtl="0" algn="l">
              <a:lnSpc>
                <a:spcPct val="115000"/>
              </a:lnSpc>
              <a:spcBef>
                <a:spcPts val="1200"/>
              </a:spcBef>
              <a:spcAft>
                <a:spcPts val="0"/>
              </a:spcAft>
              <a:buClr>
                <a:schemeClr val="lt1"/>
              </a:buClr>
              <a:buSzPts val="1500"/>
              <a:buChar char="●"/>
            </a:pPr>
            <a:r>
              <a:rPr lang="en" sz="1500">
                <a:solidFill>
                  <a:schemeClr val="lt1"/>
                </a:solidFill>
                <a:latin typeface="Arial"/>
                <a:ea typeface="Arial"/>
                <a:cs typeface="Arial"/>
                <a:sym typeface="Arial"/>
              </a:rPr>
              <a:t>Contact:</a:t>
            </a:r>
            <a:endParaRPr sz="1500">
              <a:solidFill>
                <a:schemeClr val="lt1"/>
              </a:solidFill>
              <a:latin typeface="Arial"/>
              <a:ea typeface="Arial"/>
              <a:cs typeface="Arial"/>
              <a:sym typeface="Arial"/>
            </a:endParaRPr>
          </a:p>
          <a:p>
            <a:pPr indent="-323850" lvl="1" marL="914400" rtl="0" algn="l">
              <a:spcBef>
                <a:spcPts val="0"/>
              </a:spcBef>
              <a:spcAft>
                <a:spcPts val="0"/>
              </a:spcAft>
              <a:buClr>
                <a:schemeClr val="lt1"/>
              </a:buClr>
              <a:buSzPts val="1500"/>
              <a:buChar char="○"/>
            </a:pPr>
            <a:r>
              <a:rPr lang="en" sz="1500">
                <a:solidFill>
                  <a:schemeClr val="lt1"/>
                </a:solidFill>
                <a:latin typeface="Arial"/>
                <a:ea typeface="Arial"/>
                <a:cs typeface="Arial"/>
                <a:sym typeface="Arial"/>
              </a:rPr>
              <a:t>Schools</a:t>
            </a:r>
            <a:endParaRPr sz="1500">
              <a:solidFill>
                <a:schemeClr val="lt1"/>
              </a:solidFill>
              <a:latin typeface="Arial"/>
              <a:ea typeface="Arial"/>
              <a:cs typeface="Arial"/>
              <a:sym typeface="Arial"/>
            </a:endParaRPr>
          </a:p>
          <a:p>
            <a:pPr indent="-323850" lvl="1" marL="914400" rtl="0" algn="l">
              <a:spcBef>
                <a:spcPts val="0"/>
              </a:spcBef>
              <a:spcAft>
                <a:spcPts val="0"/>
              </a:spcAft>
              <a:buClr>
                <a:schemeClr val="lt1"/>
              </a:buClr>
              <a:buSzPts val="1500"/>
              <a:buChar char="○"/>
            </a:pPr>
            <a:r>
              <a:rPr lang="en" sz="1500">
                <a:solidFill>
                  <a:schemeClr val="lt1"/>
                </a:solidFill>
                <a:latin typeface="Arial"/>
                <a:ea typeface="Arial"/>
                <a:cs typeface="Arial"/>
                <a:sym typeface="Arial"/>
              </a:rPr>
              <a:t>Hospitals &amp; clinics</a:t>
            </a:r>
            <a:endParaRPr sz="1500">
              <a:solidFill>
                <a:schemeClr val="lt1"/>
              </a:solidFill>
              <a:latin typeface="Arial"/>
              <a:ea typeface="Arial"/>
              <a:cs typeface="Arial"/>
              <a:sym typeface="Arial"/>
            </a:endParaRPr>
          </a:p>
          <a:p>
            <a:pPr indent="-323850" lvl="1" marL="914400" rtl="0" algn="l">
              <a:spcBef>
                <a:spcPts val="0"/>
              </a:spcBef>
              <a:spcAft>
                <a:spcPts val="0"/>
              </a:spcAft>
              <a:buClr>
                <a:schemeClr val="lt1"/>
              </a:buClr>
              <a:buSzPts val="1500"/>
              <a:buChar char="○"/>
            </a:pPr>
            <a:r>
              <a:rPr lang="en" sz="1500">
                <a:solidFill>
                  <a:schemeClr val="lt1"/>
                </a:solidFill>
                <a:latin typeface="Arial"/>
                <a:ea typeface="Arial"/>
                <a:cs typeface="Arial"/>
                <a:sym typeface="Arial"/>
              </a:rPr>
              <a:t>Therapists</a:t>
            </a:r>
            <a:endParaRPr sz="1500">
              <a:solidFill>
                <a:schemeClr val="lt1"/>
              </a:solidFill>
              <a:latin typeface="Arial"/>
              <a:ea typeface="Arial"/>
              <a:cs typeface="Arial"/>
              <a:sym typeface="Arial"/>
            </a:endParaRPr>
          </a:p>
          <a:p>
            <a:pPr indent="-323850" lvl="0" marL="457200" rtl="0" algn="l">
              <a:lnSpc>
                <a:spcPct val="115000"/>
              </a:lnSpc>
              <a:spcBef>
                <a:spcPts val="0"/>
              </a:spcBef>
              <a:spcAft>
                <a:spcPts val="0"/>
              </a:spcAft>
              <a:buClr>
                <a:schemeClr val="lt1"/>
              </a:buClr>
              <a:buSzPts val="1500"/>
              <a:buChar char="●"/>
            </a:pPr>
            <a:r>
              <a:rPr lang="en" sz="1500">
                <a:solidFill>
                  <a:schemeClr val="lt1"/>
                </a:solidFill>
                <a:latin typeface="Arial"/>
                <a:ea typeface="Arial"/>
                <a:cs typeface="Arial"/>
                <a:sym typeface="Arial"/>
              </a:rPr>
              <a:t>Spread awareness via:</a:t>
            </a:r>
            <a:endParaRPr sz="1500">
              <a:solidFill>
                <a:schemeClr val="lt1"/>
              </a:solidFill>
              <a:latin typeface="Arial"/>
              <a:ea typeface="Arial"/>
              <a:cs typeface="Arial"/>
              <a:sym typeface="Arial"/>
            </a:endParaRPr>
          </a:p>
          <a:p>
            <a:pPr indent="-323850" lvl="1" marL="914400" rtl="0" algn="l">
              <a:spcBef>
                <a:spcPts val="0"/>
              </a:spcBef>
              <a:spcAft>
                <a:spcPts val="0"/>
              </a:spcAft>
              <a:buClr>
                <a:schemeClr val="lt1"/>
              </a:buClr>
              <a:buSzPts val="1500"/>
              <a:buChar char="○"/>
            </a:pPr>
            <a:r>
              <a:rPr lang="en" sz="1500">
                <a:solidFill>
                  <a:schemeClr val="lt1"/>
                </a:solidFill>
                <a:latin typeface="Arial"/>
                <a:ea typeface="Arial"/>
                <a:cs typeface="Arial"/>
                <a:sym typeface="Arial"/>
              </a:rPr>
              <a:t>Events</a:t>
            </a:r>
            <a:endParaRPr sz="1500">
              <a:solidFill>
                <a:schemeClr val="lt1"/>
              </a:solidFill>
              <a:latin typeface="Arial"/>
              <a:ea typeface="Arial"/>
              <a:cs typeface="Arial"/>
              <a:sym typeface="Arial"/>
            </a:endParaRPr>
          </a:p>
          <a:p>
            <a:pPr indent="-323850" lvl="1" marL="914400" rtl="0" algn="l">
              <a:spcBef>
                <a:spcPts val="0"/>
              </a:spcBef>
              <a:spcAft>
                <a:spcPts val="0"/>
              </a:spcAft>
              <a:buClr>
                <a:schemeClr val="lt1"/>
              </a:buClr>
              <a:buSzPts val="1500"/>
              <a:buChar char="○"/>
            </a:pPr>
            <a:r>
              <a:rPr lang="en" sz="1500">
                <a:solidFill>
                  <a:schemeClr val="lt1"/>
                </a:solidFill>
                <a:latin typeface="Arial"/>
                <a:ea typeface="Arial"/>
                <a:cs typeface="Arial"/>
                <a:sym typeface="Arial"/>
              </a:rPr>
              <a:t>Workshops</a:t>
            </a:r>
            <a:endParaRPr sz="1500">
              <a:solidFill>
                <a:schemeClr val="lt1"/>
              </a:solidFill>
              <a:latin typeface="Arial"/>
              <a:ea typeface="Arial"/>
              <a:cs typeface="Arial"/>
              <a:sym typeface="Arial"/>
            </a:endParaRPr>
          </a:p>
          <a:p>
            <a:pPr indent="-323850" lvl="1" marL="914400" rtl="0" algn="l">
              <a:spcBef>
                <a:spcPts val="0"/>
              </a:spcBef>
              <a:spcAft>
                <a:spcPts val="0"/>
              </a:spcAft>
              <a:buClr>
                <a:schemeClr val="lt1"/>
              </a:buClr>
              <a:buSzPts val="1500"/>
              <a:buChar char="○"/>
            </a:pPr>
            <a:r>
              <a:rPr lang="en" sz="1500">
                <a:solidFill>
                  <a:schemeClr val="lt1"/>
                </a:solidFill>
                <a:latin typeface="Arial"/>
                <a:ea typeface="Arial"/>
                <a:cs typeface="Arial"/>
                <a:sym typeface="Arial"/>
              </a:rPr>
              <a:t>Social media (Instagram page ready)</a:t>
            </a:r>
            <a:endParaRPr sz="1500">
              <a:solidFill>
                <a:schemeClr val="lt1"/>
              </a:solidFill>
              <a:latin typeface="Arial"/>
              <a:ea typeface="Arial"/>
              <a:cs typeface="Arial"/>
              <a:sym typeface="Arial"/>
            </a:endParaRPr>
          </a:p>
          <a:p>
            <a:pPr indent="0" lvl="0" marL="457200" rtl="0" algn="l">
              <a:lnSpc>
                <a:spcPct val="115000"/>
              </a:lnSpc>
              <a:spcBef>
                <a:spcPts val="1200"/>
              </a:spcBef>
              <a:spcAft>
                <a:spcPts val="1200"/>
              </a:spcAft>
              <a:buNone/>
            </a:pPr>
            <a:r>
              <a:t/>
            </a:r>
            <a:endParaRPr sz="2000">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5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685" name="Google Shape;685;p57"/>
          <p:cNvSpPr txBox="1"/>
          <p:nvPr>
            <p:ph type="title"/>
          </p:nvPr>
        </p:nvSpPr>
        <p:spPr>
          <a:xfrm>
            <a:off x="595475" y="104675"/>
            <a:ext cx="7815000" cy="49416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None/>
            </a:pPr>
            <a:r>
              <a:t/>
            </a:r>
            <a:endParaRPr b="1" sz="1700">
              <a:solidFill>
                <a:schemeClr val="lt1"/>
              </a:solidFill>
              <a:latin typeface="Arial"/>
              <a:ea typeface="Arial"/>
              <a:cs typeface="Arial"/>
              <a:sym typeface="Arial"/>
            </a:endParaRPr>
          </a:p>
          <a:p>
            <a:pPr indent="0" lvl="0" marL="0" rtl="0" algn="l">
              <a:lnSpc>
                <a:spcPct val="115000"/>
              </a:lnSpc>
              <a:spcBef>
                <a:spcPts val="1800"/>
              </a:spcBef>
              <a:spcAft>
                <a:spcPts val="0"/>
              </a:spcAft>
              <a:buNone/>
            </a:pPr>
            <a:r>
              <a:rPr b="1" lang="en" sz="1700">
                <a:solidFill>
                  <a:schemeClr val="lt1"/>
                </a:solidFill>
                <a:latin typeface="Arial"/>
                <a:ea typeface="Arial"/>
                <a:cs typeface="Arial"/>
                <a:sym typeface="Arial"/>
              </a:rPr>
              <a:t>Phase 3 (Real Cases) - present</a:t>
            </a:r>
            <a:endParaRPr b="1" sz="1700">
              <a:solidFill>
                <a:schemeClr val="lt1"/>
              </a:solidFill>
              <a:latin typeface="Arial"/>
              <a:ea typeface="Arial"/>
              <a:cs typeface="Arial"/>
              <a:sym typeface="Arial"/>
            </a:endParaRPr>
          </a:p>
          <a:p>
            <a:pPr indent="-330200" lvl="0" marL="457200" rtl="0" algn="l">
              <a:lnSpc>
                <a:spcPct val="115000"/>
              </a:lnSpc>
              <a:spcBef>
                <a:spcPts val="1200"/>
              </a:spcBef>
              <a:spcAft>
                <a:spcPts val="0"/>
              </a:spcAft>
              <a:buClr>
                <a:schemeClr val="lt1"/>
              </a:buClr>
              <a:buSzPts val="1600"/>
              <a:buChar char="●"/>
            </a:pPr>
            <a:r>
              <a:rPr lang="en" sz="1600">
                <a:solidFill>
                  <a:schemeClr val="lt1"/>
                </a:solidFill>
                <a:latin typeface="Arial"/>
                <a:ea typeface="Arial"/>
                <a:cs typeface="Arial"/>
                <a:sym typeface="Arial"/>
              </a:rPr>
              <a:t>Identify real e-NABLE recipients</a:t>
            </a:r>
            <a:endParaRPr sz="1600">
              <a:solidFill>
                <a:schemeClr val="lt1"/>
              </a:solidFill>
              <a:latin typeface="Arial"/>
              <a:ea typeface="Arial"/>
              <a:cs typeface="Arial"/>
              <a:sym typeface="Arial"/>
            </a:endParaRPr>
          </a:p>
          <a:p>
            <a:pPr indent="-330200" lvl="0" marL="457200" rtl="0" algn="l">
              <a:lnSpc>
                <a:spcPct val="115000"/>
              </a:lnSpc>
              <a:spcBef>
                <a:spcPts val="0"/>
              </a:spcBef>
              <a:spcAft>
                <a:spcPts val="0"/>
              </a:spcAft>
              <a:buClr>
                <a:srgbClr val="0000FF"/>
              </a:buClr>
              <a:buSzPts val="1600"/>
              <a:buFont typeface="Arial"/>
              <a:buChar char="-"/>
            </a:pPr>
            <a:r>
              <a:rPr lang="en" sz="1600">
                <a:solidFill>
                  <a:srgbClr val="0000FF"/>
                </a:solidFill>
                <a:latin typeface="Arial"/>
                <a:ea typeface="Arial"/>
                <a:cs typeface="Arial"/>
                <a:sym typeface="Arial"/>
              </a:rPr>
              <a:t>Approach local </a:t>
            </a:r>
            <a:r>
              <a:rPr lang="en" sz="1600">
                <a:solidFill>
                  <a:srgbClr val="0000FF"/>
                </a:solidFill>
                <a:latin typeface="Arial"/>
                <a:ea typeface="Arial"/>
                <a:cs typeface="Arial"/>
                <a:sym typeface="Arial"/>
              </a:rPr>
              <a:t>recipients</a:t>
            </a:r>
            <a:endParaRPr sz="1600">
              <a:solidFill>
                <a:srgbClr val="0000FF"/>
              </a:solidFill>
              <a:latin typeface="Arial"/>
              <a:ea typeface="Arial"/>
              <a:cs typeface="Arial"/>
              <a:sym typeface="Arial"/>
            </a:endParaRPr>
          </a:p>
          <a:p>
            <a:pPr indent="-330200" lvl="0" marL="457200" rtl="0" algn="l">
              <a:lnSpc>
                <a:spcPct val="115000"/>
              </a:lnSpc>
              <a:spcBef>
                <a:spcPts val="0"/>
              </a:spcBef>
              <a:spcAft>
                <a:spcPts val="0"/>
              </a:spcAft>
              <a:buClr>
                <a:srgbClr val="0000FF"/>
              </a:buClr>
              <a:buSzPts val="1600"/>
              <a:buFont typeface="Arial"/>
              <a:buChar char="-"/>
            </a:pPr>
            <a:r>
              <a:rPr lang="en" sz="1600">
                <a:solidFill>
                  <a:srgbClr val="0000FF"/>
                </a:solidFill>
                <a:latin typeface="Arial"/>
                <a:ea typeface="Arial"/>
                <a:cs typeface="Arial"/>
                <a:sym typeface="Arial"/>
              </a:rPr>
              <a:t>Collaborate with UEC group (United e-NABLE Coalition) to make devices with their guidance for recipients in Uganda</a:t>
            </a:r>
            <a:endParaRPr sz="1600">
              <a:solidFill>
                <a:srgbClr val="0000FF"/>
              </a:solidFill>
              <a:latin typeface="Arial"/>
              <a:ea typeface="Arial"/>
              <a:cs typeface="Arial"/>
              <a:sym typeface="Aria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latin typeface="Arial"/>
                <a:ea typeface="Arial"/>
                <a:cs typeface="Arial"/>
                <a:sym typeface="Arial"/>
              </a:rPr>
              <a:t>Perform:</a:t>
            </a:r>
            <a:endParaRPr sz="1600">
              <a:solidFill>
                <a:schemeClr val="lt1"/>
              </a:solidFill>
              <a:latin typeface="Arial"/>
              <a:ea typeface="Arial"/>
              <a:cs typeface="Arial"/>
              <a:sym typeface="Arial"/>
            </a:endParaRPr>
          </a:p>
          <a:p>
            <a:pPr indent="-330200" lvl="1" marL="914400" rtl="0" algn="l">
              <a:spcBef>
                <a:spcPts val="0"/>
              </a:spcBef>
              <a:spcAft>
                <a:spcPts val="0"/>
              </a:spcAft>
              <a:buClr>
                <a:schemeClr val="lt1"/>
              </a:buClr>
              <a:buSzPts val="1600"/>
              <a:buChar char="○"/>
            </a:pPr>
            <a:r>
              <a:rPr lang="en" sz="1600">
                <a:solidFill>
                  <a:schemeClr val="lt1"/>
                </a:solidFill>
                <a:latin typeface="Arial"/>
                <a:ea typeface="Arial"/>
                <a:cs typeface="Arial"/>
                <a:sym typeface="Arial"/>
              </a:rPr>
              <a:t>Measurements</a:t>
            </a:r>
            <a:endParaRPr sz="1600">
              <a:solidFill>
                <a:schemeClr val="lt1"/>
              </a:solidFill>
              <a:latin typeface="Arial"/>
              <a:ea typeface="Arial"/>
              <a:cs typeface="Arial"/>
              <a:sym typeface="Arial"/>
            </a:endParaRPr>
          </a:p>
          <a:p>
            <a:pPr indent="-330200" lvl="1" marL="914400" rtl="0" algn="l">
              <a:spcBef>
                <a:spcPts val="0"/>
              </a:spcBef>
              <a:spcAft>
                <a:spcPts val="0"/>
              </a:spcAft>
              <a:buClr>
                <a:schemeClr val="lt1"/>
              </a:buClr>
              <a:buSzPts val="1600"/>
              <a:buChar char="○"/>
            </a:pPr>
            <a:r>
              <a:rPr lang="en" sz="1600">
                <a:solidFill>
                  <a:schemeClr val="lt1"/>
                </a:solidFill>
                <a:latin typeface="Arial"/>
                <a:ea typeface="Arial"/>
                <a:cs typeface="Arial"/>
                <a:sym typeface="Arial"/>
              </a:rPr>
              <a:t>Device selection</a:t>
            </a:r>
            <a:endParaRPr sz="1600">
              <a:solidFill>
                <a:schemeClr val="lt1"/>
              </a:solidFill>
              <a:latin typeface="Arial"/>
              <a:ea typeface="Arial"/>
              <a:cs typeface="Arial"/>
              <a:sym typeface="Arial"/>
            </a:endParaRPr>
          </a:p>
          <a:p>
            <a:pPr indent="-330200" lvl="1" marL="914400" rtl="0" algn="l">
              <a:spcBef>
                <a:spcPts val="0"/>
              </a:spcBef>
              <a:spcAft>
                <a:spcPts val="0"/>
              </a:spcAft>
              <a:buClr>
                <a:schemeClr val="lt1"/>
              </a:buClr>
              <a:buSzPts val="1600"/>
              <a:buChar char="○"/>
            </a:pPr>
            <a:r>
              <a:rPr lang="en" sz="1600">
                <a:solidFill>
                  <a:schemeClr val="lt1"/>
                </a:solidFill>
                <a:latin typeface="Arial"/>
                <a:ea typeface="Arial"/>
                <a:cs typeface="Arial"/>
                <a:sym typeface="Arial"/>
              </a:rPr>
              <a:t>Custom fitting</a:t>
            </a:r>
            <a:endParaRPr sz="1600">
              <a:solidFill>
                <a:schemeClr val="lt1"/>
              </a:solidFill>
              <a:latin typeface="Arial"/>
              <a:ea typeface="Arial"/>
              <a:cs typeface="Arial"/>
              <a:sym typeface="Aria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latin typeface="Arial"/>
                <a:ea typeface="Arial"/>
                <a:cs typeface="Arial"/>
                <a:sym typeface="Arial"/>
              </a:rPr>
              <a:t>Deliver devices &amp; collect feedback</a:t>
            </a:r>
            <a:endParaRPr sz="1600">
              <a:solidFill>
                <a:schemeClr val="lt1"/>
              </a:solidFill>
              <a:latin typeface="Arial"/>
              <a:ea typeface="Arial"/>
              <a:cs typeface="Arial"/>
              <a:sym typeface="Arial"/>
            </a:endParaRPr>
          </a:p>
          <a:p>
            <a:pPr indent="0" lvl="0" marL="457200" rtl="0" algn="l">
              <a:lnSpc>
                <a:spcPct val="115000"/>
              </a:lnSpc>
              <a:spcBef>
                <a:spcPts val="1200"/>
              </a:spcBef>
              <a:spcAft>
                <a:spcPts val="1200"/>
              </a:spcAft>
              <a:buNone/>
            </a:pPr>
            <a:r>
              <a:t/>
            </a:r>
            <a:endParaRPr sz="2000">
              <a:solidFill>
                <a:schemeClr val="lt1"/>
              </a:solidFill>
              <a:latin typeface="Arial"/>
              <a:ea typeface="Arial"/>
              <a:cs typeface="Arial"/>
              <a:sym typeface="Arial"/>
            </a:endParaRPr>
          </a:p>
        </p:txBody>
      </p:sp>
      <p:pic>
        <p:nvPicPr>
          <p:cNvPr id="686" name="Google Shape;686;p57"/>
          <p:cNvPicPr preferRelativeResize="0"/>
          <p:nvPr/>
        </p:nvPicPr>
        <p:blipFill>
          <a:blip r:embed="rId3">
            <a:alphaModFix/>
          </a:blip>
          <a:stretch>
            <a:fillRect/>
          </a:stretch>
        </p:blipFill>
        <p:spPr>
          <a:xfrm>
            <a:off x="1023775" y="3677775"/>
            <a:ext cx="2266950" cy="838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5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692" name="Google Shape;692;p58"/>
          <p:cNvSpPr txBox="1"/>
          <p:nvPr>
            <p:ph type="title"/>
          </p:nvPr>
        </p:nvSpPr>
        <p:spPr>
          <a:xfrm>
            <a:off x="495175" y="378050"/>
            <a:ext cx="8130600" cy="45948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Clr>
                <a:schemeClr val="lt1"/>
              </a:buClr>
              <a:buSzPts val="1100"/>
              <a:buFont typeface="Arial"/>
              <a:buNone/>
            </a:pPr>
            <a:r>
              <a:rPr b="1" lang="en" sz="2400">
                <a:solidFill>
                  <a:schemeClr val="lt1"/>
                </a:solidFill>
                <a:latin typeface="Arial"/>
                <a:ea typeface="Arial"/>
                <a:cs typeface="Arial"/>
                <a:sym typeface="Arial"/>
              </a:rPr>
              <a:t>Instagram:</a:t>
            </a:r>
            <a:endParaRPr b="1" sz="2400">
              <a:solidFill>
                <a:schemeClr val="lt1"/>
              </a:solidFill>
              <a:latin typeface="Arial"/>
              <a:ea typeface="Arial"/>
              <a:cs typeface="Arial"/>
              <a:sym typeface="Arial"/>
            </a:endParaRPr>
          </a:p>
          <a:p>
            <a:pPr indent="0" lvl="0" marL="914400" rtl="0" algn="l">
              <a:lnSpc>
                <a:spcPct val="115000"/>
              </a:lnSpc>
              <a:spcBef>
                <a:spcPts val="1200"/>
              </a:spcBef>
              <a:spcAft>
                <a:spcPts val="0"/>
              </a:spcAft>
              <a:buNone/>
            </a:pPr>
            <a:r>
              <a:t/>
            </a:r>
            <a:endParaRPr b="1" sz="2000">
              <a:solidFill>
                <a:schemeClr val="lt1"/>
              </a:solidFill>
              <a:latin typeface="Arial"/>
              <a:ea typeface="Arial"/>
              <a:cs typeface="Arial"/>
              <a:sym typeface="Arial"/>
            </a:endParaRPr>
          </a:p>
          <a:p>
            <a:pPr indent="0" lvl="0" marL="457200" rtl="0" algn="l">
              <a:lnSpc>
                <a:spcPct val="115000"/>
              </a:lnSpc>
              <a:spcBef>
                <a:spcPts val="1200"/>
              </a:spcBef>
              <a:spcAft>
                <a:spcPts val="1200"/>
              </a:spcAft>
              <a:buNone/>
            </a:pPr>
            <a:r>
              <a:t/>
            </a:r>
            <a:endParaRPr sz="2000">
              <a:solidFill>
                <a:schemeClr val="lt1"/>
              </a:solidFill>
              <a:latin typeface="Arial"/>
              <a:ea typeface="Arial"/>
              <a:cs typeface="Arial"/>
              <a:sym typeface="Arial"/>
            </a:endParaRPr>
          </a:p>
        </p:txBody>
      </p:sp>
      <p:pic>
        <p:nvPicPr>
          <p:cNvPr id="693" name="Google Shape;693;p58"/>
          <p:cNvPicPr preferRelativeResize="0"/>
          <p:nvPr/>
        </p:nvPicPr>
        <p:blipFill>
          <a:blip r:embed="rId3">
            <a:alphaModFix/>
          </a:blip>
          <a:stretch>
            <a:fillRect/>
          </a:stretch>
        </p:blipFill>
        <p:spPr>
          <a:xfrm>
            <a:off x="1357775" y="809350"/>
            <a:ext cx="5966649" cy="3833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5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699" name="Google Shape;699;p59"/>
          <p:cNvSpPr txBox="1"/>
          <p:nvPr>
            <p:ph type="title"/>
          </p:nvPr>
        </p:nvSpPr>
        <p:spPr>
          <a:xfrm>
            <a:off x="495175" y="378050"/>
            <a:ext cx="8130600" cy="45948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Clr>
                <a:schemeClr val="lt1"/>
              </a:buClr>
              <a:buSzPts val="1100"/>
              <a:buFont typeface="Arial"/>
              <a:buNone/>
            </a:pPr>
            <a:r>
              <a:rPr b="1" lang="en" sz="2400">
                <a:solidFill>
                  <a:schemeClr val="lt1"/>
                </a:solidFill>
                <a:latin typeface="Arial"/>
                <a:ea typeface="Arial"/>
                <a:cs typeface="Arial"/>
                <a:sym typeface="Arial"/>
              </a:rPr>
              <a:t>Real Case (West Bank)</a:t>
            </a:r>
            <a:r>
              <a:rPr b="1" lang="en" sz="2400">
                <a:solidFill>
                  <a:schemeClr val="lt1"/>
                </a:solidFill>
                <a:latin typeface="Arial"/>
                <a:ea typeface="Arial"/>
                <a:cs typeface="Arial"/>
                <a:sym typeface="Arial"/>
              </a:rPr>
              <a:t>:</a:t>
            </a:r>
            <a:endParaRPr b="1" sz="2400">
              <a:solidFill>
                <a:schemeClr val="lt1"/>
              </a:solidFill>
              <a:latin typeface="Arial"/>
              <a:ea typeface="Arial"/>
              <a:cs typeface="Arial"/>
              <a:sym typeface="Arial"/>
            </a:endParaRPr>
          </a:p>
          <a:p>
            <a:pPr indent="0" lvl="0" marL="914400" rtl="0" algn="l">
              <a:lnSpc>
                <a:spcPct val="115000"/>
              </a:lnSpc>
              <a:spcBef>
                <a:spcPts val="1200"/>
              </a:spcBef>
              <a:spcAft>
                <a:spcPts val="0"/>
              </a:spcAft>
              <a:buNone/>
            </a:pPr>
            <a:r>
              <a:t/>
            </a:r>
            <a:endParaRPr b="1" sz="2000">
              <a:solidFill>
                <a:schemeClr val="lt1"/>
              </a:solidFill>
              <a:latin typeface="Arial"/>
              <a:ea typeface="Arial"/>
              <a:cs typeface="Arial"/>
              <a:sym typeface="Arial"/>
            </a:endParaRPr>
          </a:p>
          <a:p>
            <a:pPr indent="0" lvl="0" marL="457200" rtl="0" algn="l">
              <a:lnSpc>
                <a:spcPct val="115000"/>
              </a:lnSpc>
              <a:spcBef>
                <a:spcPts val="1200"/>
              </a:spcBef>
              <a:spcAft>
                <a:spcPts val="1200"/>
              </a:spcAft>
              <a:buNone/>
            </a:pPr>
            <a:r>
              <a:t/>
            </a:r>
            <a:endParaRPr sz="2000">
              <a:solidFill>
                <a:schemeClr val="lt1"/>
              </a:solidFill>
              <a:latin typeface="Arial"/>
              <a:ea typeface="Arial"/>
              <a:cs typeface="Arial"/>
              <a:sym typeface="Arial"/>
            </a:endParaRPr>
          </a:p>
        </p:txBody>
      </p:sp>
      <p:pic>
        <p:nvPicPr>
          <p:cNvPr id="700" name="Google Shape;700;p59"/>
          <p:cNvPicPr preferRelativeResize="0"/>
          <p:nvPr/>
        </p:nvPicPr>
        <p:blipFill>
          <a:blip r:embed="rId3">
            <a:alphaModFix/>
          </a:blip>
          <a:stretch>
            <a:fillRect/>
          </a:stretch>
        </p:blipFill>
        <p:spPr>
          <a:xfrm>
            <a:off x="555404" y="1000888"/>
            <a:ext cx="2623275" cy="3349125"/>
          </a:xfrm>
          <a:prstGeom prst="rect">
            <a:avLst/>
          </a:prstGeom>
          <a:noFill/>
          <a:ln>
            <a:noFill/>
          </a:ln>
        </p:spPr>
      </p:pic>
      <p:sp>
        <p:nvSpPr>
          <p:cNvPr id="701" name="Google Shape;701;p59"/>
          <p:cNvSpPr/>
          <p:nvPr/>
        </p:nvSpPr>
        <p:spPr>
          <a:xfrm>
            <a:off x="1490875" y="1379050"/>
            <a:ext cx="447300" cy="548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AD1DC"/>
              </a:highlight>
              <a:latin typeface="Arimo"/>
              <a:ea typeface="Arimo"/>
              <a:cs typeface="Arimo"/>
              <a:sym typeface="Arimo"/>
            </a:endParaRPr>
          </a:p>
        </p:txBody>
      </p:sp>
      <p:pic>
        <p:nvPicPr>
          <p:cNvPr id="702" name="Google Shape;702;p59"/>
          <p:cNvPicPr preferRelativeResize="0"/>
          <p:nvPr/>
        </p:nvPicPr>
        <p:blipFill>
          <a:blip r:embed="rId4">
            <a:alphaModFix/>
          </a:blip>
          <a:stretch>
            <a:fillRect/>
          </a:stretch>
        </p:blipFill>
        <p:spPr>
          <a:xfrm>
            <a:off x="3771352" y="1135725"/>
            <a:ext cx="1790236" cy="3196850"/>
          </a:xfrm>
          <a:prstGeom prst="rect">
            <a:avLst/>
          </a:prstGeom>
          <a:noFill/>
          <a:ln>
            <a:noFill/>
          </a:ln>
        </p:spPr>
      </p:pic>
      <p:pic>
        <p:nvPicPr>
          <p:cNvPr id="703" name="Google Shape;703;p59"/>
          <p:cNvPicPr preferRelativeResize="0"/>
          <p:nvPr/>
        </p:nvPicPr>
        <p:blipFill>
          <a:blip r:embed="rId5">
            <a:alphaModFix/>
          </a:blip>
          <a:stretch>
            <a:fillRect/>
          </a:stretch>
        </p:blipFill>
        <p:spPr>
          <a:xfrm>
            <a:off x="5675100" y="1980700"/>
            <a:ext cx="2950675" cy="1893725"/>
          </a:xfrm>
          <a:prstGeom prst="rect">
            <a:avLst/>
          </a:prstGeom>
          <a:noFill/>
          <a:ln>
            <a:noFill/>
          </a:ln>
        </p:spPr>
      </p:pic>
      <p:sp>
        <p:nvSpPr>
          <p:cNvPr id="704" name="Google Shape;704;p59"/>
          <p:cNvSpPr/>
          <p:nvPr/>
        </p:nvSpPr>
        <p:spPr>
          <a:xfrm>
            <a:off x="3247975" y="2646300"/>
            <a:ext cx="447300" cy="324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6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10" name="Google Shape;710;p60"/>
          <p:cNvSpPr txBox="1"/>
          <p:nvPr>
            <p:ph type="title"/>
          </p:nvPr>
        </p:nvSpPr>
        <p:spPr>
          <a:xfrm>
            <a:off x="479200" y="347100"/>
            <a:ext cx="8130600" cy="45948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Clr>
                <a:schemeClr val="lt1"/>
              </a:buClr>
              <a:buSzPts val="1100"/>
              <a:buFont typeface="Arial"/>
              <a:buNone/>
            </a:pPr>
            <a:r>
              <a:rPr b="1" lang="en" sz="2400">
                <a:solidFill>
                  <a:schemeClr val="lt1"/>
                </a:solidFill>
                <a:latin typeface="Arial"/>
                <a:ea typeface="Arial"/>
                <a:cs typeface="Arial"/>
                <a:sym typeface="Arial"/>
              </a:rPr>
              <a:t>Real Cases (Uganda):</a:t>
            </a:r>
            <a:endParaRPr b="1" sz="2400">
              <a:solidFill>
                <a:schemeClr val="lt1"/>
              </a:solidFill>
              <a:latin typeface="Arial"/>
              <a:ea typeface="Arial"/>
              <a:cs typeface="Arial"/>
              <a:sym typeface="Arial"/>
            </a:endParaRPr>
          </a:p>
          <a:p>
            <a:pPr indent="0" lvl="0" marL="914400" rtl="0" algn="l">
              <a:lnSpc>
                <a:spcPct val="115000"/>
              </a:lnSpc>
              <a:spcBef>
                <a:spcPts val="1200"/>
              </a:spcBef>
              <a:spcAft>
                <a:spcPts val="0"/>
              </a:spcAft>
              <a:buNone/>
            </a:pPr>
            <a:r>
              <a:t/>
            </a:r>
            <a:endParaRPr b="1" sz="2000">
              <a:solidFill>
                <a:schemeClr val="lt1"/>
              </a:solidFill>
              <a:latin typeface="Arial"/>
              <a:ea typeface="Arial"/>
              <a:cs typeface="Arial"/>
              <a:sym typeface="Arial"/>
            </a:endParaRPr>
          </a:p>
          <a:p>
            <a:pPr indent="0" lvl="0" marL="457200" rtl="0" algn="l">
              <a:lnSpc>
                <a:spcPct val="115000"/>
              </a:lnSpc>
              <a:spcBef>
                <a:spcPts val="1200"/>
              </a:spcBef>
              <a:spcAft>
                <a:spcPts val="1200"/>
              </a:spcAft>
              <a:buNone/>
            </a:pPr>
            <a:r>
              <a:t/>
            </a:r>
            <a:endParaRPr sz="2000">
              <a:solidFill>
                <a:schemeClr val="lt1"/>
              </a:solidFill>
              <a:latin typeface="Arial"/>
              <a:ea typeface="Arial"/>
              <a:cs typeface="Arial"/>
              <a:sym typeface="Arial"/>
            </a:endParaRPr>
          </a:p>
        </p:txBody>
      </p:sp>
      <p:pic>
        <p:nvPicPr>
          <p:cNvPr id="711" name="Google Shape;711;p60"/>
          <p:cNvPicPr preferRelativeResize="0"/>
          <p:nvPr/>
        </p:nvPicPr>
        <p:blipFill>
          <a:blip r:embed="rId3">
            <a:alphaModFix/>
          </a:blip>
          <a:stretch>
            <a:fillRect/>
          </a:stretch>
        </p:blipFill>
        <p:spPr>
          <a:xfrm>
            <a:off x="598352" y="1102199"/>
            <a:ext cx="2088750" cy="3029651"/>
          </a:xfrm>
          <a:prstGeom prst="rect">
            <a:avLst/>
          </a:prstGeom>
          <a:noFill/>
          <a:ln>
            <a:noFill/>
          </a:ln>
        </p:spPr>
      </p:pic>
      <p:pic>
        <p:nvPicPr>
          <p:cNvPr id="712" name="Google Shape;712;p60"/>
          <p:cNvPicPr preferRelativeResize="0"/>
          <p:nvPr/>
        </p:nvPicPr>
        <p:blipFill>
          <a:blip r:embed="rId4">
            <a:alphaModFix/>
          </a:blip>
          <a:stretch>
            <a:fillRect/>
          </a:stretch>
        </p:blipFill>
        <p:spPr>
          <a:xfrm>
            <a:off x="3313892" y="1102200"/>
            <a:ext cx="2284503" cy="3029649"/>
          </a:xfrm>
          <a:prstGeom prst="rect">
            <a:avLst/>
          </a:prstGeom>
          <a:noFill/>
          <a:ln>
            <a:noFill/>
          </a:ln>
        </p:spPr>
      </p:pic>
      <p:pic>
        <p:nvPicPr>
          <p:cNvPr id="713" name="Google Shape;713;p60"/>
          <p:cNvPicPr preferRelativeResize="0"/>
          <p:nvPr/>
        </p:nvPicPr>
        <p:blipFill>
          <a:blip r:embed="rId5">
            <a:alphaModFix/>
          </a:blip>
          <a:stretch>
            <a:fillRect/>
          </a:stretch>
        </p:blipFill>
        <p:spPr>
          <a:xfrm>
            <a:off x="6374300" y="991975"/>
            <a:ext cx="1974576" cy="3111251"/>
          </a:xfrm>
          <a:prstGeom prst="rect">
            <a:avLst/>
          </a:prstGeom>
          <a:noFill/>
          <a:ln>
            <a:noFill/>
          </a:ln>
        </p:spPr>
      </p:pic>
      <p:sp>
        <p:nvSpPr>
          <p:cNvPr id="714" name="Google Shape;714;p60"/>
          <p:cNvSpPr/>
          <p:nvPr/>
        </p:nvSpPr>
        <p:spPr>
          <a:xfrm>
            <a:off x="1506850" y="1102200"/>
            <a:ext cx="314100" cy="420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accent3"/>
              </a:highlight>
              <a:latin typeface="Arimo"/>
              <a:ea typeface="Arimo"/>
              <a:cs typeface="Arimo"/>
              <a:sym typeface="Arimo"/>
            </a:endParaRPr>
          </a:p>
        </p:txBody>
      </p:sp>
      <p:sp>
        <p:nvSpPr>
          <p:cNvPr id="715" name="Google Shape;715;p60"/>
          <p:cNvSpPr/>
          <p:nvPr/>
        </p:nvSpPr>
        <p:spPr>
          <a:xfrm>
            <a:off x="4436250" y="1206650"/>
            <a:ext cx="314100" cy="420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accent3"/>
              </a:highlight>
              <a:latin typeface="Arimo"/>
              <a:ea typeface="Arimo"/>
              <a:cs typeface="Arimo"/>
              <a:sym typeface="Arimo"/>
            </a:endParaRPr>
          </a:p>
        </p:txBody>
      </p:sp>
      <p:sp>
        <p:nvSpPr>
          <p:cNvPr id="716" name="Google Shape;716;p60"/>
          <p:cNvSpPr/>
          <p:nvPr/>
        </p:nvSpPr>
        <p:spPr>
          <a:xfrm>
            <a:off x="7091350" y="1139450"/>
            <a:ext cx="401400" cy="420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accent3"/>
              </a:highlight>
              <a:latin typeface="Arimo"/>
              <a:ea typeface="Arimo"/>
              <a:cs typeface="Arimo"/>
              <a:sym typeface="Arim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6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22" name="Google Shape;722;p61"/>
          <p:cNvSpPr txBox="1"/>
          <p:nvPr>
            <p:ph type="title"/>
          </p:nvPr>
        </p:nvSpPr>
        <p:spPr>
          <a:xfrm>
            <a:off x="495175" y="378050"/>
            <a:ext cx="8130600" cy="45948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Clr>
                <a:schemeClr val="lt1"/>
              </a:buClr>
              <a:buSzPts val="1100"/>
              <a:buFont typeface="Arial"/>
              <a:buNone/>
            </a:pPr>
            <a:r>
              <a:rPr b="1" lang="en" sz="2400">
                <a:solidFill>
                  <a:schemeClr val="lt1"/>
                </a:solidFill>
                <a:latin typeface="Arial"/>
                <a:ea typeface="Arial"/>
                <a:cs typeface="Arial"/>
                <a:sym typeface="Arial"/>
              </a:rPr>
              <a:t>3D Printing Technologies:</a:t>
            </a:r>
            <a:endParaRPr b="1" sz="2400">
              <a:solidFill>
                <a:schemeClr val="lt1"/>
              </a:solidFill>
              <a:latin typeface="Arial"/>
              <a:ea typeface="Arial"/>
              <a:cs typeface="Arial"/>
              <a:sym typeface="Arial"/>
            </a:endParaRPr>
          </a:p>
          <a:p>
            <a:pPr indent="0" lvl="0" marL="0" rtl="0" algn="l">
              <a:lnSpc>
                <a:spcPct val="115000"/>
              </a:lnSpc>
              <a:spcBef>
                <a:spcPts val="1800"/>
              </a:spcBef>
              <a:spcAft>
                <a:spcPts val="0"/>
              </a:spcAft>
              <a:buClr>
                <a:schemeClr val="lt1"/>
              </a:buClr>
              <a:buSzPts val="1100"/>
              <a:buFont typeface="Arial"/>
              <a:buNone/>
            </a:pPr>
            <a:r>
              <a:t/>
            </a:r>
            <a:endParaRPr b="1" sz="2400">
              <a:solidFill>
                <a:schemeClr val="lt1"/>
              </a:solidFill>
              <a:latin typeface="Arial"/>
              <a:ea typeface="Arial"/>
              <a:cs typeface="Arial"/>
              <a:sym typeface="Arial"/>
            </a:endParaRPr>
          </a:p>
          <a:p>
            <a:pPr indent="0" lvl="0" marL="914400" rtl="0" algn="l">
              <a:lnSpc>
                <a:spcPct val="115000"/>
              </a:lnSpc>
              <a:spcBef>
                <a:spcPts val="1200"/>
              </a:spcBef>
              <a:spcAft>
                <a:spcPts val="0"/>
              </a:spcAft>
              <a:buNone/>
            </a:pPr>
            <a:r>
              <a:t/>
            </a:r>
            <a:endParaRPr b="1" sz="2000">
              <a:solidFill>
                <a:schemeClr val="lt1"/>
              </a:solidFill>
              <a:latin typeface="Arial"/>
              <a:ea typeface="Arial"/>
              <a:cs typeface="Arial"/>
              <a:sym typeface="Arial"/>
            </a:endParaRPr>
          </a:p>
          <a:p>
            <a:pPr indent="0" lvl="0" marL="457200" rtl="0" algn="l">
              <a:lnSpc>
                <a:spcPct val="115000"/>
              </a:lnSpc>
              <a:spcBef>
                <a:spcPts val="1200"/>
              </a:spcBef>
              <a:spcAft>
                <a:spcPts val="1200"/>
              </a:spcAft>
              <a:buNone/>
            </a:pPr>
            <a:r>
              <a:t/>
            </a:r>
            <a:endParaRPr sz="2000">
              <a:solidFill>
                <a:schemeClr val="lt1"/>
              </a:solidFill>
              <a:latin typeface="Arial"/>
              <a:ea typeface="Arial"/>
              <a:cs typeface="Arial"/>
              <a:sym typeface="Arial"/>
            </a:endParaRPr>
          </a:p>
        </p:txBody>
      </p:sp>
      <p:pic>
        <p:nvPicPr>
          <p:cNvPr id="723" name="Google Shape;723;p61"/>
          <p:cNvPicPr preferRelativeResize="0"/>
          <p:nvPr/>
        </p:nvPicPr>
        <p:blipFill>
          <a:blip r:embed="rId3">
            <a:alphaModFix/>
          </a:blip>
          <a:stretch>
            <a:fillRect/>
          </a:stretch>
        </p:blipFill>
        <p:spPr>
          <a:xfrm>
            <a:off x="522497" y="979700"/>
            <a:ext cx="3266725" cy="3514200"/>
          </a:xfrm>
          <a:prstGeom prst="rect">
            <a:avLst/>
          </a:prstGeom>
          <a:noFill/>
          <a:ln>
            <a:noFill/>
          </a:ln>
        </p:spPr>
      </p:pic>
      <p:pic>
        <p:nvPicPr>
          <p:cNvPr id="724" name="Google Shape;724;p61"/>
          <p:cNvPicPr preferRelativeResize="0"/>
          <p:nvPr/>
        </p:nvPicPr>
        <p:blipFill>
          <a:blip r:embed="rId4">
            <a:alphaModFix/>
          </a:blip>
          <a:stretch>
            <a:fillRect/>
          </a:stretch>
        </p:blipFill>
        <p:spPr>
          <a:xfrm>
            <a:off x="6500325" y="830625"/>
            <a:ext cx="2100100" cy="2053224"/>
          </a:xfrm>
          <a:prstGeom prst="rect">
            <a:avLst/>
          </a:prstGeom>
          <a:noFill/>
          <a:ln>
            <a:noFill/>
          </a:ln>
        </p:spPr>
      </p:pic>
      <p:pic>
        <p:nvPicPr>
          <p:cNvPr id="725" name="Google Shape;725;p61"/>
          <p:cNvPicPr preferRelativeResize="0"/>
          <p:nvPr/>
        </p:nvPicPr>
        <p:blipFill>
          <a:blip r:embed="rId5">
            <a:alphaModFix/>
          </a:blip>
          <a:stretch>
            <a:fillRect/>
          </a:stretch>
        </p:blipFill>
        <p:spPr>
          <a:xfrm>
            <a:off x="6637226" y="3109525"/>
            <a:ext cx="1734252" cy="1194026"/>
          </a:xfrm>
          <a:prstGeom prst="rect">
            <a:avLst/>
          </a:prstGeom>
          <a:noFill/>
          <a:ln>
            <a:noFill/>
          </a:ln>
        </p:spPr>
      </p:pic>
      <p:pic>
        <p:nvPicPr>
          <p:cNvPr id="726" name="Google Shape;726;p61"/>
          <p:cNvPicPr preferRelativeResize="0"/>
          <p:nvPr/>
        </p:nvPicPr>
        <p:blipFill>
          <a:blip r:embed="rId6">
            <a:alphaModFix/>
          </a:blip>
          <a:stretch>
            <a:fillRect/>
          </a:stretch>
        </p:blipFill>
        <p:spPr>
          <a:xfrm>
            <a:off x="3977350" y="1625996"/>
            <a:ext cx="2100100" cy="239733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62"/>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32" name="Google Shape;732;p62"/>
          <p:cNvSpPr txBox="1"/>
          <p:nvPr>
            <p:ph type="title"/>
          </p:nvPr>
        </p:nvSpPr>
        <p:spPr>
          <a:xfrm>
            <a:off x="625375" y="590600"/>
            <a:ext cx="7815000" cy="38883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None/>
            </a:pPr>
            <a:r>
              <a:rPr b="1" lang="en" sz="1700">
                <a:solidFill>
                  <a:schemeClr val="lt1"/>
                </a:solidFill>
                <a:latin typeface="Arial"/>
                <a:ea typeface="Arial"/>
                <a:cs typeface="Arial"/>
                <a:sym typeface="Arial"/>
              </a:rPr>
              <a:t>Contact Information</a:t>
            </a:r>
            <a:endParaRPr b="1" sz="1700">
              <a:solidFill>
                <a:schemeClr val="lt1"/>
              </a:solidFill>
              <a:latin typeface="Arial"/>
              <a:ea typeface="Arial"/>
              <a:cs typeface="Arial"/>
              <a:sym typeface="Arial"/>
            </a:endParaRPr>
          </a:p>
          <a:p>
            <a:pPr indent="0" lvl="0" marL="457200" rtl="0" algn="l">
              <a:lnSpc>
                <a:spcPct val="115000"/>
              </a:lnSpc>
              <a:spcBef>
                <a:spcPts val="1200"/>
              </a:spcBef>
              <a:spcAft>
                <a:spcPts val="0"/>
              </a:spcAft>
              <a:buClr>
                <a:schemeClr val="lt1"/>
              </a:buClr>
              <a:buSzPts val="1100"/>
              <a:buFont typeface="Arial"/>
              <a:buNone/>
            </a:pPr>
            <a:r>
              <a:rPr lang="en" sz="2000">
                <a:solidFill>
                  <a:schemeClr val="lt1"/>
                </a:solidFill>
                <a:latin typeface="Arial"/>
                <a:ea typeface="Arial"/>
                <a:cs typeface="Arial"/>
                <a:sym typeface="Arial"/>
              </a:rPr>
              <a:t>Christopher Huang</a:t>
            </a:r>
            <a:endParaRPr sz="2000">
              <a:solidFill>
                <a:schemeClr val="lt1"/>
              </a:solidFill>
              <a:latin typeface="Arial"/>
              <a:ea typeface="Arial"/>
              <a:cs typeface="Arial"/>
              <a:sym typeface="Arial"/>
            </a:endParaRPr>
          </a:p>
          <a:p>
            <a:pPr indent="0" lvl="0" marL="457200" rtl="0" algn="l">
              <a:lnSpc>
                <a:spcPct val="115000"/>
              </a:lnSpc>
              <a:spcBef>
                <a:spcPts val="1200"/>
              </a:spcBef>
              <a:spcAft>
                <a:spcPts val="0"/>
              </a:spcAft>
              <a:buClr>
                <a:schemeClr val="lt1"/>
              </a:buClr>
              <a:buSzPts val="1100"/>
              <a:buFont typeface="Arial"/>
              <a:buNone/>
            </a:pPr>
            <a:r>
              <a:rPr lang="en" sz="2000">
                <a:solidFill>
                  <a:schemeClr val="lt1"/>
                </a:solidFill>
                <a:latin typeface="Arial"/>
                <a:ea typeface="Arial"/>
                <a:cs typeface="Arial"/>
                <a:sym typeface="Arial"/>
              </a:rPr>
              <a:t>Founder – Big Hands e-NABLE Fremont</a:t>
            </a:r>
            <a:endParaRPr sz="2000">
              <a:solidFill>
                <a:schemeClr val="lt1"/>
              </a:solidFill>
              <a:latin typeface="Arial"/>
              <a:ea typeface="Arial"/>
              <a:cs typeface="Arial"/>
              <a:sym typeface="Arial"/>
            </a:endParaRPr>
          </a:p>
          <a:p>
            <a:pPr indent="0" lvl="0" marL="457200" rtl="0" algn="l">
              <a:lnSpc>
                <a:spcPct val="115000"/>
              </a:lnSpc>
              <a:spcBef>
                <a:spcPts val="1200"/>
              </a:spcBef>
              <a:spcAft>
                <a:spcPts val="0"/>
              </a:spcAft>
              <a:buNone/>
            </a:pPr>
            <a:r>
              <a:rPr lang="en" sz="2000">
                <a:solidFill>
                  <a:schemeClr val="lt1"/>
                </a:solidFill>
                <a:latin typeface="Arial"/>
                <a:ea typeface="Arial"/>
                <a:cs typeface="Arial"/>
                <a:sym typeface="Arial"/>
              </a:rPr>
              <a:t>Personal Email: </a:t>
            </a:r>
            <a:r>
              <a:rPr lang="en" sz="2000" u="sng">
                <a:solidFill>
                  <a:schemeClr val="hlink"/>
                </a:solidFill>
                <a:latin typeface="Arial"/>
                <a:ea typeface="Arial"/>
                <a:cs typeface="Arial"/>
                <a:sym typeface="Arial"/>
                <a:hlinkClick r:id="rId3"/>
              </a:rPr>
              <a:t>chrhua802@gmail.com</a:t>
            </a:r>
            <a:endParaRPr sz="2000">
              <a:solidFill>
                <a:schemeClr val="lt1"/>
              </a:solidFill>
              <a:latin typeface="Arial"/>
              <a:ea typeface="Arial"/>
              <a:cs typeface="Arial"/>
              <a:sym typeface="Arial"/>
            </a:endParaRPr>
          </a:p>
          <a:p>
            <a:pPr indent="0" lvl="0" marL="457200" rtl="0" algn="l">
              <a:lnSpc>
                <a:spcPct val="115000"/>
              </a:lnSpc>
              <a:spcBef>
                <a:spcPts val="1200"/>
              </a:spcBef>
              <a:spcAft>
                <a:spcPts val="0"/>
              </a:spcAft>
              <a:buNone/>
            </a:pPr>
            <a:r>
              <a:rPr lang="en" sz="2000">
                <a:solidFill>
                  <a:schemeClr val="lt1"/>
                </a:solidFill>
                <a:latin typeface="Arial"/>
                <a:ea typeface="Arial"/>
                <a:cs typeface="Arial"/>
                <a:sym typeface="Arial"/>
              </a:rPr>
              <a:t>Chapter Email: </a:t>
            </a:r>
            <a:r>
              <a:rPr lang="en" sz="2000" u="sng">
                <a:solidFill>
                  <a:schemeClr val="hlink"/>
                </a:solidFill>
                <a:latin typeface="Arial"/>
                <a:ea typeface="Arial"/>
                <a:cs typeface="Arial"/>
                <a:sym typeface="Arial"/>
                <a:hlinkClick r:id="rId4"/>
              </a:rPr>
              <a:t>bighandsenable@gmail.com</a:t>
            </a:r>
            <a:endParaRPr sz="2000">
              <a:solidFill>
                <a:schemeClr val="lt1"/>
              </a:solidFill>
              <a:latin typeface="Arial"/>
              <a:ea typeface="Arial"/>
              <a:cs typeface="Arial"/>
              <a:sym typeface="Arial"/>
            </a:endParaRPr>
          </a:p>
          <a:p>
            <a:pPr indent="0" lvl="0" marL="457200" rtl="0" algn="l">
              <a:lnSpc>
                <a:spcPct val="115000"/>
              </a:lnSpc>
              <a:spcBef>
                <a:spcPts val="1200"/>
              </a:spcBef>
              <a:spcAft>
                <a:spcPts val="0"/>
              </a:spcAft>
              <a:buNone/>
            </a:pPr>
            <a:r>
              <a:rPr lang="en" sz="2000">
                <a:solidFill>
                  <a:schemeClr val="lt1"/>
                </a:solidFill>
                <a:latin typeface="Arial"/>
                <a:ea typeface="Arial"/>
                <a:cs typeface="Arial"/>
                <a:sym typeface="Arial"/>
              </a:rPr>
              <a:t>Cell: 510-203-9609</a:t>
            </a:r>
            <a:endParaRPr sz="2000">
              <a:solidFill>
                <a:schemeClr val="lt1"/>
              </a:solidFill>
              <a:latin typeface="Arial"/>
              <a:ea typeface="Arial"/>
              <a:cs typeface="Arial"/>
              <a:sym typeface="Arial"/>
            </a:endParaRPr>
          </a:p>
          <a:p>
            <a:pPr indent="0" lvl="0" marL="457200" rtl="0" algn="l">
              <a:lnSpc>
                <a:spcPct val="115000"/>
              </a:lnSpc>
              <a:spcBef>
                <a:spcPts val="1200"/>
              </a:spcBef>
              <a:spcAft>
                <a:spcPts val="0"/>
              </a:spcAft>
              <a:buClr>
                <a:schemeClr val="lt1"/>
              </a:buClr>
              <a:buSzPts val="1100"/>
              <a:buFont typeface="Arial"/>
              <a:buNone/>
            </a:pPr>
            <a:r>
              <a:rPr lang="en" sz="2000">
                <a:solidFill>
                  <a:schemeClr val="lt1"/>
                </a:solidFill>
                <a:latin typeface="Arial"/>
                <a:ea typeface="Arial"/>
                <a:cs typeface="Arial"/>
                <a:sym typeface="Arial"/>
              </a:rPr>
              <a:t>Personal Instagram: wiseeees</a:t>
            </a:r>
            <a:endParaRPr sz="2000">
              <a:solidFill>
                <a:schemeClr val="lt1"/>
              </a:solidFill>
              <a:latin typeface="Arial"/>
              <a:ea typeface="Arial"/>
              <a:cs typeface="Arial"/>
              <a:sym typeface="Arial"/>
            </a:endParaRPr>
          </a:p>
          <a:p>
            <a:pPr indent="0" lvl="0" marL="457200" rtl="0" algn="l">
              <a:lnSpc>
                <a:spcPct val="115000"/>
              </a:lnSpc>
              <a:spcBef>
                <a:spcPts val="1200"/>
              </a:spcBef>
              <a:spcAft>
                <a:spcPts val="1200"/>
              </a:spcAft>
              <a:buClr>
                <a:schemeClr val="lt1"/>
              </a:buClr>
              <a:buSzPts val="1100"/>
              <a:buFont typeface="Arial"/>
              <a:buNone/>
            </a:pPr>
            <a:r>
              <a:rPr lang="en" sz="2000">
                <a:solidFill>
                  <a:schemeClr val="lt1"/>
                </a:solidFill>
                <a:latin typeface="Arial"/>
                <a:ea typeface="Arial"/>
                <a:cs typeface="Arial"/>
                <a:sym typeface="Arial"/>
              </a:rPr>
              <a:t>Chapter </a:t>
            </a:r>
            <a:r>
              <a:rPr lang="en" sz="2000">
                <a:solidFill>
                  <a:schemeClr val="lt1"/>
                </a:solidFill>
                <a:latin typeface="Arial"/>
                <a:ea typeface="Arial"/>
                <a:cs typeface="Arial"/>
                <a:sym typeface="Arial"/>
              </a:rPr>
              <a:t>Instagram: @BigHandsEnable</a:t>
            </a:r>
            <a:endParaRPr sz="2000">
              <a:solidFill>
                <a:schemeClr val="lt1"/>
              </a:solidFill>
              <a:latin typeface="Arial"/>
              <a:ea typeface="Arial"/>
              <a:cs typeface="Arial"/>
              <a:sym typeface="Arial"/>
            </a:endParaRPr>
          </a:p>
        </p:txBody>
      </p:sp>
      <p:pic>
        <p:nvPicPr>
          <p:cNvPr id="733" name="Google Shape;733;p62"/>
          <p:cNvPicPr preferRelativeResize="0"/>
          <p:nvPr/>
        </p:nvPicPr>
        <p:blipFill>
          <a:blip r:embed="rId5">
            <a:alphaModFix/>
          </a:blip>
          <a:stretch>
            <a:fillRect/>
          </a:stretch>
        </p:blipFill>
        <p:spPr>
          <a:xfrm>
            <a:off x="5871060" y="590600"/>
            <a:ext cx="2620264" cy="1186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63"/>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39" name="Google Shape;739;p63"/>
          <p:cNvSpPr txBox="1"/>
          <p:nvPr>
            <p:ph type="title"/>
          </p:nvPr>
        </p:nvSpPr>
        <p:spPr>
          <a:xfrm>
            <a:off x="625375" y="590600"/>
            <a:ext cx="7815000" cy="3888300"/>
          </a:xfrm>
          <a:prstGeom prst="rect">
            <a:avLst/>
          </a:prstGeom>
        </p:spPr>
        <p:txBody>
          <a:bodyPr anchorCtr="0" anchor="t" bIns="0" lIns="0" spcFirstLastPara="1" rIns="0" wrap="square" tIns="0">
            <a:noAutofit/>
          </a:bodyPr>
          <a:lstStyle/>
          <a:p>
            <a:pPr indent="0" lvl="0" marL="457200" rtl="0" algn="ctr">
              <a:lnSpc>
                <a:spcPct val="115000"/>
              </a:lnSpc>
              <a:spcBef>
                <a:spcPts val="1200"/>
              </a:spcBef>
              <a:spcAft>
                <a:spcPts val="0"/>
              </a:spcAft>
              <a:buClr>
                <a:schemeClr val="lt1"/>
              </a:buClr>
              <a:buSzPts val="1100"/>
              <a:buFont typeface="Arial"/>
              <a:buNone/>
            </a:pPr>
            <a:r>
              <a:rPr lang="en" sz="2000">
                <a:solidFill>
                  <a:schemeClr val="lt1"/>
                </a:solidFill>
                <a:latin typeface="Arial"/>
                <a:ea typeface="Arial"/>
                <a:cs typeface="Arial"/>
                <a:sym typeface="Arial"/>
              </a:rPr>
              <a:t>The End</a:t>
            </a:r>
            <a:endParaRPr sz="2000">
              <a:solidFill>
                <a:schemeClr val="lt1"/>
              </a:solidFill>
              <a:latin typeface="Arial"/>
              <a:ea typeface="Arial"/>
              <a:cs typeface="Arial"/>
              <a:sym typeface="Arial"/>
            </a:endParaRPr>
          </a:p>
          <a:p>
            <a:pPr indent="0" lvl="0" marL="457200" rtl="0" algn="ctr">
              <a:lnSpc>
                <a:spcPct val="115000"/>
              </a:lnSpc>
              <a:spcBef>
                <a:spcPts val="1200"/>
              </a:spcBef>
              <a:spcAft>
                <a:spcPts val="0"/>
              </a:spcAft>
              <a:buClr>
                <a:schemeClr val="lt1"/>
              </a:buClr>
              <a:buSzPts val="1100"/>
              <a:buFont typeface="Arial"/>
              <a:buNone/>
            </a:pPr>
            <a:r>
              <a:t/>
            </a:r>
            <a:endParaRPr sz="2000">
              <a:solidFill>
                <a:schemeClr val="lt1"/>
              </a:solidFill>
              <a:latin typeface="Arial"/>
              <a:ea typeface="Arial"/>
              <a:cs typeface="Arial"/>
              <a:sym typeface="Arial"/>
            </a:endParaRPr>
          </a:p>
          <a:p>
            <a:pPr indent="0" lvl="0" marL="457200" rtl="0" algn="ctr">
              <a:lnSpc>
                <a:spcPct val="115000"/>
              </a:lnSpc>
              <a:spcBef>
                <a:spcPts val="1200"/>
              </a:spcBef>
              <a:spcAft>
                <a:spcPts val="1200"/>
              </a:spcAft>
              <a:buClr>
                <a:schemeClr val="lt1"/>
              </a:buClr>
              <a:buSzPts val="1100"/>
              <a:buFont typeface="Arial"/>
              <a:buNone/>
            </a:pPr>
            <a:r>
              <a:rPr lang="en" sz="2000">
                <a:solidFill>
                  <a:schemeClr val="lt1"/>
                </a:solidFill>
                <a:latin typeface="Arial"/>
                <a:ea typeface="Arial"/>
                <a:cs typeface="Arial"/>
                <a:sym typeface="Arial"/>
              </a:rPr>
              <a:t>Thank you!</a:t>
            </a:r>
            <a:endParaRPr sz="2000">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6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45" name="Google Shape;745;p64"/>
          <p:cNvSpPr txBox="1"/>
          <p:nvPr>
            <p:ph type="title"/>
          </p:nvPr>
        </p:nvSpPr>
        <p:spPr>
          <a:xfrm>
            <a:off x="595475" y="104675"/>
            <a:ext cx="7815000" cy="4941600"/>
          </a:xfrm>
          <a:prstGeom prst="rect">
            <a:avLst/>
          </a:prstGeom>
        </p:spPr>
        <p:txBody>
          <a:bodyPr anchorCtr="0" anchor="t" bIns="0" lIns="0" spcFirstLastPara="1" rIns="0" wrap="square" tIns="0">
            <a:noAutofit/>
          </a:bodyPr>
          <a:lstStyle/>
          <a:p>
            <a:pPr indent="0" lvl="0" marL="0" rtl="0" algn="l">
              <a:lnSpc>
                <a:spcPct val="115000"/>
              </a:lnSpc>
              <a:spcBef>
                <a:spcPts val="1800"/>
              </a:spcBef>
              <a:spcAft>
                <a:spcPts val="0"/>
              </a:spcAft>
              <a:buNone/>
            </a:pPr>
            <a:r>
              <a:rPr b="1" lang="en" sz="1700">
                <a:solidFill>
                  <a:schemeClr val="lt1"/>
                </a:solidFill>
                <a:latin typeface="Arial"/>
                <a:ea typeface="Arial"/>
                <a:cs typeface="Arial"/>
                <a:sym typeface="Arial"/>
              </a:rPr>
              <a:t>To‑Do List (1/31/2026)</a:t>
            </a:r>
            <a:endParaRPr b="1" sz="1700">
              <a:solidFill>
                <a:schemeClr val="lt1"/>
              </a:solidFill>
              <a:latin typeface="Arial"/>
              <a:ea typeface="Arial"/>
              <a:cs typeface="Arial"/>
              <a:sym typeface="Arial"/>
            </a:endParaRPr>
          </a:p>
          <a:p>
            <a:pPr indent="0" lvl="0" marL="0" rtl="0" algn="l">
              <a:lnSpc>
                <a:spcPct val="115000"/>
              </a:lnSpc>
              <a:spcBef>
                <a:spcPts val="1400"/>
              </a:spcBef>
              <a:spcAft>
                <a:spcPts val="0"/>
              </a:spcAft>
              <a:buNone/>
            </a:pPr>
            <a:r>
              <a:rPr b="1" lang="en" sz="1300">
                <a:solidFill>
                  <a:schemeClr val="lt1"/>
                </a:solidFill>
                <a:latin typeface="Arial"/>
                <a:ea typeface="Arial"/>
                <a:cs typeface="Arial"/>
                <a:sym typeface="Arial"/>
              </a:rPr>
              <a:t>Technical Team (Christopher)</a:t>
            </a:r>
            <a:endParaRPr b="1" sz="1300">
              <a:solidFill>
                <a:schemeClr val="lt1"/>
              </a:solidFill>
              <a:latin typeface="Arial"/>
              <a:ea typeface="Arial"/>
              <a:cs typeface="Arial"/>
              <a:sym typeface="Arial"/>
            </a:endParaRPr>
          </a:p>
          <a:p>
            <a:pPr indent="-298450" lvl="0" marL="457200" rtl="0" algn="l">
              <a:lnSpc>
                <a:spcPct val="115000"/>
              </a:lnSpc>
              <a:spcBef>
                <a:spcPts val="1200"/>
              </a:spcBef>
              <a:spcAft>
                <a:spcPts val="0"/>
              </a:spcAft>
              <a:buClr>
                <a:schemeClr val="lt1"/>
              </a:buClr>
              <a:buSzPts val="1100"/>
              <a:buChar char="●"/>
            </a:pPr>
            <a:r>
              <a:rPr lang="en" sz="1100">
                <a:solidFill>
                  <a:schemeClr val="lt1"/>
                </a:solidFill>
                <a:latin typeface="Arial"/>
                <a:ea typeface="Arial"/>
                <a:cs typeface="Arial"/>
                <a:sym typeface="Arial"/>
              </a:rPr>
              <a:t>Send a follow‑up email to the Uganda E‑NABLE Coalition (regarding potential recipients).</a:t>
            </a:r>
            <a:endParaRPr sz="1100">
              <a:solidFill>
                <a:schemeClr val="lt1"/>
              </a:solidFill>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latin typeface="Arial"/>
                <a:ea typeface="Arial"/>
                <a:cs typeface="Arial"/>
                <a:sym typeface="Arial"/>
              </a:rPr>
              <a:t>Contact the NorCal E‑NABLE chapter (to inquire about potential recipients).</a:t>
            </a:r>
            <a:endParaRPr sz="1100">
              <a:solidFill>
                <a:schemeClr val="lt1"/>
              </a:solidFill>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latin typeface="Arial"/>
                <a:ea typeface="Arial"/>
                <a:cs typeface="Arial"/>
                <a:sym typeface="Arial"/>
              </a:rPr>
              <a:t>Determine and recommend a suitable 3D printer for the Sparkhub Organization, including a price quote.</a:t>
            </a:r>
            <a:endParaRPr sz="1100">
              <a:solidFill>
                <a:schemeClr val="lt1"/>
              </a:solidFill>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latin typeface="Arial"/>
                <a:ea typeface="Arial"/>
                <a:cs typeface="Arial"/>
                <a:sym typeface="Arial"/>
              </a:rPr>
              <a:t>Create a tutorial on how to become an E‑NABLE volunteer (with links), how to print and assemble a Phoenix V3 hand, and how to earn E‑NABLE badges. </a:t>
            </a:r>
            <a:r>
              <a:rPr i="1" lang="en" sz="1100">
                <a:solidFill>
                  <a:schemeClr val="lt1"/>
                </a:solidFill>
                <a:latin typeface="Arial"/>
                <a:ea typeface="Arial"/>
                <a:cs typeface="Arial"/>
                <a:sym typeface="Arial"/>
              </a:rPr>
              <a:t>(Optional but helpful)</a:t>
            </a:r>
            <a:endParaRPr i="1" sz="1100">
              <a:solidFill>
                <a:schemeClr val="lt1"/>
              </a:solidFill>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latin typeface="Arial"/>
                <a:ea typeface="Arial"/>
                <a:cs typeface="Arial"/>
                <a:sym typeface="Arial"/>
              </a:rPr>
              <a:t>Follow up on the chapter request and confirm when we will be added to the E‑NABLE volunteer map.</a:t>
            </a:r>
            <a:endParaRPr sz="1100">
              <a:solidFill>
                <a:schemeClr val="lt1"/>
              </a:solidFill>
              <a:latin typeface="Arial"/>
              <a:ea typeface="Arial"/>
              <a:cs typeface="Arial"/>
              <a:sym typeface="Arial"/>
            </a:endParaRPr>
          </a:p>
          <a:p>
            <a:pPr indent="0" lvl="0" marL="0" rtl="0" algn="l">
              <a:lnSpc>
                <a:spcPct val="115000"/>
              </a:lnSpc>
              <a:spcBef>
                <a:spcPts val="1400"/>
              </a:spcBef>
              <a:spcAft>
                <a:spcPts val="0"/>
              </a:spcAft>
              <a:buNone/>
            </a:pPr>
            <a:r>
              <a:rPr b="1" lang="en" sz="1300">
                <a:solidFill>
                  <a:schemeClr val="lt1"/>
                </a:solidFill>
                <a:latin typeface="Arial"/>
                <a:ea typeface="Arial"/>
                <a:cs typeface="Arial"/>
                <a:sym typeface="Arial"/>
              </a:rPr>
              <a:t>Media Team (Claire &amp; Irene)</a:t>
            </a:r>
            <a:endParaRPr b="1" sz="1300">
              <a:solidFill>
                <a:schemeClr val="lt1"/>
              </a:solidFill>
              <a:latin typeface="Arial"/>
              <a:ea typeface="Arial"/>
              <a:cs typeface="Arial"/>
              <a:sym typeface="Arial"/>
            </a:endParaRPr>
          </a:p>
          <a:p>
            <a:pPr indent="-298450" lvl="0" marL="457200" rtl="0" algn="l">
              <a:lnSpc>
                <a:spcPct val="115000"/>
              </a:lnSpc>
              <a:spcBef>
                <a:spcPts val="1200"/>
              </a:spcBef>
              <a:spcAft>
                <a:spcPts val="0"/>
              </a:spcAft>
              <a:buClr>
                <a:schemeClr val="lt1"/>
              </a:buClr>
              <a:buSzPts val="1100"/>
              <a:buChar char="●"/>
            </a:pPr>
            <a:r>
              <a:rPr lang="en" sz="1100">
                <a:solidFill>
                  <a:schemeClr val="lt1"/>
                </a:solidFill>
                <a:latin typeface="Arial"/>
                <a:ea typeface="Arial"/>
                <a:cs typeface="Arial"/>
                <a:sym typeface="Arial"/>
              </a:rPr>
              <a:t>Maintain the Instagram and Gmail accounts (provide logins and verify access at the next group meeting).</a:t>
            </a:r>
            <a:endParaRPr sz="1100">
              <a:solidFill>
                <a:schemeClr val="lt1"/>
              </a:solidFill>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latin typeface="Arial"/>
                <a:ea typeface="Arial"/>
                <a:cs typeface="Arial"/>
                <a:sym typeface="Arial"/>
              </a:rPr>
              <a:t>Design a logo for </a:t>
            </a:r>
            <a:r>
              <a:rPr b="1" lang="en" sz="1100">
                <a:solidFill>
                  <a:schemeClr val="lt1"/>
                </a:solidFill>
                <a:latin typeface="Arial"/>
                <a:ea typeface="Arial"/>
                <a:cs typeface="Arial"/>
                <a:sym typeface="Arial"/>
              </a:rPr>
              <a:t>Big Hands e‑NABLE Fremont</a:t>
            </a:r>
            <a:r>
              <a:rPr lang="en" sz="1100">
                <a:solidFill>
                  <a:schemeClr val="lt1"/>
                </a:solidFill>
                <a:latin typeface="Arial"/>
                <a:ea typeface="Arial"/>
                <a:cs typeface="Arial"/>
                <a:sym typeface="Arial"/>
              </a:rPr>
              <a:t>. </a:t>
            </a:r>
            <a:r>
              <a:rPr i="1" lang="en" sz="1100">
                <a:solidFill>
                  <a:schemeClr val="lt1"/>
                </a:solidFill>
                <a:latin typeface="Arial"/>
                <a:ea typeface="Arial"/>
                <a:cs typeface="Arial"/>
                <a:sym typeface="Arial"/>
              </a:rPr>
              <a:t>(Optional but good to have)</a:t>
            </a:r>
            <a:endParaRPr i="1" sz="1100">
              <a:solidFill>
                <a:schemeClr val="lt1"/>
              </a:solidFill>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latin typeface="Arial"/>
                <a:ea typeface="Arial"/>
                <a:cs typeface="Arial"/>
                <a:sym typeface="Arial"/>
              </a:rPr>
              <a:t>Review other chapters on the E‑NABLE volunteer map and propose best practices we can adopt.</a:t>
            </a:r>
            <a:endParaRPr sz="1100">
              <a:solidFill>
                <a:schemeClr val="lt1"/>
              </a:solidFill>
              <a:latin typeface="Arial"/>
              <a:ea typeface="Arial"/>
              <a:cs typeface="Arial"/>
              <a:sym typeface="Arial"/>
            </a:endParaRPr>
          </a:p>
          <a:p>
            <a:pPr indent="0" lvl="0" marL="0" rtl="0" algn="l">
              <a:lnSpc>
                <a:spcPct val="115000"/>
              </a:lnSpc>
              <a:spcBef>
                <a:spcPts val="1400"/>
              </a:spcBef>
              <a:spcAft>
                <a:spcPts val="0"/>
              </a:spcAft>
              <a:buNone/>
            </a:pPr>
            <a:r>
              <a:rPr b="1" lang="en" sz="1300">
                <a:solidFill>
                  <a:schemeClr val="lt1"/>
                </a:solidFill>
                <a:latin typeface="Arial"/>
                <a:ea typeface="Arial"/>
                <a:cs typeface="Arial"/>
                <a:sym typeface="Arial"/>
              </a:rPr>
              <a:t>Finance Team (Audrey)</a:t>
            </a:r>
            <a:endParaRPr b="1" sz="1300">
              <a:solidFill>
                <a:schemeClr val="lt1"/>
              </a:solidFill>
              <a:latin typeface="Arial"/>
              <a:ea typeface="Arial"/>
              <a:cs typeface="Arial"/>
              <a:sym typeface="Arial"/>
            </a:endParaRPr>
          </a:p>
          <a:p>
            <a:pPr indent="-298450" lvl="0" marL="457200" rtl="0" algn="l">
              <a:lnSpc>
                <a:spcPct val="115000"/>
              </a:lnSpc>
              <a:spcBef>
                <a:spcPts val="1200"/>
              </a:spcBef>
              <a:spcAft>
                <a:spcPts val="0"/>
              </a:spcAft>
              <a:buClr>
                <a:schemeClr val="lt1"/>
              </a:buClr>
              <a:buSzPts val="1100"/>
              <a:buChar char="●"/>
            </a:pPr>
            <a:r>
              <a:rPr lang="en" sz="1100">
                <a:solidFill>
                  <a:schemeClr val="lt1"/>
                </a:solidFill>
                <a:latin typeface="Arial"/>
                <a:ea typeface="Arial"/>
                <a:cs typeface="Arial"/>
                <a:sym typeface="Arial"/>
              </a:rPr>
              <a:t>Raise initial funds to purchase a 3D printer and filaments.</a:t>
            </a:r>
            <a:endParaRPr sz="1100">
              <a:solidFill>
                <a:schemeClr val="lt1"/>
              </a:solidFill>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latin typeface="Arial"/>
                <a:ea typeface="Arial"/>
                <a:cs typeface="Arial"/>
                <a:sym typeface="Arial"/>
              </a:rPr>
              <a:t>Plan fundraising activities.</a:t>
            </a:r>
            <a:endParaRPr sz="1100">
              <a:solidFill>
                <a:schemeClr val="lt1"/>
              </a:solidFill>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Char char="●"/>
            </a:pPr>
            <a:r>
              <a:rPr lang="en" sz="1100">
                <a:solidFill>
                  <a:schemeClr val="lt1"/>
                </a:solidFill>
                <a:latin typeface="Arial"/>
                <a:ea typeface="Arial"/>
                <a:cs typeface="Arial"/>
                <a:sym typeface="Arial"/>
              </a:rPr>
              <a:t>Contact local organizations and community groups—such as MSJ Rotary, FUSD schools &amp; libraries, Nextdoor, hackathons, etc.—to promote our chapter.</a:t>
            </a:r>
            <a:endParaRPr b="1" sz="1700">
              <a:solidFill>
                <a:schemeClr val="lt1"/>
              </a:solidFill>
              <a:latin typeface="Arial"/>
              <a:ea typeface="Arial"/>
              <a:cs typeface="Arial"/>
              <a:sym typeface="Arial"/>
            </a:endParaRPr>
          </a:p>
          <a:p>
            <a:pPr indent="0" lvl="0" marL="0" rtl="0" algn="l">
              <a:lnSpc>
                <a:spcPct val="115000"/>
              </a:lnSpc>
              <a:spcBef>
                <a:spcPts val="1200"/>
              </a:spcBef>
              <a:spcAft>
                <a:spcPts val="1200"/>
              </a:spcAft>
              <a:buNone/>
            </a:pPr>
            <a:r>
              <a:t/>
            </a:r>
            <a:endParaRPr sz="1000">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5"/>
          <p:cNvSpPr txBox="1"/>
          <p:nvPr>
            <p:ph type="title"/>
          </p:nvPr>
        </p:nvSpPr>
        <p:spPr>
          <a:xfrm>
            <a:off x="3501925" y="-196050"/>
            <a:ext cx="4034400" cy="1276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3000">
                <a:solidFill>
                  <a:schemeClr val="lt1"/>
                </a:solidFill>
              </a:rPr>
              <a:t>E-nable (big organization) </a:t>
            </a:r>
            <a:endParaRPr sz="3000">
              <a:solidFill>
                <a:schemeClr val="lt1"/>
              </a:solidFill>
            </a:endParaRPr>
          </a:p>
        </p:txBody>
      </p:sp>
      <p:pic>
        <p:nvPicPr>
          <p:cNvPr id="751" name="Google Shape;751;p65"/>
          <p:cNvPicPr preferRelativeResize="0"/>
          <p:nvPr/>
        </p:nvPicPr>
        <p:blipFill>
          <a:blip r:embed="rId3">
            <a:alphaModFix/>
          </a:blip>
          <a:stretch>
            <a:fillRect/>
          </a:stretch>
        </p:blipFill>
        <p:spPr>
          <a:xfrm>
            <a:off x="3211108" y="1103275"/>
            <a:ext cx="2592617" cy="1327425"/>
          </a:xfrm>
          <a:prstGeom prst="rect">
            <a:avLst/>
          </a:prstGeom>
          <a:noFill/>
          <a:ln>
            <a:noFill/>
          </a:ln>
        </p:spPr>
      </p:pic>
      <p:cxnSp>
        <p:nvCxnSpPr>
          <p:cNvPr id="752" name="Google Shape;752;p65"/>
          <p:cNvCxnSpPr/>
          <p:nvPr/>
        </p:nvCxnSpPr>
        <p:spPr>
          <a:xfrm flipH="1">
            <a:off x="4510300" y="2441600"/>
            <a:ext cx="10200" cy="1234200"/>
          </a:xfrm>
          <a:prstGeom prst="straightConnector1">
            <a:avLst/>
          </a:prstGeom>
          <a:noFill/>
          <a:ln cap="flat" cmpd="sng" w="76200">
            <a:solidFill>
              <a:schemeClr val="dk2"/>
            </a:solidFill>
            <a:prstDash val="solid"/>
            <a:round/>
            <a:headEnd len="med" w="med" type="none"/>
            <a:tailEnd len="med" w="med" type="none"/>
          </a:ln>
        </p:spPr>
      </p:cxnSp>
      <p:cxnSp>
        <p:nvCxnSpPr>
          <p:cNvPr id="753" name="Google Shape;753;p65"/>
          <p:cNvCxnSpPr/>
          <p:nvPr/>
        </p:nvCxnSpPr>
        <p:spPr>
          <a:xfrm flipH="1">
            <a:off x="2258450" y="2347150"/>
            <a:ext cx="1059300" cy="552900"/>
          </a:xfrm>
          <a:prstGeom prst="straightConnector1">
            <a:avLst/>
          </a:prstGeom>
          <a:noFill/>
          <a:ln cap="flat" cmpd="sng" w="76200">
            <a:solidFill>
              <a:schemeClr val="dk2"/>
            </a:solidFill>
            <a:prstDash val="solid"/>
            <a:round/>
            <a:headEnd len="med" w="med" type="none"/>
            <a:tailEnd len="med" w="med" type="none"/>
          </a:ln>
        </p:spPr>
      </p:cxnSp>
      <p:cxnSp>
        <p:nvCxnSpPr>
          <p:cNvPr id="754" name="Google Shape;754;p65"/>
          <p:cNvCxnSpPr/>
          <p:nvPr/>
        </p:nvCxnSpPr>
        <p:spPr>
          <a:xfrm rot="10800000">
            <a:off x="5692875" y="1616775"/>
            <a:ext cx="1014000" cy="1177500"/>
          </a:xfrm>
          <a:prstGeom prst="straightConnector1">
            <a:avLst/>
          </a:prstGeom>
          <a:noFill/>
          <a:ln cap="flat" cmpd="sng" w="76200">
            <a:solidFill>
              <a:schemeClr val="dk2"/>
            </a:solidFill>
            <a:prstDash val="solid"/>
            <a:round/>
            <a:headEnd len="med" w="med" type="none"/>
            <a:tailEnd len="med" w="med" type="none"/>
          </a:ln>
        </p:spPr>
      </p:cxnSp>
      <p:sp>
        <p:nvSpPr>
          <p:cNvPr id="755" name="Google Shape;755;p65"/>
          <p:cNvSpPr txBox="1"/>
          <p:nvPr>
            <p:ph type="title"/>
          </p:nvPr>
        </p:nvSpPr>
        <p:spPr>
          <a:xfrm>
            <a:off x="596450" y="2117525"/>
            <a:ext cx="1964400" cy="1276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800">
                <a:solidFill>
                  <a:schemeClr val="lt1"/>
                </a:solidFill>
              </a:rPr>
              <a:t>E-nable Bighands</a:t>
            </a:r>
            <a:endParaRPr sz="1800">
              <a:solidFill>
                <a:schemeClr val="lt1"/>
              </a:solidFill>
            </a:endParaRPr>
          </a:p>
          <a:p>
            <a:pPr indent="0" lvl="0" marL="0" rtl="0" algn="l">
              <a:spcBef>
                <a:spcPts val="0"/>
              </a:spcBef>
              <a:spcAft>
                <a:spcPts val="0"/>
              </a:spcAft>
              <a:buNone/>
            </a:pPr>
            <a:r>
              <a:rPr lang="en" sz="1800">
                <a:solidFill>
                  <a:schemeClr val="lt1"/>
                </a:solidFill>
              </a:rPr>
              <a:t>chapter (us)</a:t>
            </a:r>
            <a:endParaRPr sz="1800">
              <a:solidFill>
                <a:schemeClr val="lt1"/>
              </a:solidFill>
            </a:endParaRPr>
          </a:p>
        </p:txBody>
      </p:sp>
      <p:sp>
        <p:nvSpPr>
          <p:cNvPr id="756" name="Google Shape;756;p65"/>
          <p:cNvSpPr txBox="1"/>
          <p:nvPr>
            <p:ph type="title"/>
          </p:nvPr>
        </p:nvSpPr>
        <p:spPr>
          <a:xfrm>
            <a:off x="3659050" y="3593050"/>
            <a:ext cx="1712700" cy="552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800">
                <a:solidFill>
                  <a:schemeClr val="lt1"/>
                </a:solidFill>
              </a:rPr>
              <a:t>E-nable NorCal chapter</a:t>
            </a:r>
            <a:endParaRPr sz="1800">
              <a:solidFill>
                <a:schemeClr val="lt1"/>
              </a:solidFill>
            </a:endParaRPr>
          </a:p>
        </p:txBody>
      </p:sp>
      <p:sp>
        <p:nvSpPr>
          <p:cNvPr id="757" name="Google Shape;757;p65"/>
          <p:cNvSpPr txBox="1"/>
          <p:nvPr>
            <p:ph type="title"/>
          </p:nvPr>
        </p:nvSpPr>
        <p:spPr>
          <a:xfrm>
            <a:off x="6365550" y="2754250"/>
            <a:ext cx="1712700" cy="552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800">
                <a:solidFill>
                  <a:schemeClr val="lt1"/>
                </a:solidFill>
              </a:rPr>
              <a:t>Other e-nable chapters</a:t>
            </a:r>
            <a:endParaRPr sz="1800">
              <a:solidFill>
                <a:schemeClr val="lt1"/>
              </a:solidFill>
            </a:endParaRPr>
          </a:p>
        </p:txBody>
      </p:sp>
      <p:pic>
        <p:nvPicPr>
          <p:cNvPr id="758" name="Google Shape;758;p65"/>
          <p:cNvPicPr preferRelativeResize="0"/>
          <p:nvPr/>
        </p:nvPicPr>
        <p:blipFill>
          <a:blip r:embed="rId4">
            <a:alphaModFix/>
          </a:blip>
          <a:stretch>
            <a:fillRect/>
          </a:stretch>
        </p:blipFill>
        <p:spPr>
          <a:xfrm>
            <a:off x="6748675" y="4171150"/>
            <a:ext cx="946475" cy="867425"/>
          </a:xfrm>
          <a:prstGeom prst="rect">
            <a:avLst/>
          </a:prstGeom>
          <a:noFill/>
          <a:ln>
            <a:noFill/>
          </a:ln>
        </p:spPr>
      </p:pic>
      <p:sp>
        <p:nvSpPr>
          <p:cNvPr id="759" name="Google Shape;759;p65"/>
          <p:cNvSpPr txBox="1"/>
          <p:nvPr>
            <p:ph type="title"/>
          </p:nvPr>
        </p:nvSpPr>
        <p:spPr>
          <a:xfrm>
            <a:off x="617825" y="3524725"/>
            <a:ext cx="1964400" cy="374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100">
                <a:solidFill>
                  <a:schemeClr val="lt1"/>
                </a:solidFill>
              </a:rPr>
              <a:t>E-nable nextgen chapter</a:t>
            </a:r>
            <a:endParaRPr sz="1100">
              <a:solidFill>
                <a:schemeClr val="lt1"/>
              </a:solidFill>
            </a:endParaRPr>
          </a:p>
        </p:txBody>
      </p:sp>
      <p:cxnSp>
        <p:nvCxnSpPr>
          <p:cNvPr id="760" name="Google Shape;760;p65"/>
          <p:cNvCxnSpPr/>
          <p:nvPr/>
        </p:nvCxnSpPr>
        <p:spPr>
          <a:xfrm flipH="1">
            <a:off x="1361950" y="3394025"/>
            <a:ext cx="52800" cy="385500"/>
          </a:xfrm>
          <a:prstGeom prst="straightConnector1">
            <a:avLst/>
          </a:prstGeom>
          <a:noFill/>
          <a:ln cap="flat" cmpd="sng" w="38100">
            <a:solidFill>
              <a:schemeClr val="dk1"/>
            </a:solidFill>
            <a:prstDash val="solid"/>
            <a:round/>
            <a:headEnd len="med" w="med" type="none"/>
            <a:tailEnd len="med" w="med" type="none"/>
          </a:ln>
        </p:spPr>
      </p:cxnSp>
      <p:cxnSp>
        <p:nvCxnSpPr>
          <p:cNvPr id="761" name="Google Shape;761;p65"/>
          <p:cNvCxnSpPr/>
          <p:nvPr/>
        </p:nvCxnSpPr>
        <p:spPr>
          <a:xfrm>
            <a:off x="5028950" y="3963113"/>
            <a:ext cx="1607400" cy="594300"/>
          </a:xfrm>
          <a:prstGeom prst="straightConnector1">
            <a:avLst/>
          </a:prstGeom>
          <a:noFill/>
          <a:ln cap="flat" cmpd="sng" w="38100">
            <a:solidFill>
              <a:srgbClr val="7FBE26"/>
            </a:solidFill>
            <a:prstDash val="solid"/>
            <a:round/>
            <a:headEnd len="med" w="med" type="none"/>
            <a:tailEnd len="med" w="med" type="none"/>
          </a:ln>
        </p:spPr>
      </p:cxnSp>
      <p:cxnSp>
        <p:nvCxnSpPr>
          <p:cNvPr id="762" name="Google Shape;762;p65"/>
          <p:cNvCxnSpPr/>
          <p:nvPr/>
        </p:nvCxnSpPr>
        <p:spPr>
          <a:xfrm>
            <a:off x="2158825" y="3209988"/>
            <a:ext cx="1268400" cy="465900"/>
          </a:xfrm>
          <a:prstGeom prst="straightConnector1">
            <a:avLst/>
          </a:prstGeom>
          <a:noFill/>
          <a:ln cap="flat" cmpd="sng" w="38100">
            <a:solidFill>
              <a:srgbClr val="7FBE26"/>
            </a:solidFill>
            <a:prstDash val="solid"/>
            <a:round/>
            <a:headEnd len="med" w="med" type="none"/>
            <a:tailEnd len="med" w="med" type="none"/>
          </a:ln>
        </p:spPr>
      </p:cxnSp>
      <p:cxnSp>
        <p:nvCxnSpPr>
          <p:cNvPr id="763" name="Google Shape;763;p65"/>
          <p:cNvCxnSpPr/>
          <p:nvPr/>
        </p:nvCxnSpPr>
        <p:spPr>
          <a:xfrm>
            <a:off x="1860600" y="3292975"/>
            <a:ext cx="4816200" cy="1566600"/>
          </a:xfrm>
          <a:prstGeom prst="straightConnector1">
            <a:avLst/>
          </a:prstGeom>
          <a:noFill/>
          <a:ln cap="flat" cmpd="sng" w="38100">
            <a:solidFill>
              <a:srgbClr val="7FBE26"/>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2"/>
                                        </p:tgtEl>
                                        <p:attrNameLst>
                                          <p:attrName>style.visibility</p:attrName>
                                        </p:attrNameLst>
                                      </p:cBhvr>
                                      <p:to>
                                        <p:strVal val="visible"/>
                                      </p:to>
                                    </p:set>
                                    <p:animEffect filter="fade" transition="in">
                                      <p:cBhvr>
                                        <p:cTn dur="1000"/>
                                        <p:tgtEl>
                                          <p:spTgt spid="7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762"/>
                                        </p:tgtEl>
                                      </p:cBhvr>
                                    </p:animEffect>
                                    <p:set>
                                      <p:cBhvr>
                                        <p:cTn dur="1" fill="hold">
                                          <p:stCondLst>
                                            <p:cond delay="1000"/>
                                          </p:stCondLst>
                                        </p:cTn>
                                        <p:tgtEl>
                                          <p:spTgt spid="7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3"/>
                                        </p:tgtEl>
                                        <p:attrNameLst>
                                          <p:attrName>style.visibility</p:attrName>
                                        </p:attrNameLst>
                                      </p:cBhvr>
                                      <p:to>
                                        <p:strVal val="visible"/>
                                      </p:to>
                                    </p:set>
                                    <p:animEffect filter="fade" transition="in">
                                      <p:cBhvr>
                                        <p:cTn dur="1000"/>
                                        <p:tgtEl>
                                          <p:spTgt spid="7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66"/>
          <p:cNvSpPr txBox="1"/>
          <p:nvPr>
            <p:ph type="title"/>
          </p:nvPr>
        </p:nvSpPr>
        <p:spPr>
          <a:xfrm>
            <a:off x="600200" y="731875"/>
            <a:ext cx="4034400" cy="1276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What we’ve done since 1/30/26</a:t>
            </a:r>
            <a:endParaRPr/>
          </a:p>
        </p:txBody>
      </p:sp>
      <p:sp>
        <p:nvSpPr>
          <p:cNvPr id="769" name="Google Shape;769;p66"/>
          <p:cNvSpPr txBox="1"/>
          <p:nvPr>
            <p:ph type="title"/>
          </p:nvPr>
        </p:nvSpPr>
        <p:spPr>
          <a:xfrm>
            <a:off x="1190875" y="2163850"/>
            <a:ext cx="7173300" cy="2979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3000">
                <a:solidFill>
                  <a:schemeClr val="lt1"/>
                </a:solidFill>
              </a:rPr>
              <a:t>- </a:t>
            </a:r>
            <a:r>
              <a:rPr lang="en" sz="3000">
                <a:solidFill>
                  <a:schemeClr val="lt1"/>
                </a:solidFill>
              </a:rPr>
              <a:t>Made 7 cases</a:t>
            </a:r>
            <a:endParaRPr sz="3000">
              <a:solidFill>
                <a:schemeClr val="lt1"/>
              </a:solidFill>
            </a:endParaRPr>
          </a:p>
          <a:p>
            <a:pPr indent="0" lvl="0" marL="0" rtl="0" algn="l">
              <a:spcBef>
                <a:spcPts val="0"/>
              </a:spcBef>
              <a:spcAft>
                <a:spcPts val="0"/>
              </a:spcAft>
              <a:buNone/>
            </a:pPr>
            <a:r>
              <a:rPr lang="en" sz="3000">
                <a:solidFill>
                  <a:schemeClr val="lt1"/>
                </a:solidFill>
              </a:rPr>
              <a:t>- established partnership w/ WAF in uganda</a:t>
            </a:r>
            <a:endParaRPr sz="3000">
              <a:solidFill>
                <a:schemeClr val="lt1"/>
              </a:solidFill>
            </a:endParaRPr>
          </a:p>
          <a:p>
            <a:pPr indent="0" lvl="0" marL="0" rtl="0" algn="l">
              <a:spcBef>
                <a:spcPts val="0"/>
              </a:spcBef>
              <a:spcAft>
                <a:spcPts val="0"/>
              </a:spcAft>
              <a:buNone/>
            </a:pPr>
            <a:r>
              <a:rPr lang="en" sz="3000">
                <a:solidFill>
                  <a:schemeClr val="lt1"/>
                </a:solidFill>
              </a:rPr>
              <a:t>- had another team (e-nable bighands nextgen</a:t>
            </a:r>
            <a:endParaRPr sz="3000">
              <a:solidFill>
                <a:schemeClr val="lt1"/>
              </a:solidFill>
            </a:endParaRPr>
          </a:p>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67"/>
          <p:cNvSpPr txBox="1"/>
          <p:nvPr>
            <p:ph type="title"/>
          </p:nvPr>
        </p:nvSpPr>
        <p:spPr>
          <a:xfrm>
            <a:off x="449050" y="824850"/>
            <a:ext cx="1728900" cy="579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before</a:t>
            </a:r>
            <a:endParaRPr/>
          </a:p>
        </p:txBody>
      </p:sp>
      <p:sp>
        <p:nvSpPr>
          <p:cNvPr id="775" name="Google Shape;775;p67"/>
          <p:cNvSpPr txBox="1"/>
          <p:nvPr>
            <p:ph type="title"/>
          </p:nvPr>
        </p:nvSpPr>
        <p:spPr>
          <a:xfrm>
            <a:off x="6530550" y="871450"/>
            <a:ext cx="2122200" cy="579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proposal</a:t>
            </a:r>
            <a:endParaRPr/>
          </a:p>
        </p:txBody>
      </p:sp>
      <p:sp>
        <p:nvSpPr>
          <p:cNvPr id="776" name="Google Shape;776;p67"/>
          <p:cNvSpPr txBox="1"/>
          <p:nvPr>
            <p:ph type="title"/>
          </p:nvPr>
        </p:nvSpPr>
        <p:spPr>
          <a:xfrm>
            <a:off x="379800" y="231675"/>
            <a:ext cx="3999600" cy="2940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2400"/>
              <a:t>- nextgen does practice cases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 we take the actual cases</a:t>
            </a:r>
            <a:endParaRPr sz="2400"/>
          </a:p>
        </p:txBody>
      </p:sp>
      <p:sp>
        <p:nvSpPr>
          <p:cNvPr id="777" name="Google Shape;777;p67"/>
          <p:cNvSpPr txBox="1"/>
          <p:nvPr>
            <p:ph type="title"/>
          </p:nvPr>
        </p:nvSpPr>
        <p:spPr>
          <a:xfrm>
            <a:off x="5144400" y="1980250"/>
            <a:ext cx="3999600" cy="2940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2400"/>
              <a:t>- nextgen can take a majority of the actual cases (they have enough training and people now)</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 we take a FEW actual cases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 lock tf in on research, dev, outreach</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1000"/>
                                        <p:tgtEl>
                                          <p:spTgt spid="775"/>
                                        </p:tgtEl>
                                      </p:cBhvr>
                                    </p:animEffect>
                                  </p:childTnLst>
                                </p:cTn>
                              </p:par>
                              <p:par>
                                <p:cTn fill="hold" nodeType="with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1000"/>
                                        <p:tgtEl>
                                          <p:spTgt spid="7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68"/>
          <p:cNvSpPr txBox="1"/>
          <p:nvPr>
            <p:ph type="title"/>
          </p:nvPr>
        </p:nvSpPr>
        <p:spPr>
          <a:xfrm>
            <a:off x="2554800" y="2282500"/>
            <a:ext cx="4034400" cy="17469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1. Design</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2. Validation</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3. Share designs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