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37" r:id="rId5"/>
    <p:sldMasterId id="2147483738" r:id="rId6"/>
    <p:sldMasterId id="2147483739"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Lst>
  <p:sldSz cy="5143500" cx="9144000"/>
  <p:notesSz cx="6858000" cy="9144000"/>
  <p:embeddedFontLst>
    <p:embeddedFont>
      <p:font typeface="Figtree"/>
      <p:regular r:id="rId40"/>
      <p:bold r:id="rId41"/>
      <p:italic r:id="rId42"/>
      <p:boldItalic r:id="rId43"/>
    </p:embeddedFont>
    <p:embeddedFont>
      <p:font typeface="Figtree ExtraBold"/>
      <p:bold r:id="rId44"/>
      <p:boldItalic r:id="rId45"/>
    </p:embeddedFont>
    <p:embeddedFont>
      <p:font typeface="Figtree SemiBold"/>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135AAD4-9E3E-4005-BA89-E0CD6B19C030}">
  <a:tblStyle styleId="{2135AAD4-9E3E-4005-BA89-E0CD6B19C03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Figtree-regular.fntdata"/><Relationship Id="rId42" Type="http://schemas.openxmlformats.org/officeDocument/2006/relationships/font" Target="fonts/Figtree-italic.fntdata"/><Relationship Id="rId41" Type="http://schemas.openxmlformats.org/officeDocument/2006/relationships/font" Target="fonts/Figtree-bold.fntdata"/><Relationship Id="rId44" Type="http://schemas.openxmlformats.org/officeDocument/2006/relationships/font" Target="fonts/FigtreeExtraBold-bold.fntdata"/><Relationship Id="rId43" Type="http://schemas.openxmlformats.org/officeDocument/2006/relationships/font" Target="fonts/Figtree-boldItalic.fntdata"/><Relationship Id="rId46" Type="http://schemas.openxmlformats.org/officeDocument/2006/relationships/font" Target="fonts/FigtreeSemiBold-regular.fntdata"/><Relationship Id="rId45" Type="http://schemas.openxmlformats.org/officeDocument/2006/relationships/font" Target="fonts/FigtreeExtraBold-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font" Target="fonts/FigtreeSemiBold-italic.fntdata"/><Relationship Id="rId47" Type="http://schemas.openxmlformats.org/officeDocument/2006/relationships/font" Target="fonts/FigtreeSemiBold-bold.fntdata"/><Relationship Id="rId49" Type="http://schemas.openxmlformats.org/officeDocument/2006/relationships/font" Target="fonts/FigtreeSemiBold-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340ddc8b8b5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6" name="Google Shape;926;g340ddc8b8b5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g3483431ebb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2" name="Google Shape;932;g3483431ebb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34852e7a78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8" name="Google Shape;938;g34852e7a78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g340ddc8b8b5_0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4" name="Google Shape;944;g340ddc8b8b5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g340ddc8b8b5_0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7" name="Google Shape;957;g340ddc8b8b5_0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340ddc8b8b5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9" name="Google Shape;969;g340ddc8b8b5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340ddc8b8b5_0_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5" name="Google Shape;975;g340ddc8b8b5_0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340ddc8b8b5_0_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1" name="Google Shape;981;g340ddc8b8b5_0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g340ddc8b8b5_0_5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7" name="Google Shape;987;g340ddc8b8b5_0_5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g340ddc8b8b5_0_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7" name="Google Shape;1007;g340ddc8b8b5_0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g3483431ebb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4" name="Google Shape;1014;g3483431ebb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g3461e71bba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2" name="Google Shape;1022;g3461e71bba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g3474315b89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7" name="Google Shape;1037;g3474315b89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40fa4778e6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5" name="Google Shape;1045;g340fa4778e6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g338826fcdab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3" name="Google Shape;1143;g338826fcdab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6" name="Shape 1236"/>
        <p:cNvGrpSpPr/>
        <p:nvPr/>
      </p:nvGrpSpPr>
      <p:grpSpPr>
        <a:xfrm>
          <a:off x="0" y="0"/>
          <a:ext cx="0" cy="0"/>
          <a:chOff x="0" y="0"/>
          <a:chExt cx="0" cy="0"/>
        </a:xfrm>
      </p:grpSpPr>
      <p:sp>
        <p:nvSpPr>
          <p:cNvPr id="1237" name="Google Shape;1237;g34852e7a78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8" name="Google Shape;1238;g34852e7a78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34852e7a781_0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6" name="Google Shape;1246;g34852e7a781_0_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8" name="Shape 1258"/>
        <p:cNvGrpSpPr/>
        <p:nvPr/>
      </p:nvGrpSpPr>
      <p:grpSpPr>
        <a:xfrm>
          <a:off x="0" y="0"/>
          <a:ext cx="0" cy="0"/>
          <a:chOff x="0" y="0"/>
          <a:chExt cx="0" cy="0"/>
        </a:xfrm>
      </p:grpSpPr>
      <p:sp>
        <p:nvSpPr>
          <p:cNvPr id="1259" name="Google Shape;1259;g3460e93ddf2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0" name="Google Shape;1260;g3460e93ddf2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g3474315b89e_0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7" name="Google Shape;1267;g3474315b89e_0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g3474315b89e_0_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4" name="Google Shape;1274;g3474315b89e_0_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0" name="Shape 1280"/>
        <p:cNvGrpSpPr/>
        <p:nvPr/>
      </p:nvGrpSpPr>
      <p:grpSpPr>
        <a:xfrm>
          <a:off x="0" y="0"/>
          <a:ext cx="0" cy="0"/>
          <a:chOff x="0" y="0"/>
          <a:chExt cx="0" cy="0"/>
        </a:xfrm>
      </p:grpSpPr>
      <p:sp>
        <p:nvSpPr>
          <p:cNvPr id="1281" name="Google Shape;1281;g34852e7a781_0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2" name="Google Shape;1282;g34852e7a781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1" name="Shape 1291"/>
        <p:cNvGrpSpPr/>
        <p:nvPr/>
      </p:nvGrpSpPr>
      <p:grpSpPr>
        <a:xfrm>
          <a:off x="0" y="0"/>
          <a:ext cx="0" cy="0"/>
          <a:chOff x="0" y="0"/>
          <a:chExt cx="0" cy="0"/>
        </a:xfrm>
      </p:grpSpPr>
      <p:sp>
        <p:nvSpPr>
          <p:cNvPr id="1292" name="Google Shape;1292;g3460e93ddf2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3" name="Google Shape;1293;g3460e93ddf2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8" name="Shape 1298"/>
        <p:cNvGrpSpPr/>
        <p:nvPr/>
      </p:nvGrpSpPr>
      <p:grpSpPr>
        <a:xfrm>
          <a:off x="0" y="0"/>
          <a:ext cx="0" cy="0"/>
          <a:chOff x="0" y="0"/>
          <a:chExt cx="0" cy="0"/>
        </a:xfrm>
      </p:grpSpPr>
      <p:sp>
        <p:nvSpPr>
          <p:cNvPr id="1299" name="Google Shape;1299;g3474315b89e_0_5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0" name="Google Shape;1300;g3474315b89e_0_5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5" name="Shape 1305"/>
        <p:cNvGrpSpPr/>
        <p:nvPr/>
      </p:nvGrpSpPr>
      <p:grpSpPr>
        <a:xfrm>
          <a:off x="0" y="0"/>
          <a:ext cx="0" cy="0"/>
          <a:chOff x="0" y="0"/>
          <a:chExt cx="0" cy="0"/>
        </a:xfrm>
      </p:grpSpPr>
      <p:sp>
        <p:nvSpPr>
          <p:cNvPr id="1306" name="Google Shape;1306;g3474315b89e_0_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7" name="Google Shape;1307;g3474315b89e_0_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2" name="Shape 1312"/>
        <p:cNvGrpSpPr/>
        <p:nvPr/>
      </p:nvGrpSpPr>
      <p:grpSpPr>
        <a:xfrm>
          <a:off x="0" y="0"/>
          <a:ext cx="0" cy="0"/>
          <a:chOff x="0" y="0"/>
          <a:chExt cx="0" cy="0"/>
        </a:xfrm>
      </p:grpSpPr>
      <p:sp>
        <p:nvSpPr>
          <p:cNvPr id="1313" name="Google Shape;1313;g3474315b89e_0_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4" name="Google Shape;1314;g3474315b89e_0_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9" name="Shape 1319"/>
        <p:cNvGrpSpPr/>
        <p:nvPr/>
      </p:nvGrpSpPr>
      <p:grpSpPr>
        <a:xfrm>
          <a:off x="0" y="0"/>
          <a:ext cx="0" cy="0"/>
          <a:chOff x="0" y="0"/>
          <a:chExt cx="0" cy="0"/>
        </a:xfrm>
      </p:grpSpPr>
      <p:sp>
        <p:nvSpPr>
          <p:cNvPr id="1320" name="Google Shape;1320;g3474315b89e_0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1" name="Google Shape;1321;g3474315b89e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g3474315b89e_0_5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8" name="Google Shape;1328;g3474315b89e_0_5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3" name="Shape 1333"/>
        <p:cNvGrpSpPr/>
        <p:nvPr/>
      </p:nvGrpSpPr>
      <p:grpSpPr>
        <a:xfrm>
          <a:off x="0" y="0"/>
          <a:ext cx="0" cy="0"/>
          <a:chOff x="0" y="0"/>
          <a:chExt cx="0" cy="0"/>
        </a:xfrm>
      </p:grpSpPr>
      <p:sp>
        <p:nvSpPr>
          <p:cNvPr id="1334" name="Google Shape;1334;g3474315b89e_0_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5" name="Google Shape;1335;g3474315b89e_0_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9" name="Shape 1339"/>
        <p:cNvGrpSpPr/>
        <p:nvPr/>
      </p:nvGrpSpPr>
      <p:grpSpPr>
        <a:xfrm>
          <a:off x="0" y="0"/>
          <a:ext cx="0" cy="0"/>
          <a:chOff x="0" y="0"/>
          <a:chExt cx="0" cy="0"/>
        </a:xfrm>
      </p:grpSpPr>
      <p:sp>
        <p:nvSpPr>
          <p:cNvPr id="1340" name="Google Shape;1340;g3474315b89e_0_6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1" name="Google Shape;1341;g3474315b89e_0_6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5" name="Shape 1345"/>
        <p:cNvGrpSpPr/>
        <p:nvPr/>
      </p:nvGrpSpPr>
      <p:grpSpPr>
        <a:xfrm>
          <a:off x="0" y="0"/>
          <a:ext cx="0" cy="0"/>
          <a:chOff x="0" y="0"/>
          <a:chExt cx="0" cy="0"/>
        </a:xfrm>
      </p:grpSpPr>
      <p:sp>
        <p:nvSpPr>
          <p:cNvPr id="1346" name="Google Shape;1346;g3460e93ddf2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7" name="Google Shape;1347;g3460e93ddf2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3" name="Shape 1353"/>
        <p:cNvGrpSpPr/>
        <p:nvPr/>
      </p:nvGrpSpPr>
      <p:grpSpPr>
        <a:xfrm>
          <a:off x="0" y="0"/>
          <a:ext cx="0" cy="0"/>
          <a:chOff x="0" y="0"/>
          <a:chExt cx="0" cy="0"/>
        </a:xfrm>
      </p:grpSpPr>
      <p:sp>
        <p:nvSpPr>
          <p:cNvPr id="1354" name="Google Shape;1354;g347db1adc8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5" name="Google Shape;1355;g347db1adc8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_1">
    <p:spTree>
      <p:nvGrpSpPr>
        <p:cNvPr id="54" name="Shape 54"/>
        <p:cNvGrpSpPr/>
        <p:nvPr/>
      </p:nvGrpSpPr>
      <p:grpSpPr>
        <a:xfrm>
          <a:off x="0" y="0"/>
          <a:ext cx="0" cy="0"/>
          <a:chOff x="0" y="0"/>
          <a:chExt cx="0" cy="0"/>
        </a:xfrm>
      </p:grpSpPr>
      <p:sp>
        <p:nvSpPr>
          <p:cNvPr id="55" name="Google Shape;55;p14"/>
          <p:cNvSpPr txBox="1"/>
          <p:nvPr>
            <p:ph type="title"/>
          </p:nvPr>
        </p:nvSpPr>
        <p:spPr>
          <a:xfrm>
            <a:off x="311700" y="2150850"/>
            <a:ext cx="8520600" cy="841800"/>
          </a:xfrm>
          <a:prstGeom prst="rect">
            <a:avLst/>
          </a:prstGeom>
        </p:spPr>
        <p:txBody>
          <a:bodyPr anchorCtr="0" anchor="ctr" bIns="0" lIns="0" spcFirstLastPara="1" rIns="0" wrap="square" tIns="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56" name="Google Shape;56;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57" name="Shape 57"/>
        <p:cNvGrpSpPr/>
        <p:nvPr/>
      </p:nvGrpSpPr>
      <p:grpSpPr>
        <a:xfrm>
          <a:off x="0" y="0"/>
          <a:ext cx="0" cy="0"/>
          <a:chOff x="0" y="0"/>
          <a:chExt cx="0" cy="0"/>
        </a:xfrm>
      </p:grpSpPr>
      <p:sp>
        <p:nvSpPr>
          <p:cNvPr id="58" name="Google Shape;58;p15"/>
          <p:cNvSpPr txBox="1"/>
          <p:nvPr>
            <p:ph type="title"/>
          </p:nvPr>
        </p:nvSpPr>
        <p:spPr>
          <a:xfrm>
            <a:off x="311700" y="445025"/>
            <a:ext cx="8520600" cy="572700"/>
          </a:xfrm>
          <a:prstGeom prst="rect">
            <a:avLst/>
          </a:prstGeom>
        </p:spPr>
        <p:txBody>
          <a:bodyPr anchorCtr="0" anchor="b" bIns="0" lIns="0" spcFirstLastPara="1" rIns="0" wrap="square" tIns="0">
            <a:norm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59" name="Google Shape;59;p15"/>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b" bIns="0" lIns="0" spcFirstLastPara="1" rIns="0" wrap="square" tIns="0">
            <a:norm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63" name="Google Shape;63;p16"/>
          <p:cNvSpPr txBox="1"/>
          <p:nvPr>
            <p:ph idx="1" type="body"/>
          </p:nvPr>
        </p:nvSpPr>
        <p:spPr>
          <a:xfrm>
            <a:off x="311700" y="1152475"/>
            <a:ext cx="3999900" cy="34164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4" name="Google Shape;64;p1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5" name="Google Shape;65;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66" name="Shape 66"/>
        <p:cNvGrpSpPr/>
        <p:nvPr/>
      </p:nvGrpSpPr>
      <p:grpSpPr>
        <a:xfrm>
          <a:off x="0" y="0"/>
          <a:ext cx="0" cy="0"/>
          <a:chOff x="0" y="0"/>
          <a:chExt cx="0" cy="0"/>
        </a:xfrm>
      </p:grpSpPr>
      <p:sp>
        <p:nvSpPr>
          <p:cNvPr id="67" name="Google Shape;67;p17"/>
          <p:cNvSpPr txBox="1"/>
          <p:nvPr>
            <p:ph type="title"/>
          </p:nvPr>
        </p:nvSpPr>
        <p:spPr>
          <a:xfrm>
            <a:off x="311700" y="445025"/>
            <a:ext cx="8520600" cy="572700"/>
          </a:xfrm>
          <a:prstGeom prst="rect">
            <a:avLst/>
          </a:prstGeom>
        </p:spPr>
        <p:txBody>
          <a:bodyPr anchorCtr="0" anchor="b" bIns="0" lIns="0" spcFirstLastPara="1" rIns="0" wrap="square" tIns="0">
            <a:norm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68" name="Google Shape;68;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69" name="Shape 69"/>
        <p:cNvGrpSpPr/>
        <p:nvPr/>
      </p:nvGrpSpPr>
      <p:grpSpPr>
        <a:xfrm>
          <a:off x="0" y="0"/>
          <a:ext cx="0" cy="0"/>
          <a:chOff x="0" y="0"/>
          <a:chExt cx="0" cy="0"/>
        </a:xfrm>
      </p:grpSpPr>
      <p:sp>
        <p:nvSpPr>
          <p:cNvPr id="70" name="Google Shape;70;p18"/>
          <p:cNvSpPr txBox="1"/>
          <p:nvPr>
            <p:ph type="title"/>
          </p:nvPr>
        </p:nvSpPr>
        <p:spPr>
          <a:xfrm>
            <a:off x="311700" y="555600"/>
            <a:ext cx="2808000" cy="755700"/>
          </a:xfrm>
          <a:prstGeom prst="rect">
            <a:avLst/>
          </a:prstGeom>
        </p:spPr>
        <p:txBody>
          <a:bodyPr anchorCtr="0" anchor="b" bIns="0" lIns="0" spcFirstLastPara="1" rIns="0" wrap="square" tIns="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1" name="Google Shape;71;p18"/>
          <p:cNvSpPr txBox="1"/>
          <p:nvPr>
            <p:ph idx="1" type="body"/>
          </p:nvPr>
        </p:nvSpPr>
        <p:spPr>
          <a:xfrm>
            <a:off x="311700" y="1389600"/>
            <a:ext cx="2808000" cy="3179400"/>
          </a:xfrm>
          <a:prstGeom prst="rect">
            <a:avLst/>
          </a:prstGeom>
          <a:noFill/>
          <a:ln>
            <a:noFill/>
          </a:ln>
        </p:spPr>
        <p:txBody>
          <a:bodyPr anchorCtr="0" anchor="ctr"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73" name="Shape 73"/>
        <p:cNvGrpSpPr/>
        <p:nvPr/>
      </p:nvGrpSpPr>
      <p:grpSpPr>
        <a:xfrm>
          <a:off x="0" y="0"/>
          <a:ext cx="0" cy="0"/>
          <a:chOff x="0" y="0"/>
          <a:chExt cx="0" cy="0"/>
        </a:xfrm>
      </p:grpSpPr>
      <p:sp>
        <p:nvSpPr>
          <p:cNvPr id="74" name="Google Shape;74;p19"/>
          <p:cNvSpPr txBox="1"/>
          <p:nvPr>
            <p:ph type="title"/>
          </p:nvPr>
        </p:nvSpPr>
        <p:spPr>
          <a:xfrm>
            <a:off x="490250" y="450150"/>
            <a:ext cx="6367800" cy="4090800"/>
          </a:xfrm>
          <a:prstGeom prst="rect">
            <a:avLst/>
          </a:prstGeom>
        </p:spPr>
        <p:txBody>
          <a:bodyPr anchorCtr="0" anchor="ctr" bIns="0" lIns="0" spcFirstLastPara="1" rIns="0" wrap="square" tIns="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5" name="Google Shape;75;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_1">
    <p:spTree>
      <p:nvGrpSpPr>
        <p:cNvPr id="76" name="Shape 76"/>
        <p:cNvGrpSpPr/>
        <p:nvPr/>
      </p:nvGrpSpPr>
      <p:grpSpPr>
        <a:xfrm>
          <a:off x="0" y="0"/>
          <a:ext cx="0" cy="0"/>
          <a:chOff x="0" y="0"/>
          <a:chExt cx="0" cy="0"/>
        </a:xfrm>
      </p:grpSpPr>
      <p:sp>
        <p:nvSpPr>
          <p:cNvPr id="77" name="Google Shape;77;p2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0"/>
          <p:cNvSpPr txBox="1"/>
          <p:nvPr>
            <p:ph type="title"/>
          </p:nvPr>
        </p:nvSpPr>
        <p:spPr>
          <a:xfrm>
            <a:off x="265500" y="1233175"/>
            <a:ext cx="4045200" cy="1482300"/>
          </a:xfrm>
          <a:prstGeom prst="rect">
            <a:avLst/>
          </a:prstGeom>
        </p:spPr>
        <p:txBody>
          <a:bodyPr anchorCtr="0" anchor="b" bIns="0" lIns="0" spcFirstLastPara="1" rIns="0" wrap="square" tIns="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79" name="Google Shape;79;p20"/>
          <p:cNvSpPr txBox="1"/>
          <p:nvPr>
            <p:ph idx="1" type="subTitle"/>
          </p:nvPr>
        </p:nvSpPr>
        <p:spPr>
          <a:xfrm>
            <a:off x="265500" y="2803075"/>
            <a:ext cx="4045200" cy="12351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0" name="Google Shape;80;p2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1" name="Google Shape;81;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_1">
    <p:spTree>
      <p:nvGrpSpPr>
        <p:cNvPr id="82" name="Shape 82"/>
        <p:cNvGrpSpPr/>
        <p:nvPr/>
      </p:nvGrpSpPr>
      <p:grpSpPr>
        <a:xfrm>
          <a:off x="0" y="0"/>
          <a:ext cx="0" cy="0"/>
          <a:chOff x="0" y="0"/>
          <a:chExt cx="0" cy="0"/>
        </a:xfrm>
      </p:grpSpPr>
      <p:sp>
        <p:nvSpPr>
          <p:cNvPr id="83" name="Google Shape;83;p2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spcBef>
                <a:spcPts val="0"/>
              </a:spcBef>
              <a:spcAft>
                <a:spcPts val="0"/>
              </a:spcAft>
              <a:buSzPts val="1400"/>
              <a:buNone/>
              <a:defRPr/>
            </a:lvl1pPr>
          </a:lstStyle>
          <a:p/>
        </p:txBody>
      </p:sp>
      <p:sp>
        <p:nvSpPr>
          <p:cNvPr id="84" name="Google Shape;84;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_3">
    <p:spTree>
      <p:nvGrpSpPr>
        <p:cNvPr id="85" name="Shape 85"/>
        <p:cNvGrpSpPr/>
        <p:nvPr/>
      </p:nvGrpSpPr>
      <p:grpSpPr>
        <a:xfrm>
          <a:off x="0" y="0"/>
          <a:ext cx="0" cy="0"/>
          <a:chOff x="0" y="0"/>
          <a:chExt cx="0" cy="0"/>
        </a:xfrm>
      </p:grpSpPr>
      <p:sp>
        <p:nvSpPr>
          <p:cNvPr id="86" name="Google Shape;86;p22"/>
          <p:cNvSpPr txBox="1"/>
          <p:nvPr>
            <p:ph hasCustomPrompt="1" type="title"/>
          </p:nvPr>
        </p:nvSpPr>
        <p:spPr>
          <a:xfrm>
            <a:off x="311700" y="1106125"/>
            <a:ext cx="8520600" cy="1963500"/>
          </a:xfrm>
          <a:prstGeom prst="rect">
            <a:avLst/>
          </a:prstGeom>
        </p:spPr>
        <p:txBody>
          <a:bodyPr anchorCtr="0" anchor="b" bIns="0" lIns="0" spcFirstLastPara="1" rIns="0" wrap="square" tIns="0">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87" name="Google Shape;87;p22"/>
          <p:cNvSpPr txBox="1"/>
          <p:nvPr>
            <p:ph idx="1" type="body"/>
          </p:nvPr>
        </p:nvSpPr>
        <p:spPr>
          <a:xfrm>
            <a:off x="311700" y="3152225"/>
            <a:ext cx="8520600" cy="1300800"/>
          </a:xfrm>
          <a:prstGeom prst="rect">
            <a:avLst/>
          </a:prstGeom>
          <a:noFill/>
          <a:ln>
            <a:noFill/>
          </a:ln>
        </p:spPr>
        <p:txBody>
          <a:bodyPr anchorCtr="0" anchor="ctr" bIns="91425" lIns="91425" spcFirstLastPara="1" rIns="91425" wrap="square" tIns="91425">
            <a:noAutofit/>
          </a:bodyPr>
          <a:lstStyle>
            <a:lvl1pPr indent="-317500" lvl="0" marL="457200" algn="ctr">
              <a:spcBef>
                <a:spcPts val="0"/>
              </a:spcBef>
              <a:spcAft>
                <a:spcPts val="0"/>
              </a:spcAft>
              <a:buSzPts val="14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
  <p:cSld name="BLANK_1">
    <p:spTree>
      <p:nvGrpSpPr>
        <p:cNvPr id="89" name="Shape 89"/>
        <p:cNvGrpSpPr/>
        <p:nvPr/>
      </p:nvGrpSpPr>
      <p:grpSpPr>
        <a:xfrm>
          <a:off x="0" y="0"/>
          <a:ext cx="0" cy="0"/>
          <a:chOff x="0" y="0"/>
          <a:chExt cx="0" cy="0"/>
        </a:xfrm>
      </p:grpSpPr>
      <p:sp>
        <p:nvSpPr>
          <p:cNvPr id="90" name="Google Shape;90;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91" name="Shape 91"/>
        <p:cNvGrpSpPr/>
        <p:nvPr/>
      </p:nvGrpSpPr>
      <p:grpSpPr>
        <a:xfrm>
          <a:off x="0" y="0"/>
          <a:ext cx="0" cy="0"/>
          <a:chOff x="0" y="0"/>
          <a:chExt cx="0" cy="0"/>
        </a:xfrm>
      </p:grpSpPr>
      <p:sp>
        <p:nvSpPr>
          <p:cNvPr id="92" name="Google Shape;92;p24"/>
          <p:cNvSpPr txBox="1"/>
          <p:nvPr>
            <p:ph type="title"/>
          </p:nvPr>
        </p:nvSpPr>
        <p:spPr>
          <a:xfrm>
            <a:off x="677325" y="1832775"/>
            <a:ext cx="3217200" cy="1484100"/>
          </a:xfrm>
          <a:prstGeom prst="rect">
            <a:avLst/>
          </a:prstGeom>
        </p:spPr>
        <p:txBody>
          <a:bodyPr anchorCtr="0" anchor="ctr" bIns="0" lIns="0" spcFirstLastPara="1" rIns="0" wrap="square" tIns="0">
            <a:normAutofit/>
          </a:bodyPr>
          <a:lstStyle>
            <a:lvl1pPr lvl="0">
              <a:spcBef>
                <a:spcPts val="0"/>
              </a:spcBef>
              <a:spcAft>
                <a:spcPts val="0"/>
              </a:spcAft>
              <a:buSzPts val="4200"/>
              <a:buNone/>
              <a:defRPr sz="42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93" name="Google Shape;93;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94" name="Google Shape;94;p24"/>
          <p:cNvSpPr txBox="1"/>
          <p:nvPr>
            <p:ph idx="1" type="subTitle"/>
          </p:nvPr>
        </p:nvSpPr>
        <p:spPr>
          <a:xfrm>
            <a:off x="4406650" y="393750"/>
            <a:ext cx="4409700" cy="54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5" name="Google Shape;95;p24"/>
          <p:cNvSpPr txBox="1"/>
          <p:nvPr>
            <p:ph idx="2" type="subTitle"/>
          </p:nvPr>
        </p:nvSpPr>
        <p:spPr>
          <a:xfrm>
            <a:off x="4406650" y="1151705"/>
            <a:ext cx="4409700" cy="54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6" name="Google Shape;96;p24"/>
          <p:cNvSpPr txBox="1"/>
          <p:nvPr>
            <p:ph idx="3" type="subTitle"/>
          </p:nvPr>
        </p:nvSpPr>
        <p:spPr>
          <a:xfrm>
            <a:off x="4406650" y="3425570"/>
            <a:ext cx="4409700" cy="54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7" name="Google Shape;97;p24"/>
          <p:cNvSpPr txBox="1"/>
          <p:nvPr>
            <p:ph idx="4" type="subTitle"/>
          </p:nvPr>
        </p:nvSpPr>
        <p:spPr>
          <a:xfrm>
            <a:off x="4406650" y="1909660"/>
            <a:ext cx="4409700" cy="54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8" name="Google Shape;98;p24"/>
          <p:cNvSpPr txBox="1"/>
          <p:nvPr>
            <p:ph idx="5" type="subTitle"/>
          </p:nvPr>
        </p:nvSpPr>
        <p:spPr>
          <a:xfrm>
            <a:off x="4406650" y="4183525"/>
            <a:ext cx="4409700" cy="54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9" name="Google Shape;99;p24"/>
          <p:cNvSpPr txBox="1"/>
          <p:nvPr>
            <p:ph idx="6" type="subTitle"/>
          </p:nvPr>
        </p:nvSpPr>
        <p:spPr>
          <a:xfrm>
            <a:off x="4406650" y="2667615"/>
            <a:ext cx="4409700" cy="54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100" name="Shape 100"/>
        <p:cNvGrpSpPr/>
        <p:nvPr/>
      </p:nvGrpSpPr>
      <p:grpSpPr>
        <a:xfrm>
          <a:off x="0" y="0"/>
          <a:ext cx="0" cy="0"/>
          <a:chOff x="0" y="0"/>
          <a:chExt cx="0" cy="0"/>
        </a:xfrm>
      </p:grpSpPr>
      <p:sp>
        <p:nvSpPr>
          <p:cNvPr id="101" name="Google Shape;101;p25"/>
          <p:cNvSpPr txBox="1"/>
          <p:nvPr>
            <p:ph type="title"/>
          </p:nvPr>
        </p:nvSpPr>
        <p:spPr>
          <a:xfrm>
            <a:off x="311700" y="445025"/>
            <a:ext cx="8520600" cy="572700"/>
          </a:xfrm>
          <a:prstGeom prst="rect">
            <a:avLst/>
          </a:prstGeom>
        </p:spPr>
        <p:txBody>
          <a:bodyPr anchorCtr="0" anchor="b" bIns="0" lIns="0" spcFirstLastPara="1" rIns="0" wrap="square" tIns="0">
            <a:norm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02" name="Google Shape;102;p25"/>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323850" lvl="0" marL="457200">
              <a:spcBef>
                <a:spcPts val="0"/>
              </a:spcBef>
              <a:spcAft>
                <a:spcPts val="0"/>
              </a:spcAft>
              <a:buSzPts val="15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103" name="Google Shape;103;p25"/>
          <p:cNvSpPr/>
          <p:nvPr>
            <p:ph idx="2" type="pic"/>
          </p:nvPr>
        </p:nvSpPr>
        <p:spPr>
          <a:xfrm>
            <a:off x="4992024" y="1152775"/>
            <a:ext cx="3840300" cy="3416400"/>
          </a:xfrm>
          <a:prstGeom prst="rect">
            <a:avLst/>
          </a:prstGeom>
          <a:noFill/>
          <a:ln>
            <a:noFill/>
          </a:ln>
        </p:spPr>
      </p:sp>
      <p:sp>
        <p:nvSpPr>
          <p:cNvPr id="104" name="Google Shape;104;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
    <p:spTree>
      <p:nvGrpSpPr>
        <p:cNvPr id="105" name="Shape 105"/>
        <p:cNvGrpSpPr/>
        <p:nvPr/>
      </p:nvGrpSpPr>
      <p:grpSpPr>
        <a:xfrm>
          <a:off x="0" y="0"/>
          <a:ext cx="0" cy="0"/>
          <a:chOff x="0" y="0"/>
          <a:chExt cx="0" cy="0"/>
        </a:xfrm>
      </p:grpSpPr>
      <p:sp>
        <p:nvSpPr>
          <p:cNvPr id="106" name="Google Shape;106;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07" name="Google Shape;107;p26"/>
          <p:cNvSpPr txBox="1"/>
          <p:nvPr>
            <p:ph type="title"/>
          </p:nvPr>
        </p:nvSpPr>
        <p:spPr>
          <a:xfrm>
            <a:off x="483175" y="450025"/>
            <a:ext cx="8184600" cy="758100"/>
          </a:xfrm>
          <a:prstGeom prst="rect">
            <a:avLst/>
          </a:prstGeom>
        </p:spPr>
        <p:txBody>
          <a:bodyPr anchorCtr="0" anchor="ctr" bIns="0" lIns="0" spcFirstLastPara="1" rIns="0" wrap="square" tIns="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8" name="Google Shape;108;p26"/>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323850" lvl="0" marL="457200">
              <a:spcBef>
                <a:spcPts val="0"/>
              </a:spcBef>
              <a:spcAft>
                <a:spcPts val="0"/>
              </a:spcAft>
              <a:buSzPts val="15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109" name="Google Shape;109;p26"/>
          <p:cNvSpPr txBox="1"/>
          <p:nvPr>
            <p:ph idx="2" type="body"/>
          </p:nvPr>
        </p:nvSpPr>
        <p:spPr>
          <a:xfrm>
            <a:off x="5048000" y="2237788"/>
            <a:ext cx="3619800" cy="23736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10" name="Google Shape;110;p26"/>
          <p:cNvSpPr txBox="1"/>
          <p:nvPr>
            <p:ph idx="3" type="subTitle"/>
          </p:nvPr>
        </p:nvSpPr>
        <p:spPr>
          <a:xfrm>
            <a:off x="483150" y="1336161"/>
            <a:ext cx="3619800" cy="54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11" name="Google Shape;111;p26"/>
          <p:cNvSpPr txBox="1"/>
          <p:nvPr>
            <p:ph idx="4" type="subTitle"/>
          </p:nvPr>
        </p:nvSpPr>
        <p:spPr>
          <a:xfrm>
            <a:off x="5048000" y="1336161"/>
            <a:ext cx="3619800" cy="54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112" name="Shape 112"/>
        <p:cNvGrpSpPr/>
        <p:nvPr/>
      </p:nvGrpSpPr>
      <p:grpSpPr>
        <a:xfrm>
          <a:off x="0" y="0"/>
          <a:ext cx="0" cy="0"/>
          <a:chOff x="0" y="0"/>
          <a:chExt cx="0" cy="0"/>
        </a:xfrm>
      </p:grpSpPr>
      <p:sp>
        <p:nvSpPr>
          <p:cNvPr id="113" name="Google Shape;113;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14" name="Google Shape;114;p27"/>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323850" lvl="0" marL="457200">
              <a:spcBef>
                <a:spcPts val="0"/>
              </a:spcBef>
              <a:spcAft>
                <a:spcPts val="0"/>
              </a:spcAft>
              <a:buSzPts val="15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115" name="Google Shape;115;p27"/>
          <p:cNvSpPr txBox="1"/>
          <p:nvPr>
            <p:ph idx="2" type="body"/>
          </p:nvPr>
        </p:nvSpPr>
        <p:spPr>
          <a:xfrm>
            <a:off x="3347725" y="2417500"/>
            <a:ext cx="2455500" cy="23736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16" name="Google Shape;116;p27"/>
          <p:cNvSpPr txBox="1"/>
          <p:nvPr>
            <p:ph idx="3" type="body"/>
          </p:nvPr>
        </p:nvSpPr>
        <p:spPr>
          <a:xfrm>
            <a:off x="6212275" y="2417500"/>
            <a:ext cx="2455500" cy="23736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17" name="Google Shape;117;p27"/>
          <p:cNvSpPr txBox="1"/>
          <p:nvPr>
            <p:ph type="title"/>
          </p:nvPr>
        </p:nvSpPr>
        <p:spPr>
          <a:xfrm>
            <a:off x="483175" y="450025"/>
            <a:ext cx="8184600" cy="758100"/>
          </a:xfrm>
          <a:prstGeom prst="rect">
            <a:avLst/>
          </a:prstGeom>
        </p:spPr>
        <p:txBody>
          <a:bodyPr anchorCtr="0" anchor="ctr" bIns="0" lIns="0" spcFirstLastPara="1" rIns="0" wrap="square" tIns="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18" name="Google Shape;118;p27"/>
          <p:cNvSpPr txBox="1"/>
          <p:nvPr>
            <p:ph idx="4" type="subTitle"/>
          </p:nvPr>
        </p:nvSpPr>
        <p:spPr>
          <a:xfrm>
            <a:off x="483175" y="1336150"/>
            <a:ext cx="2455500" cy="778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19" name="Google Shape;119;p27"/>
          <p:cNvSpPr txBox="1"/>
          <p:nvPr>
            <p:ph idx="5" type="subTitle"/>
          </p:nvPr>
        </p:nvSpPr>
        <p:spPr>
          <a:xfrm>
            <a:off x="3347725" y="1336150"/>
            <a:ext cx="2455500" cy="778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20" name="Google Shape;120;p27"/>
          <p:cNvSpPr txBox="1"/>
          <p:nvPr>
            <p:ph idx="6" type="subTitle"/>
          </p:nvPr>
        </p:nvSpPr>
        <p:spPr>
          <a:xfrm>
            <a:off x="6212275" y="1336150"/>
            <a:ext cx="2455500" cy="778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121" name="Shape 121"/>
        <p:cNvGrpSpPr/>
        <p:nvPr/>
      </p:nvGrpSpPr>
      <p:grpSpPr>
        <a:xfrm>
          <a:off x="0" y="0"/>
          <a:ext cx="0" cy="0"/>
          <a:chOff x="0" y="0"/>
          <a:chExt cx="0" cy="0"/>
        </a:xfrm>
      </p:grpSpPr>
      <p:sp>
        <p:nvSpPr>
          <p:cNvPr id="122" name="Google Shape;122;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23" name="Google Shape;123;p28"/>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124" name="Google Shape;124;p28"/>
          <p:cNvSpPr txBox="1"/>
          <p:nvPr>
            <p:ph idx="2" type="body"/>
          </p:nvPr>
        </p:nvSpPr>
        <p:spPr>
          <a:xfrm>
            <a:off x="4938725" y="1759093"/>
            <a:ext cx="3838500" cy="11385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5" name="Google Shape;125;p28"/>
          <p:cNvSpPr txBox="1"/>
          <p:nvPr>
            <p:ph idx="3" type="body"/>
          </p:nvPr>
        </p:nvSpPr>
        <p:spPr>
          <a:xfrm>
            <a:off x="366750" y="3648575"/>
            <a:ext cx="3838500" cy="11385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6" name="Google Shape;126;p28"/>
          <p:cNvSpPr txBox="1"/>
          <p:nvPr>
            <p:ph idx="4" type="body"/>
          </p:nvPr>
        </p:nvSpPr>
        <p:spPr>
          <a:xfrm>
            <a:off x="4938750" y="3648575"/>
            <a:ext cx="3838500" cy="11385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7" name="Google Shape;127;p28"/>
          <p:cNvSpPr txBox="1"/>
          <p:nvPr>
            <p:ph type="title"/>
          </p:nvPr>
        </p:nvSpPr>
        <p:spPr>
          <a:xfrm>
            <a:off x="366750" y="450025"/>
            <a:ext cx="8184600" cy="758100"/>
          </a:xfrm>
          <a:prstGeom prst="rect">
            <a:avLst/>
          </a:prstGeom>
        </p:spPr>
        <p:txBody>
          <a:bodyPr anchorCtr="0" anchor="ctr" bIns="0" lIns="0" spcFirstLastPara="1" rIns="0" wrap="square" tIns="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28" name="Google Shape;128;p28"/>
          <p:cNvSpPr txBox="1"/>
          <p:nvPr>
            <p:ph idx="5" type="subTitle"/>
          </p:nvPr>
        </p:nvSpPr>
        <p:spPr>
          <a:xfrm>
            <a:off x="366763" y="1277907"/>
            <a:ext cx="3838500" cy="481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29" name="Google Shape;129;p28"/>
          <p:cNvSpPr txBox="1"/>
          <p:nvPr>
            <p:ph idx="6" type="subTitle"/>
          </p:nvPr>
        </p:nvSpPr>
        <p:spPr>
          <a:xfrm>
            <a:off x="4938738" y="1277907"/>
            <a:ext cx="3838500" cy="481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0" name="Google Shape;130;p28"/>
          <p:cNvSpPr txBox="1"/>
          <p:nvPr>
            <p:ph idx="7" type="subTitle"/>
          </p:nvPr>
        </p:nvSpPr>
        <p:spPr>
          <a:xfrm>
            <a:off x="4938761" y="3167363"/>
            <a:ext cx="3838500" cy="481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1" name="Google Shape;131;p28"/>
          <p:cNvSpPr txBox="1"/>
          <p:nvPr>
            <p:ph idx="8" type="subTitle"/>
          </p:nvPr>
        </p:nvSpPr>
        <p:spPr>
          <a:xfrm>
            <a:off x="366750" y="3167363"/>
            <a:ext cx="3838500" cy="481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132" name="Shape 132"/>
        <p:cNvGrpSpPr/>
        <p:nvPr/>
      </p:nvGrpSpPr>
      <p:grpSpPr>
        <a:xfrm>
          <a:off x="0" y="0"/>
          <a:ext cx="0" cy="0"/>
          <a:chOff x="0" y="0"/>
          <a:chExt cx="0" cy="0"/>
        </a:xfrm>
      </p:grpSpPr>
      <p:sp>
        <p:nvSpPr>
          <p:cNvPr id="133" name="Google Shape;133;p29"/>
          <p:cNvSpPr txBox="1"/>
          <p:nvPr>
            <p:ph type="title"/>
          </p:nvPr>
        </p:nvSpPr>
        <p:spPr>
          <a:xfrm>
            <a:off x="311700" y="445025"/>
            <a:ext cx="8520600" cy="572700"/>
          </a:xfrm>
          <a:prstGeom prst="rect">
            <a:avLst/>
          </a:prstGeom>
        </p:spPr>
        <p:txBody>
          <a:bodyPr anchorCtr="0" anchor="b" bIns="0" lIns="0" spcFirstLastPara="1" rIns="0" wrap="square" tIns="0">
            <a:norm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34" name="Google Shape;134;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35" name="Google Shape;135;p29"/>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136" name="Shape 136"/>
        <p:cNvGrpSpPr/>
        <p:nvPr/>
      </p:nvGrpSpPr>
      <p:grpSpPr>
        <a:xfrm>
          <a:off x="0" y="0"/>
          <a:ext cx="0" cy="0"/>
          <a:chOff x="0" y="0"/>
          <a:chExt cx="0" cy="0"/>
        </a:xfrm>
      </p:grpSpPr>
      <p:sp>
        <p:nvSpPr>
          <p:cNvPr id="137" name="Google Shape;137;p30"/>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38" name="Google Shape;138;p30"/>
          <p:cNvSpPr/>
          <p:nvPr>
            <p:ph idx="2" type="pic"/>
          </p:nvPr>
        </p:nvSpPr>
        <p:spPr>
          <a:xfrm>
            <a:off x="4804825" y="1133300"/>
            <a:ext cx="4027500" cy="2392800"/>
          </a:xfrm>
          <a:prstGeom prst="rect">
            <a:avLst/>
          </a:prstGeom>
          <a:noFill/>
          <a:ln>
            <a:noFill/>
          </a:ln>
        </p:spPr>
      </p:sp>
      <p:sp>
        <p:nvSpPr>
          <p:cNvPr id="139" name="Google Shape;139;p30"/>
          <p:cNvSpPr/>
          <p:nvPr>
            <p:ph idx="3" type="pic"/>
          </p:nvPr>
        </p:nvSpPr>
        <p:spPr>
          <a:xfrm>
            <a:off x="311725" y="1133300"/>
            <a:ext cx="4027500" cy="2392800"/>
          </a:xfrm>
          <a:prstGeom prst="rect">
            <a:avLst/>
          </a:prstGeom>
          <a:noFill/>
          <a:ln>
            <a:noFill/>
          </a:ln>
        </p:spPr>
      </p:sp>
      <p:sp>
        <p:nvSpPr>
          <p:cNvPr id="140" name="Google Shape;140;p30"/>
          <p:cNvSpPr txBox="1"/>
          <p:nvPr>
            <p:ph idx="4" type="body"/>
          </p:nvPr>
        </p:nvSpPr>
        <p:spPr>
          <a:xfrm>
            <a:off x="4804825" y="4080225"/>
            <a:ext cx="4027500" cy="926100"/>
          </a:xfrm>
          <a:prstGeom prst="rect">
            <a:avLst/>
          </a:prstGeom>
          <a:noFill/>
          <a:ln>
            <a:noFill/>
          </a:ln>
        </p:spPr>
        <p:txBody>
          <a:bodyPr anchorCtr="0" anchor="ctr"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1" name="Google Shape;141;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42" name="Google Shape;142;p30"/>
          <p:cNvSpPr txBox="1"/>
          <p:nvPr>
            <p:ph type="title"/>
          </p:nvPr>
        </p:nvSpPr>
        <p:spPr>
          <a:xfrm>
            <a:off x="311700" y="445025"/>
            <a:ext cx="8520600" cy="572700"/>
          </a:xfrm>
          <a:prstGeom prst="rect">
            <a:avLst/>
          </a:prstGeom>
        </p:spPr>
        <p:txBody>
          <a:bodyPr anchorCtr="0" anchor="b" bIns="0" lIns="0" spcFirstLastPara="1" rIns="0" wrap="square" tIns="0">
            <a:norm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43" name="Google Shape;143;p30"/>
          <p:cNvSpPr txBox="1"/>
          <p:nvPr>
            <p:ph idx="5" type="subTitle"/>
          </p:nvPr>
        </p:nvSpPr>
        <p:spPr>
          <a:xfrm>
            <a:off x="311725" y="3582900"/>
            <a:ext cx="4027500" cy="481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44" name="Google Shape;144;p30"/>
          <p:cNvSpPr txBox="1"/>
          <p:nvPr>
            <p:ph idx="6" type="subTitle"/>
          </p:nvPr>
        </p:nvSpPr>
        <p:spPr>
          <a:xfrm>
            <a:off x="4804825" y="3582900"/>
            <a:ext cx="4027500" cy="481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45" name="Shape 145"/>
        <p:cNvGrpSpPr/>
        <p:nvPr/>
      </p:nvGrpSpPr>
      <p:grpSpPr>
        <a:xfrm>
          <a:off x="0" y="0"/>
          <a:ext cx="0" cy="0"/>
          <a:chOff x="0" y="0"/>
          <a:chExt cx="0" cy="0"/>
        </a:xfrm>
      </p:grpSpPr>
      <p:sp>
        <p:nvSpPr>
          <p:cNvPr id="146" name="Google Shape;146;p31"/>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7" name="Google Shape;147;p31"/>
          <p:cNvSpPr/>
          <p:nvPr>
            <p:ph idx="2" type="pic"/>
          </p:nvPr>
        </p:nvSpPr>
        <p:spPr>
          <a:xfrm>
            <a:off x="6205225" y="1128325"/>
            <a:ext cx="2627100" cy="2273100"/>
          </a:xfrm>
          <a:prstGeom prst="rect">
            <a:avLst/>
          </a:prstGeom>
          <a:noFill/>
          <a:ln>
            <a:noFill/>
          </a:ln>
        </p:spPr>
      </p:sp>
      <p:sp>
        <p:nvSpPr>
          <p:cNvPr id="148" name="Google Shape;148;p31"/>
          <p:cNvSpPr/>
          <p:nvPr>
            <p:ph idx="3" type="pic"/>
          </p:nvPr>
        </p:nvSpPr>
        <p:spPr>
          <a:xfrm>
            <a:off x="311725" y="1128325"/>
            <a:ext cx="2627100" cy="2273100"/>
          </a:xfrm>
          <a:prstGeom prst="rect">
            <a:avLst/>
          </a:prstGeom>
          <a:noFill/>
          <a:ln>
            <a:noFill/>
          </a:ln>
        </p:spPr>
      </p:sp>
      <p:sp>
        <p:nvSpPr>
          <p:cNvPr id="149" name="Google Shape;149;p31"/>
          <p:cNvSpPr txBox="1"/>
          <p:nvPr>
            <p:ph idx="4" type="body"/>
          </p:nvPr>
        </p:nvSpPr>
        <p:spPr>
          <a:xfrm>
            <a:off x="6205225" y="3911700"/>
            <a:ext cx="2627100" cy="1018500"/>
          </a:xfrm>
          <a:prstGeom prst="rect">
            <a:avLst/>
          </a:prstGeom>
          <a:noFill/>
          <a:ln>
            <a:noFill/>
          </a:ln>
        </p:spPr>
        <p:txBody>
          <a:bodyPr anchorCtr="0" anchor="ctr"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0" name="Google Shape;150;p31"/>
          <p:cNvSpPr/>
          <p:nvPr>
            <p:ph idx="5" type="pic"/>
          </p:nvPr>
        </p:nvSpPr>
        <p:spPr>
          <a:xfrm>
            <a:off x="3255250" y="1128325"/>
            <a:ext cx="2627100" cy="2273100"/>
          </a:xfrm>
          <a:prstGeom prst="rect">
            <a:avLst/>
          </a:prstGeom>
          <a:noFill/>
          <a:ln>
            <a:noFill/>
          </a:ln>
        </p:spPr>
      </p:sp>
      <p:sp>
        <p:nvSpPr>
          <p:cNvPr id="151" name="Google Shape;151;p31"/>
          <p:cNvSpPr txBox="1"/>
          <p:nvPr>
            <p:ph idx="6" type="body"/>
          </p:nvPr>
        </p:nvSpPr>
        <p:spPr>
          <a:xfrm>
            <a:off x="3255250" y="3911700"/>
            <a:ext cx="2627100" cy="1018500"/>
          </a:xfrm>
          <a:prstGeom prst="rect">
            <a:avLst/>
          </a:prstGeom>
          <a:noFill/>
          <a:ln>
            <a:noFill/>
          </a:ln>
        </p:spPr>
        <p:txBody>
          <a:bodyPr anchorCtr="0" anchor="ctr"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2" name="Google Shape;152;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53" name="Google Shape;153;p31"/>
          <p:cNvSpPr txBox="1"/>
          <p:nvPr>
            <p:ph type="title"/>
          </p:nvPr>
        </p:nvSpPr>
        <p:spPr>
          <a:xfrm>
            <a:off x="311700" y="445025"/>
            <a:ext cx="8520600" cy="572700"/>
          </a:xfrm>
          <a:prstGeom prst="rect">
            <a:avLst/>
          </a:prstGeom>
        </p:spPr>
        <p:txBody>
          <a:bodyPr anchorCtr="0" anchor="b" bIns="0" lIns="0" spcFirstLastPara="1" rIns="0" wrap="square" tIns="0">
            <a:norm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54" name="Google Shape;154;p31"/>
          <p:cNvSpPr txBox="1"/>
          <p:nvPr>
            <p:ph idx="7" type="subTitle"/>
          </p:nvPr>
        </p:nvSpPr>
        <p:spPr>
          <a:xfrm>
            <a:off x="311725" y="3430500"/>
            <a:ext cx="2627100" cy="481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55" name="Google Shape;155;p31"/>
          <p:cNvSpPr txBox="1"/>
          <p:nvPr>
            <p:ph idx="8" type="subTitle"/>
          </p:nvPr>
        </p:nvSpPr>
        <p:spPr>
          <a:xfrm>
            <a:off x="6205225" y="3430500"/>
            <a:ext cx="2627100" cy="481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56" name="Google Shape;156;p31"/>
          <p:cNvSpPr txBox="1"/>
          <p:nvPr>
            <p:ph idx="9" type="subTitle"/>
          </p:nvPr>
        </p:nvSpPr>
        <p:spPr>
          <a:xfrm>
            <a:off x="3255250" y="3430500"/>
            <a:ext cx="2627100" cy="481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57" name="Shape 157"/>
        <p:cNvGrpSpPr/>
        <p:nvPr/>
      </p:nvGrpSpPr>
      <p:grpSpPr>
        <a:xfrm>
          <a:off x="0" y="0"/>
          <a:ext cx="0" cy="0"/>
          <a:chOff x="0" y="0"/>
          <a:chExt cx="0" cy="0"/>
        </a:xfrm>
      </p:grpSpPr>
      <p:sp>
        <p:nvSpPr>
          <p:cNvPr id="158" name="Google Shape;158;p32"/>
          <p:cNvSpPr/>
          <p:nvPr>
            <p:ph idx="2" type="pic"/>
          </p:nvPr>
        </p:nvSpPr>
        <p:spPr>
          <a:xfrm>
            <a:off x="311700" y="445025"/>
            <a:ext cx="8520600" cy="4218300"/>
          </a:xfrm>
          <a:prstGeom prst="rect">
            <a:avLst/>
          </a:prstGeom>
          <a:noFill/>
          <a:ln>
            <a:noFill/>
          </a:ln>
        </p:spPr>
      </p:sp>
      <p:sp>
        <p:nvSpPr>
          <p:cNvPr id="159" name="Google Shape;159;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60" name="Shape 160"/>
        <p:cNvGrpSpPr/>
        <p:nvPr/>
      </p:nvGrpSpPr>
      <p:grpSpPr>
        <a:xfrm>
          <a:off x="0" y="0"/>
          <a:ext cx="0" cy="0"/>
          <a:chOff x="0" y="0"/>
          <a:chExt cx="0" cy="0"/>
        </a:xfrm>
      </p:grpSpPr>
      <p:sp>
        <p:nvSpPr>
          <p:cNvPr id="161" name="Google Shape;161;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62" name="Google Shape;162;p33"/>
          <p:cNvSpPr/>
          <p:nvPr>
            <p:ph idx="2" type="pic"/>
          </p:nvPr>
        </p:nvSpPr>
        <p:spPr>
          <a:xfrm>
            <a:off x="3389600" y="118913"/>
            <a:ext cx="1643700" cy="1535100"/>
          </a:xfrm>
          <a:prstGeom prst="rect">
            <a:avLst/>
          </a:prstGeom>
          <a:noFill/>
          <a:ln>
            <a:noFill/>
          </a:ln>
        </p:spPr>
      </p:sp>
      <p:sp>
        <p:nvSpPr>
          <p:cNvPr id="163" name="Google Shape;163;p33"/>
          <p:cNvSpPr/>
          <p:nvPr>
            <p:ph idx="3" type="pic"/>
          </p:nvPr>
        </p:nvSpPr>
        <p:spPr>
          <a:xfrm>
            <a:off x="5195935" y="118913"/>
            <a:ext cx="1643700" cy="1535100"/>
          </a:xfrm>
          <a:prstGeom prst="rect">
            <a:avLst/>
          </a:prstGeom>
          <a:noFill/>
          <a:ln>
            <a:noFill/>
          </a:ln>
        </p:spPr>
      </p:sp>
      <p:sp>
        <p:nvSpPr>
          <p:cNvPr id="164" name="Google Shape;164;p33"/>
          <p:cNvSpPr/>
          <p:nvPr>
            <p:ph idx="4" type="pic"/>
          </p:nvPr>
        </p:nvSpPr>
        <p:spPr>
          <a:xfrm>
            <a:off x="7002270" y="118913"/>
            <a:ext cx="1643700" cy="1535100"/>
          </a:xfrm>
          <a:prstGeom prst="rect">
            <a:avLst/>
          </a:prstGeom>
          <a:noFill/>
          <a:ln>
            <a:noFill/>
          </a:ln>
        </p:spPr>
      </p:sp>
      <p:sp>
        <p:nvSpPr>
          <p:cNvPr id="165" name="Google Shape;165;p33"/>
          <p:cNvSpPr/>
          <p:nvPr>
            <p:ph idx="5" type="pic"/>
          </p:nvPr>
        </p:nvSpPr>
        <p:spPr>
          <a:xfrm>
            <a:off x="3389588" y="1804212"/>
            <a:ext cx="1643700" cy="1535100"/>
          </a:xfrm>
          <a:prstGeom prst="rect">
            <a:avLst/>
          </a:prstGeom>
          <a:noFill/>
          <a:ln>
            <a:noFill/>
          </a:ln>
        </p:spPr>
      </p:sp>
      <p:sp>
        <p:nvSpPr>
          <p:cNvPr id="166" name="Google Shape;166;p33"/>
          <p:cNvSpPr/>
          <p:nvPr>
            <p:ph idx="6" type="pic"/>
          </p:nvPr>
        </p:nvSpPr>
        <p:spPr>
          <a:xfrm>
            <a:off x="5195922" y="1804212"/>
            <a:ext cx="1643700" cy="1535100"/>
          </a:xfrm>
          <a:prstGeom prst="rect">
            <a:avLst/>
          </a:prstGeom>
          <a:noFill/>
          <a:ln>
            <a:noFill/>
          </a:ln>
        </p:spPr>
      </p:sp>
      <p:sp>
        <p:nvSpPr>
          <p:cNvPr id="167" name="Google Shape;167;p33"/>
          <p:cNvSpPr/>
          <p:nvPr>
            <p:ph idx="7" type="pic"/>
          </p:nvPr>
        </p:nvSpPr>
        <p:spPr>
          <a:xfrm>
            <a:off x="7002257" y="1804212"/>
            <a:ext cx="1643700" cy="1535100"/>
          </a:xfrm>
          <a:prstGeom prst="rect">
            <a:avLst/>
          </a:prstGeom>
          <a:noFill/>
          <a:ln>
            <a:noFill/>
          </a:ln>
        </p:spPr>
      </p:sp>
      <p:sp>
        <p:nvSpPr>
          <p:cNvPr id="168" name="Google Shape;168;p33"/>
          <p:cNvSpPr txBox="1"/>
          <p:nvPr>
            <p:ph type="title"/>
          </p:nvPr>
        </p:nvSpPr>
        <p:spPr>
          <a:xfrm>
            <a:off x="351550" y="445025"/>
            <a:ext cx="2596800" cy="1706400"/>
          </a:xfrm>
          <a:prstGeom prst="rect">
            <a:avLst/>
          </a:prstGeom>
        </p:spPr>
        <p:txBody>
          <a:bodyPr anchorCtr="0" anchor="b" bIns="0" lIns="0" spcFirstLastPara="1" rIns="0" wrap="square" tIns="0">
            <a:sp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69" name="Google Shape;169;p33"/>
          <p:cNvSpPr/>
          <p:nvPr>
            <p:ph idx="8" type="pic"/>
          </p:nvPr>
        </p:nvSpPr>
        <p:spPr>
          <a:xfrm>
            <a:off x="3389588" y="3489487"/>
            <a:ext cx="1643700" cy="1535100"/>
          </a:xfrm>
          <a:prstGeom prst="rect">
            <a:avLst/>
          </a:prstGeom>
          <a:noFill/>
          <a:ln>
            <a:noFill/>
          </a:ln>
        </p:spPr>
      </p:sp>
      <p:sp>
        <p:nvSpPr>
          <p:cNvPr id="170" name="Google Shape;170;p33"/>
          <p:cNvSpPr/>
          <p:nvPr>
            <p:ph idx="9" type="pic"/>
          </p:nvPr>
        </p:nvSpPr>
        <p:spPr>
          <a:xfrm>
            <a:off x="5195922" y="3489487"/>
            <a:ext cx="1643700" cy="1535100"/>
          </a:xfrm>
          <a:prstGeom prst="rect">
            <a:avLst/>
          </a:prstGeom>
          <a:noFill/>
          <a:ln>
            <a:noFill/>
          </a:ln>
        </p:spPr>
      </p:sp>
      <p:sp>
        <p:nvSpPr>
          <p:cNvPr id="171" name="Google Shape;171;p33"/>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2"/>
        </a:solidFill>
      </p:bgPr>
    </p:bg>
    <p:spTree>
      <p:nvGrpSpPr>
        <p:cNvPr id="172" name="Shape 172"/>
        <p:cNvGrpSpPr/>
        <p:nvPr/>
      </p:nvGrpSpPr>
      <p:grpSpPr>
        <a:xfrm>
          <a:off x="0" y="0"/>
          <a:ext cx="0" cy="0"/>
          <a:chOff x="0" y="0"/>
          <a:chExt cx="0" cy="0"/>
        </a:xfrm>
      </p:grpSpPr>
      <p:grpSp>
        <p:nvGrpSpPr>
          <p:cNvPr id="173" name="Google Shape;173;p34"/>
          <p:cNvGrpSpPr/>
          <p:nvPr/>
        </p:nvGrpSpPr>
        <p:grpSpPr>
          <a:xfrm>
            <a:off x="81" y="-57"/>
            <a:ext cx="9144360" cy="5143800"/>
            <a:chOff x="81" y="-57"/>
            <a:chExt cx="9144360" cy="5143800"/>
          </a:xfrm>
        </p:grpSpPr>
        <p:sp>
          <p:nvSpPr>
            <p:cNvPr id="174" name="Google Shape;174;p34"/>
            <p:cNvSpPr/>
            <p:nvPr/>
          </p:nvSpPr>
          <p:spPr>
            <a:xfrm rot="-5400000">
              <a:off x="-735519" y="735543"/>
              <a:ext cx="5143800" cy="3672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175" name="Google Shape;175;p34"/>
            <p:cNvSpPr/>
            <p:nvPr/>
          </p:nvSpPr>
          <p:spPr>
            <a:xfrm rot="-5400000">
              <a:off x="2000361" y="735543"/>
              <a:ext cx="5143800" cy="3672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176" name="Google Shape;176;p34"/>
            <p:cNvSpPr/>
            <p:nvPr/>
          </p:nvSpPr>
          <p:spPr>
            <a:xfrm rot="-5400000">
              <a:off x="4736241" y="735543"/>
              <a:ext cx="5143800" cy="3672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grpSp>
      <p:sp>
        <p:nvSpPr>
          <p:cNvPr id="177" name="Google Shape;177;p34"/>
          <p:cNvSpPr txBox="1"/>
          <p:nvPr>
            <p:ph type="ctrTitle"/>
          </p:nvPr>
        </p:nvSpPr>
        <p:spPr>
          <a:xfrm>
            <a:off x="429300" y="1681700"/>
            <a:ext cx="8285400" cy="1362300"/>
          </a:xfrm>
          <a:prstGeom prst="rect">
            <a:avLst/>
          </a:prstGeom>
        </p:spPr>
        <p:txBody>
          <a:bodyPr anchorCtr="0" anchor="b" bIns="91425" lIns="91425" spcFirstLastPara="1" rIns="91425" wrap="square" tIns="91425">
            <a:noAutofit/>
          </a:bodyPr>
          <a:lstStyle>
            <a:lvl1pPr lvl="0">
              <a:spcBef>
                <a:spcPts val="0"/>
              </a:spcBef>
              <a:spcAft>
                <a:spcPts val="0"/>
              </a:spcAft>
              <a:buSzPts val="4500"/>
              <a:buFont typeface="Figtree ExtraBold"/>
              <a:buNone/>
              <a:defRPr b="0" sz="4500">
                <a:latin typeface="Figtree ExtraBold"/>
                <a:ea typeface="Figtree ExtraBold"/>
                <a:cs typeface="Figtree ExtraBold"/>
                <a:sym typeface="Figtree ExtraBold"/>
              </a:defRPr>
            </a:lvl1pPr>
            <a:lvl2pPr lvl="1">
              <a:spcBef>
                <a:spcPts val="0"/>
              </a:spcBef>
              <a:spcAft>
                <a:spcPts val="0"/>
              </a:spcAft>
              <a:buSzPts val="4500"/>
              <a:buFont typeface="Figtree ExtraBold"/>
              <a:buNone/>
              <a:defRPr b="0" sz="4500">
                <a:latin typeface="Figtree ExtraBold"/>
                <a:ea typeface="Figtree ExtraBold"/>
                <a:cs typeface="Figtree ExtraBold"/>
                <a:sym typeface="Figtree ExtraBold"/>
              </a:defRPr>
            </a:lvl2pPr>
            <a:lvl3pPr lvl="2">
              <a:spcBef>
                <a:spcPts val="0"/>
              </a:spcBef>
              <a:spcAft>
                <a:spcPts val="0"/>
              </a:spcAft>
              <a:buSzPts val="4500"/>
              <a:buFont typeface="Figtree ExtraBold"/>
              <a:buNone/>
              <a:defRPr b="0" sz="4500">
                <a:latin typeface="Figtree ExtraBold"/>
                <a:ea typeface="Figtree ExtraBold"/>
                <a:cs typeface="Figtree ExtraBold"/>
                <a:sym typeface="Figtree ExtraBold"/>
              </a:defRPr>
            </a:lvl3pPr>
            <a:lvl4pPr lvl="3">
              <a:spcBef>
                <a:spcPts val="0"/>
              </a:spcBef>
              <a:spcAft>
                <a:spcPts val="0"/>
              </a:spcAft>
              <a:buSzPts val="4500"/>
              <a:buFont typeface="Figtree ExtraBold"/>
              <a:buNone/>
              <a:defRPr b="0" sz="4500">
                <a:latin typeface="Figtree ExtraBold"/>
                <a:ea typeface="Figtree ExtraBold"/>
                <a:cs typeface="Figtree ExtraBold"/>
                <a:sym typeface="Figtree ExtraBold"/>
              </a:defRPr>
            </a:lvl4pPr>
            <a:lvl5pPr lvl="4">
              <a:spcBef>
                <a:spcPts val="0"/>
              </a:spcBef>
              <a:spcAft>
                <a:spcPts val="0"/>
              </a:spcAft>
              <a:buSzPts val="4500"/>
              <a:buFont typeface="Figtree ExtraBold"/>
              <a:buNone/>
              <a:defRPr b="0" sz="4500">
                <a:latin typeface="Figtree ExtraBold"/>
                <a:ea typeface="Figtree ExtraBold"/>
                <a:cs typeface="Figtree ExtraBold"/>
                <a:sym typeface="Figtree ExtraBold"/>
              </a:defRPr>
            </a:lvl5pPr>
            <a:lvl6pPr lvl="5">
              <a:spcBef>
                <a:spcPts val="0"/>
              </a:spcBef>
              <a:spcAft>
                <a:spcPts val="0"/>
              </a:spcAft>
              <a:buSzPts val="4500"/>
              <a:buFont typeface="Figtree ExtraBold"/>
              <a:buNone/>
              <a:defRPr b="0" sz="4500">
                <a:latin typeface="Figtree ExtraBold"/>
                <a:ea typeface="Figtree ExtraBold"/>
                <a:cs typeface="Figtree ExtraBold"/>
                <a:sym typeface="Figtree ExtraBold"/>
              </a:defRPr>
            </a:lvl6pPr>
            <a:lvl7pPr lvl="6">
              <a:spcBef>
                <a:spcPts val="0"/>
              </a:spcBef>
              <a:spcAft>
                <a:spcPts val="0"/>
              </a:spcAft>
              <a:buSzPts val="4500"/>
              <a:buFont typeface="Figtree ExtraBold"/>
              <a:buNone/>
              <a:defRPr b="0" sz="4500">
                <a:latin typeface="Figtree ExtraBold"/>
                <a:ea typeface="Figtree ExtraBold"/>
                <a:cs typeface="Figtree ExtraBold"/>
                <a:sym typeface="Figtree ExtraBold"/>
              </a:defRPr>
            </a:lvl7pPr>
            <a:lvl8pPr lvl="7">
              <a:spcBef>
                <a:spcPts val="0"/>
              </a:spcBef>
              <a:spcAft>
                <a:spcPts val="0"/>
              </a:spcAft>
              <a:buSzPts val="4500"/>
              <a:buFont typeface="Figtree ExtraBold"/>
              <a:buNone/>
              <a:defRPr b="0" sz="4500">
                <a:latin typeface="Figtree ExtraBold"/>
                <a:ea typeface="Figtree ExtraBold"/>
                <a:cs typeface="Figtree ExtraBold"/>
                <a:sym typeface="Figtree ExtraBold"/>
              </a:defRPr>
            </a:lvl8pPr>
            <a:lvl9pPr lvl="8">
              <a:spcBef>
                <a:spcPts val="0"/>
              </a:spcBef>
              <a:spcAft>
                <a:spcPts val="0"/>
              </a:spcAft>
              <a:buSzPts val="4500"/>
              <a:buFont typeface="Figtree ExtraBold"/>
              <a:buNone/>
              <a:defRPr b="0" sz="4500">
                <a:latin typeface="Figtree ExtraBold"/>
                <a:ea typeface="Figtree ExtraBold"/>
                <a:cs typeface="Figtree ExtraBold"/>
                <a:sym typeface="Figtree ExtraBold"/>
              </a:defRPr>
            </a:lvl9pPr>
          </a:lstStyle>
          <a:p/>
        </p:txBody>
      </p:sp>
      <p:sp>
        <p:nvSpPr>
          <p:cNvPr id="178" name="Google Shape;178;p34"/>
          <p:cNvSpPr txBox="1"/>
          <p:nvPr>
            <p:ph idx="1" type="subTitle"/>
          </p:nvPr>
        </p:nvSpPr>
        <p:spPr>
          <a:xfrm>
            <a:off x="429300" y="3116325"/>
            <a:ext cx="8285400" cy="6498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dk1"/>
              </a:buClr>
              <a:buSzPts val="1500"/>
              <a:buFont typeface="Figtree"/>
              <a:buNone/>
              <a:defRPr sz="1500">
                <a:solidFill>
                  <a:schemeClr val="dk1"/>
                </a:solidFill>
                <a:latin typeface="Figtree"/>
                <a:ea typeface="Figtree"/>
                <a:cs typeface="Figtree"/>
                <a:sym typeface="Figtree"/>
              </a:defRPr>
            </a:lvl1pPr>
            <a:lvl2pPr lvl="1" algn="ctr">
              <a:spcBef>
                <a:spcPts val="0"/>
              </a:spcBef>
              <a:spcAft>
                <a:spcPts val="0"/>
              </a:spcAft>
              <a:buClr>
                <a:schemeClr val="dk1"/>
              </a:buClr>
              <a:buSzPts val="1500"/>
              <a:buFont typeface="Figtree"/>
              <a:buNone/>
              <a:defRPr sz="1500">
                <a:solidFill>
                  <a:schemeClr val="dk1"/>
                </a:solidFill>
                <a:latin typeface="Figtree"/>
                <a:ea typeface="Figtree"/>
                <a:cs typeface="Figtree"/>
                <a:sym typeface="Figtree"/>
              </a:defRPr>
            </a:lvl2pPr>
            <a:lvl3pPr lvl="2" algn="ctr">
              <a:spcBef>
                <a:spcPts val="0"/>
              </a:spcBef>
              <a:spcAft>
                <a:spcPts val="0"/>
              </a:spcAft>
              <a:buClr>
                <a:schemeClr val="dk1"/>
              </a:buClr>
              <a:buSzPts val="1500"/>
              <a:buFont typeface="Figtree"/>
              <a:buNone/>
              <a:defRPr sz="1500">
                <a:solidFill>
                  <a:schemeClr val="dk1"/>
                </a:solidFill>
                <a:latin typeface="Figtree"/>
                <a:ea typeface="Figtree"/>
                <a:cs typeface="Figtree"/>
                <a:sym typeface="Figtree"/>
              </a:defRPr>
            </a:lvl3pPr>
            <a:lvl4pPr lvl="3" algn="ctr">
              <a:spcBef>
                <a:spcPts val="0"/>
              </a:spcBef>
              <a:spcAft>
                <a:spcPts val="0"/>
              </a:spcAft>
              <a:buClr>
                <a:schemeClr val="dk1"/>
              </a:buClr>
              <a:buSzPts val="1500"/>
              <a:buFont typeface="Figtree"/>
              <a:buNone/>
              <a:defRPr sz="1500">
                <a:solidFill>
                  <a:schemeClr val="dk1"/>
                </a:solidFill>
                <a:latin typeface="Figtree"/>
                <a:ea typeface="Figtree"/>
                <a:cs typeface="Figtree"/>
                <a:sym typeface="Figtree"/>
              </a:defRPr>
            </a:lvl4pPr>
            <a:lvl5pPr lvl="4" algn="ctr">
              <a:spcBef>
                <a:spcPts val="0"/>
              </a:spcBef>
              <a:spcAft>
                <a:spcPts val="0"/>
              </a:spcAft>
              <a:buClr>
                <a:schemeClr val="dk1"/>
              </a:buClr>
              <a:buSzPts val="1500"/>
              <a:buFont typeface="Figtree"/>
              <a:buNone/>
              <a:defRPr sz="1500">
                <a:solidFill>
                  <a:schemeClr val="dk1"/>
                </a:solidFill>
                <a:latin typeface="Figtree"/>
                <a:ea typeface="Figtree"/>
                <a:cs typeface="Figtree"/>
                <a:sym typeface="Figtree"/>
              </a:defRPr>
            </a:lvl5pPr>
            <a:lvl6pPr lvl="5" algn="ctr">
              <a:spcBef>
                <a:spcPts val="0"/>
              </a:spcBef>
              <a:spcAft>
                <a:spcPts val="0"/>
              </a:spcAft>
              <a:buClr>
                <a:schemeClr val="dk1"/>
              </a:buClr>
              <a:buSzPts val="1500"/>
              <a:buFont typeface="Figtree"/>
              <a:buNone/>
              <a:defRPr sz="1500">
                <a:solidFill>
                  <a:schemeClr val="dk1"/>
                </a:solidFill>
                <a:latin typeface="Figtree"/>
                <a:ea typeface="Figtree"/>
                <a:cs typeface="Figtree"/>
                <a:sym typeface="Figtree"/>
              </a:defRPr>
            </a:lvl6pPr>
            <a:lvl7pPr lvl="6" algn="ctr">
              <a:spcBef>
                <a:spcPts val="0"/>
              </a:spcBef>
              <a:spcAft>
                <a:spcPts val="0"/>
              </a:spcAft>
              <a:buClr>
                <a:schemeClr val="dk1"/>
              </a:buClr>
              <a:buSzPts val="1500"/>
              <a:buFont typeface="Figtree"/>
              <a:buNone/>
              <a:defRPr sz="1500">
                <a:solidFill>
                  <a:schemeClr val="dk1"/>
                </a:solidFill>
                <a:latin typeface="Figtree"/>
                <a:ea typeface="Figtree"/>
                <a:cs typeface="Figtree"/>
                <a:sym typeface="Figtree"/>
              </a:defRPr>
            </a:lvl7pPr>
            <a:lvl8pPr lvl="7" algn="ctr">
              <a:spcBef>
                <a:spcPts val="0"/>
              </a:spcBef>
              <a:spcAft>
                <a:spcPts val="0"/>
              </a:spcAft>
              <a:buClr>
                <a:schemeClr val="dk1"/>
              </a:buClr>
              <a:buSzPts val="1500"/>
              <a:buFont typeface="Figtree"/>
              <a:buNone/>
              <a:defRPr sz="1500">
                <a:solidFill>
                  <a:schemeClr val="dk1"/>
                </a:solidFill>
                <a:latin typeface="Figtree"/>
                <a:ea typeface="Figtree"/>
                <a:cs typeface="Figtree"/>
                <a:sym typeface="Figtree"/>
              </a:defRPr>
            </a:lvl8pPr>
            <a:lvl9pPr lvl="8" algn="ctr">
              <a:spcBef>
                <a:spcPts val="0"/>
              </a:spcBef>
              <a:spcAft>
                <a:spcPts val="0"/>
              </a:spcAft>
              <a:buClr>
                <a:schemeClr val="dk1"/>
              </a:buClr>
              <a:buSzPts val="1500"/>
              <a:buFont typeface="Figtree"/>
              <a:buNone/>
              <a:defRPr sz="1500">
                <a:solidFill>
                  <a:schemeClr val="dk1"/>
                </a:solidFill>
                <a:latin typeface="Figtree"/>
                <a:ea typeface="Figtree"/>
                <a:cs typeface="Figtree"/>
                <a:sym typeface="Figtre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and body" type="secHead">
  <p:cSld name="SECTION_HEADER">
    <p:bg>
      <p:bgPr>
        <a:solidFill>
          <a:schemeClr val="lt2"/>
        </a:solidFill>
      </p:bgPr>
    </p:bg>
    <p:spTree>
      <p:nvGrpSpPr>
        <p:cNvPr id="179" name="Shape 179"/>
        <p:cNvGrpSpPr/>
        <p:nvPr/>
      </p:nvGrpSpPr>
      <p:grpSpPr>
        <a:xfrm>
          <a:off x="0" y="0"/>
          <a:ext cx="0" cy="0"/>
          <a:chOff x="0" y="0"/>
          <a:chExt cx="0" cy="0"/>
        </a:xfrm>
      </p:grpSpPr>
      <p:grpSp>
        <p:nvGrpSpPr>
          <p:cNvPr id="180" name="Google Shape;180;p35"/>
          <p:cNvGrpSpPr/>
          <p:nvPr/>
        </p:nvGrpSpPr>
        <p:grpSpPr>
          <a:xfrm>
            <a:off x="1500" y="656450"/>
            <a:ext cx="9144473" cy="4268250"/>
            <a:chOff x="1500" y="656450"/>
            <a:chExt cx="9144473" cy="4268250"/>
          </a:xfrm>
        </p:grpSpPr>
        <p:sp>
          <p:nvSpPr>
            <p:cNvPr id="181" name="Google Shape;181;p35"/>
            <p:cNvSpPr/>
            <p:nvPr/>
          </p:nvSpPr>
          <p:spPr>
            <a:xfrm rot="-5400000">
              <a:off x="3342986" y="195800"/>
              <a:ext cx="2461500" cy="3382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182" name="Google Shape;182;p35"/>
            <p:cNvSpPr/>
            <p:nvPr/>
          </p:nvSpPr>
          <p:spPr>
            <a:xfrm rot="-5400000">
              <a:off x="462150" y="195800"/>
              <a:ext cx="2461500" cy="3382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183" name="Google Shape;183;p35"/>
            <p:cNvSpPr/>
            <p:nvPr/>
          </p:nvSpPr>
          <p:spPr>
            <a:xfrm>
              <a:off x="2401856" y="1764425"/>
              <a:ext cx="1463100" cy="2052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a:ea typeface="Figtree"/>
                <a:cs typeface="Figtree"/>
                <a:sym typeface="Figtree"/>
              </a:endParaRPr>
            </a:p>
          </p:txBody>
        </p:sp>
        <p:sp>
          <p:nvSpPr>
            <p:cNvPr id="184" name="Google Shape;184;p35"/>
            <p:cNvSpPr/>
            <p:nvPr/>
          </p:nvSpPr>
          <p:spPr>
            <a:xfrm rot="-5400000">
              <a:off x="6223823" y="195800"/>
              <a:ext cx="2461500" cy="3382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185" name="Google Shape;185;p35"/>
            <p:cNvSpPr/>
            <p:nvPr/>
          </p:nvSpPr>
          <p:spPr>
            <a:xfrm rot="-5400000">
              <a:off x="3342986" y="2002550"/>
              <a:ext cx="2461500" cy="3382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186" name="Google Shape;186;p35"/>
            <p:cNvSpPr/>
            <p:nvPr/>
          </p:nvSpPr>
          <p:spPr>
            <a:xfrm rot="-5400000">
              <a:off x="462150" y="2002550"/>
              <a:ext cx="2461500" cy="3382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187" name="Google Shape;187;p35"/>
            <p:cNvSpPr/>
            <p:nvPr/>
          </p:nvSpPr>
          <p:spPr>
            <a:xfrm rot="-5400000">
              <a:off x="6223823" y="2002550"/>
              <a:ext cx="2461500" cy="3382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188" name="Google Shape;188;p35"/>
            <p:cNvSpPr/>
            <p:nvPr/>
          </p:nvSpPr>
          <p:spPr>
            <a:xfrm>
              <a:off x="5282615" y="1764425"/>
              <a:ext cx="1463100" cy="2052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a:ea typeface="Figtree"/>
                <a:cs typeface="Figtree"/>
                <a:sym typeface="Figtree"/>
              </a:endParaRPr>
            </a:p>
          </p:txBody>
        </p:sp>
      </p:grpSp>
      <p:sp>
        <p:nvSpPr>
          <p:cNvPr id="189" name="Google Shape;189;p35"/>
          <p:cNvSpPr txBox="1"/>
          <p:nvPr>
            <p:ph idx="1" type="body"/>
          </p:nvPr>
        </p:nvSpPr>
        <p:spPr>
          <a:xfrm>
            <a:off x="932400" y="2949400"/>
            <a:ext cx="7279200" cy="8772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Font typeface="Figtree"/>
              <a:buChar char="●"/>
              <a:defRPr/>
            </a:lvl1pPr>
            <a:lvl2pPr indent="-323850" lvl="1" marL="914400">
              <a:spcBef>
                <a:spcPts val="0"/>
              </a:spcBef>
              <a:spcAft>
                <a:spcPts val="0"/>
              </a:spcAft>
              <a:buSzPts val="1500"/>
              <a:buFont typeface="Figtree"/>
              <a:buChar char="○"/>
              <a:defRPr/>
            </a:lvl2pPr>
            <a:lvl3pPr indent="-323850" lvl="2" marL="1371600">
              <a:spcBef>
                <a:spcPts val="0"/>
              </a:spcBef>
              <a:spcAft>
                <a:spcPts val="0"/>
              </a:spcAft>
              <a:buSzPts val="1500"/>
              <a:buFont typeface="Figtree"/>
              <a:buChar char="■"/>
              <a:defRPr/>
            </a:lvl3pPr>
            <a:lvl4pPr indent="-323850" lvl="3" marL="1828800">
              <a:spcBef>
                <a:spcPts val="0"/>
              </a:spcBef>
              <a:spcAft>
                <a:spcPts val="0"/>
              </a:spcAft>
              <a:buSzPts val="1500"/>
              <a:buFont typeface="Figtree"/>
              <a:buChar char="●"/>
              <a:defRPr/>
            </a:lvl4pPr>
            <a:lvl5pPr indent="-323850" lvl="4" marL="2286000">
              <a:spcBef>
                <a:spcPts val="0"/>
              </a:spcBef>
              <a:spcAft>
                <a:spcPts val="0"/>
              </a:spcAft>
              <a:buSzPts val="1500"/>
              <a:buFont typeface="Figtree"/>
              <a:buChar char="○"/>
              <a:defRPr/>
            </a:lvl5pPr>
            <a:lvl6pPr indent="-323850" lvl="5" marL="2743200">
              <a:spcBef>
                <a:spcPts val="0"/>
              </a:spcBef>
              <a:spcAft>
                <a:spcPts val="0"/>
              </a:spcAft>
              <a:buSzPts val="1500"/>
              <a:buFont typeface="Figtree"/>
              <a:buChar char="■"/>
              <a:defRPr/>
            </a:lvl6pPr>
            <a:lvl7pPr indent="-323850" lvl="6" marL="3200400">
              <a:spcBef>
                <a:spcPts val="0"/>
              </a:spcBef>
              <a:spcAft>
                <a:spcPts val="0"/>
              </a:spcAft>
              <a:buSzPts val="1500"/>
              <a:buFont typeface="Figtree"/>
              <a:buChar char="●"/>
              <a:defRPr/>
            </a:lvl7pPr>
            <a:lvl8pPr indent="-323850" lvl="7" marL="3657600">
              <a:spcBef>
                <a:spcPts val="0"/>
              </a:spcBef>
              <a:spcAft>
                <a:spcPts val="0"/>
              </a:spcAft>
              <a:buSzPts val="1500"/>
              <a:buFont typeface="Figtree"/>
              <a:buChar char="○"/>
              <a:defRPr/>
            </a:lvl8pPr>
            <a:lvl9pPr indent="-323850" lvl="8" marL="4114800">
              <a:spcBef>
                <a:spcPts val="0"/>
              </a:spcBef>
              <a:spcAft>
                <a:spcPts val="0"/>
              </a:spcAft>
              <a:buSzPts val="1500"/>
              <a:buFont typeface="Figtree"/>
              <a:buChar char="■"/>
              <a:defRPr/>
            </a:lvl9pPr>
          </a:lstStyle>
          <a:p/>
        </p:txBody>
      </p:sp>
      <p:sp>
        <p:nvSpPr>
          <p:cNvPr id="190" name="Google Shape;190;p35"/>
          <p:cNvSpPr txBox="1"/>
          <p:nvPr>
            <p:ph type="title"/>
          </p:nvPr>
        </p:nvSpPr>
        <p:spPr>
          <a:xfrm>
            <a:off x="932400" y="1881350"/>
            <a:ext cx="7279200" cy="572700"/>
          </a:xfrm>
          <a:prstGeom prst="rect">
            <a:avLst/>
          </a:prstGeom>
        </p:spPr>
        <p:txBody>
          <a:bodyPr anchorCtr="0" anchor="b" bIns="0" lIns="0" spcFirstLastPara="1" rIns="0" wrap="square" tIns="0">
            <a:noAutofit/>
          </a:bodyPr>
          <a:lstStyle>
            <a:lvl1pPr lvl="0">
              <a:spcBef>
                <a:spcPts val="0"/>
              </a:spcBef>
              <a:spcAft>
                <a:spcPts val="0"/>
              </a:spcAft>
              <a:buSzPts val="3500"/>
              <a:buFont typeface="Figtree"/>
              <a:buNone/>
              <a:defRPr/>
            </a:lvl1pPr>
            <a:lvl2pPr lvl="1">
              <a:spcBef>
                <a:spcPts val="0"/>
              </a:spcBef>
              <a:spcAft>
                <a:spcPts val="0"/>
              </a:spcAft>
              <a:buSzPts val="3500"/>
              <a:buFont typeface="Figtree"/>
              <a:buNone/>
              <a:defRPr/>
            </a:lvl2pPr>
            <a:lvl3pPr lvl="2">
              <a:spcBef>
                <a:spcPts val="0"/>
              </a:spcBef>
              <a:spcAft>
                <a:spcPts val="0"/>
              </a:spcAft>
              <a:buSzPts val="3500"/>
              <a:buFont typeface="Figtree"/>
              <a:buNone/>
              <a:defRPr/>
            </a:lvl3pPr>
            <a:lvl4pPr lvl="3">
              <a:spcBef>
                <a:spcPts val="0"/>
              </a:spcBef>
              <a:spcAft>
                <a:spcPts val="0"/>
              </a:spcAft>
              <a:buSzPts val="3500"/>
              <a:buFont typeface="Figtree"/>
              <a:buNone/>
              <a:defRPr/>
            </a:lvl4pPr>
            <a:lvl5pPr lvl="4">
              <a:spcBef>
                <a:spcPts val="0"/>
              </a:spcBef>
              <a:spcAft>
                <a:spcPts val="0"/>
              </a:spcAft>
              <a:buSzPts val="3500"/>
              <a:buFont typeface="Figtree"/>
              <a:buNone/>
              <a:defRPr/>
            </a:lvl5pPr>
            <a:lvl6pPr lvl="5">
              <a:spcBef>
                <a:spcPts val="0"/>
              </a:spcBef>
              <a:spcAft>
                <a:spcPts val="0"/>
              </a:spcAft>
              <a:buSzPts val="3500"/>
              <a:buFont typeface="Figtree"/>
              <a:buNone/>
              <a:defRPr/>
            </a:lvl6pPr>
            <a:lvl7pPr lvl="6">
              <a:spcBef>
                <a:spcPts val="0"/>
              </a:spcBef>
              <a:spcAft>
                <a:spcPts val="0"/>
              </a:spcAft>
              <a:buSzPts val="3500"/>
              <a:buFont typeface="Figtree"/>
              <a:buNone/>
              <a:defRPr/>
            </a:lvl7pPr>
            <a:lvl8pPr lvl="7">
              <a:spcBef>
                <a:spcPts val="0"/>
              </a:spcBef>
              <a:spcAft>
                <a:spcPts val="0"/>
              </a:spcAft>
              <a:buSzPts val="3500"/>
              <a:buFont typeface="Figtree"/>
              <a:buNone/>
              <a:defRPr/>
            </a:lvl8pPr>
            <a:lvl9pPr lvl="8">
              <a:spcBef>
                <a:spcPts val="0"/>
              </a:spcBef>
              <a:spcAft>
                <a:spcPts val="0"/>
              </a:spcAft>
              <a:buSzPts val="3500"/>
              <a:buFont typeface="Figtree"/>
              <a:buNone/>
              <a:defRPr/>
            </a:lvl9pPr>
          </a:lstStyle>
          <a:p/>
        </p:txBody>
      </p:sp>
      <p:sp>
        <p:nvSpPr>
          <p:cNvPr id="191" name="Google Shape;191;p35"/>
          <p:cNvSpPr/>
          <p:nvPr/>
        </p:nvSpPr>
        <p:spPr>
          <a:xfrm>
            <a:off x="110838" y="113400"/>
            <a:ext cx="7947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192" name="Google Shape;192;p35"/>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cxnSp>
        <p:nvCxnSpPr>
          <p:cNvPr id="193" name="Google Shape;193;p35"/>
          <p:cNvCxnSpPr/>
          <p:nvPr/>
        </p:nvCxnSpPr>
        <p:spPr>
          <a:xfrm>
            <a:off x="111000" y="443900"/>
            <a:ext cx="8922000" cy="0"/>
          </a:xfrm>
          <a:prstGeom prst="straightConnector1">
            <a:avLst/>
          </a:prstGeom>
          <a:noFill/>
          <a:ln cap="flat" cmpd="sng" w="9525">
            <a:solidFill>
              <a:schemeClr val="lt1"/>
            </a:solidFill>
            <a:prstDash val="solid"/>
            <a:round/>
            <a:headEnd len="med" w="med" type="none"/>
            <a:tailEnd len="med" w="med" type="none"/>
          </a:ln>
        </p:spPr>
      </p:cxnSp>
      <p:sp>
        <p:nvSpPr>
          <p:cNvPr id="194" name="Google Shape;194;p35"/>
          <p:cNvSpPr/>
          <p:nvPr/>
        </p:nvSpPr>
        <p:spPr>
          <a:xfrm>
            <a:off x="74437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195" name="Google Shape;195;p35"/>
          <p:cNvSpPr/>
          <p:nvPr/>
        </p:nvSpPr>
        <p:spPr>
          <a:xfrm>
            <a:off x="57764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196" name="Google Shape;196;p35"/>
          <p:cNvSpPr txBox="1"/>
          <p:nvPr>
            <p:ph idx="2" type="subTitle"/>
          </p:nvPr>
        </p:nvSpPr>
        <p:spPr>
          <a:xfrm>
            <a:off x="5809350"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
        <p:nvSpPr>
          <p:cNvPr id="197" name="Google Shape;197;p35"/>
          <p:cNvSpPr txBox="1"/>
          <p:nvPr>
            <p:ph idx="3" type="subTitle"/>
          </p:nvPr>
        </p:nvSpPr>
        <p:spPr>
          <a:xfrm>
            <a:off x="7476775"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SECTION_HEADER_1">
    <p:bg>
      <p:bgPr>
        <a:solidFill>
          <a:schemeClr val="lt2"/>
        </a:solidFill>
      </p:bgPr>
    </p:bg>
    <p:spTree>
      <p:nvGrpSpPr>
        <p:cNvPr id="198" name="Shape 198"/>
        <p:cNvGrpSpPr/>
        <p:nvPr/>
      </p:nvGrpSpPr>
      <p:grpSpPr>
        <a:xfrm>
          <a:off x="0" y="0"/>
          <a:ext cx="0" cy="0"/>
          <a:chOff x="0" y="0"/>
          <a:chExt cx="0" cy="0"/>
        </a:xfrm>
      </p:grpSpPr>
      <p:sp>
        <p:nvSpPr>
          <p:cNvPr id="199" name="Google Shape;199;p36"/>
          <p:cNvSpPr txBox="1"/>
          <p:nvPr>
            <p:ph idx="1" type="body"/>
          </p:nvPr>
        </p:nvSpPr>
        <p:spPr>
          <a:xfrm>
            <a:off x="932400" y="2949400"/>
            <a:ext cx="7279200" cy="8772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Font typeface="Figtree"/>
              <a:buChar char="●"/>
              <a:defRPr/>
            </a:lvl1pPr>
            <a:lvl2pPr indent="-323850" lvl="1" marL="914400">
              <a:spcBef>
                <a:spcPts val="0"/>
              </a:spcBef>
              <a:spcAft>
                <a:spcPts val="0"/>
              </a:spcAft>
              <a:buSzPts val="1500"/>
              <a:buFont typeface="Figtree"/>
              <a:buChar char="○"/>
              <a:defRPr/>
            </a:lvl2pPr>
            <a:lvl3pPr indent="-323850" lvl="2" marL="1371600">
              <a:spcBef>
                <a:spcPts val="0"/>
              </a:spcBef>
              <a:spcAft>
                <a:spcPts val="0"/>
              </a:spcAft>
              <a:buSzPts val="1500"/>
              <a:buFont typeface="Figtree"/>
              <a:buChar char="■"/>
              <a:defRPr/>
            </a:lvl3pPr>
            <a:lvl4pPr indent="-323850" lvl="3" marL="1828800">
              <a:spcBef>
                <a:spcPts val="0"/>
              </a:spcBef>
              <a:spcAft>
                <a:spcPts val="0"/>
              </a:spcAft>
              <a:buSzPts val="1500"/>
              <a:buFont typeface="Figtree"/>
              <a:buChar char="●"/>
              <a:defRPr/>
            </a:lvl4pPr>
            <a:lvl5pPr indent="-323850" lvl="4" marL="2286000">
              <a:spcBef>
                <a:spcPts val="0"/>
              </a:spcBef>
              <a:spcAft>
                <a:spcPts val="0"/>
              </a:spcAft>
              <a:buSzPts val="1500"/>
              <a:buFont typeface="Figtree"/>
              <a:buChar char="○"/>
              <a:defRPr/>
            </a:lvl5pPr>
            <a:lvl6pPr indent="-323850" lvl="5" marL="2743200">
              <a:spcBef>
                <a:spcPts val="0"/>
              </a:spcBef>
              <a:spcAft>
                <a:spcPts val="0"/>
              </a:spcAft>
              <a:buSzPts val="1500"/>
              <a:buFont typeface="Figtree"/>
              <a:buChar char="■"/>
              <a:defRPr/>
            </a:lvl6pPr>
            <a:lvl7pPr indent="-323850" lvl="6" marL="3200400">
              <a:spcBef>
                <a:spcPts val="0"/>
              </a:spcBef>
              <a:spcAft>
                <a:spcPts val="0"/>
              </a:spcAft>
              <a:buSzPts val="1500"/>
              <a:buFont typeface="Figtree"/>
              <a:buChar char="●"/>
              <a:defRPr/>
            </a:lvl7pPr>
            <a:lvl8pPr indent="-323850" lvl="7" marL="3657600">
              <a:spcBef>
                <a:spcPts val="0"/>
              </a:spcBef>
              <a:spcAft>
                <a:spcPts val="0"/>
              </a:spcAft>
              <a:buSzPts val="1500"/>
              <a:buFont typeface="Figtree"/>
              <a:buChar char="○"/>
              <a:defRPr/>
            </a:lvl8pPr>
            <a:lvl9pPr indent="-323850" lvl="8" marL="4114800">
              <a:spcBef>
                <a:spcPts val="0"/>
              </a:spcBef>
              <a:spcAft>
                <a:spcPts val="0"/>
              </a:spcAft>
              <a:buSzPts val="1500"/>
              <a:buFont typeface="Figtree"/>
              <a:buChar char="■"/>
              <a:defRPr/>
            </a:lvl9pPr>
          </a:lstStyle>
          <a:p/>
        </p:txBody>
      </p:sp>
      <p:sp>
        <p:nvSpPr>
          <p:cNvPr id="200" name="Google Shape;200;p36"/>
          <p:cNvSpPr txBox="1"/>
          <p:nvPr>
            <p:ph type="title"/>
          </p:nvPr>
        </p:nvSpPr>
        <p:spPr>
          <a:xfrm>
            <a:off x="932400" y="1881350"/>
            <a:ext cx="7279200" cy="572700"/>
          </a:xfrm>
          <a:prstGeom prst="rect">
            <a:avLst/>
          </a:prstGeom>
        </p:spPr>
        <p:txBody>
          <a:bodyPr anchorCtr="0" anchor="b" bIns="0" lIns="0" spcFirstLastPara="1" rIns="0" wrap="square" tIns="0">
            <a:noAutofit/>
          </a:bodyPr>
          <a:lstStyle>
            <a:lvl1pPr lvl="0">
              <a:spcBef>
                <a:spcPts val="0"/>
              </a:spcBef>
              <a:spcAft>
                <a:spcPts val="0"/>
              </a:spcAft>
              <a:buSzPts val="3500"/>
              <a:buFont typeface="Figtree"/>
              <a:buNone/>
              <a:defRPr/>
            </a:lvl1pPr>
            <a:lvl2pPr lvl="1">
              <a:spcBef>
                <a:spcPts val="0"/>
              </a:spcBef>
              <a:spcAft>
                <a:spcPts val="0"/>
              </a:spcAft>
              <a:buSzPts val="3500"/>
              <a:buFont typeface="Figtree"/>
              <a:buNone/>
              <a:defRPr/>
            </a:lvl2pPr>
            <a:lvl3pPr lvl="2">
              <a:spcBef>
                <a:spcPts val="0"/>
              </a:spcBef>
              <a:spcAft>
                <a:spcPts val="0"/>
              </a:spcAft>
              <a:buSzPts val="3500"/>
              <a:buFont typeface="Figtree"/>
              <a:buNone/>
              <a:defRPr/>
            </a:lvl3pPr>
            <a:lvl4pPr lvl="3">
              <a:spcBef>
                <a:spcPts val="0"/>
              </a:spcBef>
              <a:spcAft>
                <a:spcPts val="0"/>
              </a:spcAft>
              <a:buSzPts val="3500"/>
              <a:buFont typeface="Figtree"/>
              <a:buNone/>
              <a:defRPr/>
            </a:lvl4pPr>
            <a:lvl5pPr lvl="4">
              <a:spcBef>
                <a:spcPts val="0"/>
              </a:spcBef>
              <a:spcAft>
                <a:spcPts val="0"/>
              </a:spcAft>
              <a:buSzPts val="3500"/>
              <a:buFont typeface="Figtree"/>
              <a:buNone/>
              <a:defRPr/>
            </a:lvl5pPr>
            <a:lvl6pPr lvl="5">
              <a:spcBef>
                <a:spcPts val="0"/>
              </a:spcBef>
              <a:spcAft>
                <a:spcPts val="0"/>
              </a:spcAft>
              <a:buSzPts val="3500"/>
              <a:buFont typeface="Figtree"/>
              <a:buNone/>
              <a:defRPr/>
            </a:lvl6pPr>
            <a:lvl7pPr lvl="6">
              <a:spcBef>
                <a:spcPts val="0"/>
              </a:spcBef>
              <a:spcAft>
                <a:spcPts val="0"/>
              </a:spcAft>
              <a:buSzPts val="3500"/>
              <a:buFont typeface="Figtree"/>
              <a:buNone/>
              <a:defRPr/>
            </a:lvl7pPr>
            <a:lvl8pPr lvl="7">
              <a:spcBef>
                <a:spcPts val="0"/>
              </a:spcBef>
              <a:spcAft>
                <a:spcPts val="0"/>
              </a:spcAft>
              <a:buSzPts val="3500"/>
              <a:buFont typeface="Figtree"/>
              <a:buNone/>
              <a:defRPr/>
            </a:lvl8pPr>
            <a:lvl9pPr lvl="8">
              <a:spcBef>
                <a:spcPts val="0"/>
              </a:spcBef>
              <a:spcAft>
                <a:spcPts val="0"/>
              </a:spcAft>
              <a:buSzPts val="3500"/>
              <a:buFont typeface="Figtree"/>
              <a:buNone/>
              <a:defRPr/>
            </a:lvl9pPr>
          </a:lstStyle>
          <a:p/>
        </p:txBody>
      </p:sp>
      <p:sp>
        <p:nvSpPr>
          <p:cNvPr id="201" name="Google Shape;201;p36"/>
          <p:cNvSpPr/>
          <p:nvPr/>
        </p:nvSpPr>
        <p:spPr>
          <a:xfrm>
            <a:off x="110838" y="113400"/>
            <a:ext cx="7947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202" name="Google Shape;202;p36"/>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cxnSp>
        <p:nvCxnSpPr>
          <p:cNvPr id="203" name="Google Shape;203;p36"/>
          <p:cNvCxnSpPr/>
          <p:nvPr/>
        </p:nvCxnSpPr>
        <p:spPr>
          <a:xfrm>
            <a:off x="111000" y="443900"/>
            <a:ext cx="8922000" cy="0"/>
          </a:xfrm>
          <a:prstGeom prst="straightConnector1">
            <a:avLst/>
          </a:prstGeom>
          <a:noFill/>
          <a:ln cap="flat" cmpd="sng" w="9525">
            <a:solidFill>
              <a:schemeClr val="lt1"/>
            </a:solidFill>
            <a:prstDash val="solid"/>
            <a:round/>
            <a:headEnd len="med" w="med" type="none"/>
            <a:tailEnd len="med" w="med" type="none"/>
          </a:ln>
        </p:spPr>
      </p:cxnSp>
      <p:sp>
        <p:nvSpPr>
          <p:cNvPr id="204" name="Google Shape;204;p36"/>
          <p:cNvSpPr/>
          <p:nvPr/>
        </p:nvSpPr>
        <p:spPr>
          <a:xfrm>
            <a:off x="74437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205" name="Google Shape;205;p36"/>
          <p:cNvSpPr/>
          <p:nvPr/>
        </p:nvSpPr>
        <p:spPr>
          <a:xfrm>
            <a:off x="57764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206" name="Google Shape;206;p36"/>
          <p:cNvSpPr txBox="1"/>
          <p:nvPr>
            <p:ph idx="2" type="subTitle"/>
          </p:nvPr>
        </p:nvSpPr>
        <p:spPr>
          <a:xfrm>
            <a:off x="5809350"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
        <p:nvSpPr>
          <p:cNvPr id="207" name="Google Shape;207;p36"/>
          <p:cNvSpPr txBox="1"/>
          <p:nvPr>
            <p:ph idx="3" type="subTitle"/>
          </p:nvPr>
        </p:nvSpPr>
        <p:spPr>
          <a:xfrm>
            <a:off x="7476775"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 type="tx">
  <p:cSld name="TITLE_AND_BODY">
    <p:bg>
      <p:bgPr>
        <a:solidFill>
          <a:schemeClr val="accent1"/>
        </a:solidFill>
      </p:bgPr>
    </p:bg>
    <p:spTree>
      <p:nvGrpSpPr>
        <p:cNvPr id="208" name="Shape 208"/>
        <p:cNvGrpSpPr/>
        <p:nvPr/>
      </p:nvGrpSpPr>
      <p:grpSpPr>
        <a:xfrm>
          <a:off x="0" y="0"/>
          <a:ext cx="0" cy="0"/>
          <a:chOff x="0" y="0"/>
          <a:chExt cx="0" cy="0"/>
        </a:xfrm>
      </p:grpSpPr>
      <p:sp>
        <p:nvSpPr>
          <p:cNvPr id="209" name="Google Shape;209;p37"/>
          <p:cNvSpPr/>
          <p:nvPr/>
        </p:nvSpPr>
        <p:spPr>
          <a:xfrm>
            <a:off x="0" y="635100"/>
            <a:ext cx="4572000" cy="42894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37"/>
          <p:cNvSpPr/>
          <p:nvPr>
            <p:ph idx="2" type="pic"/>
          </p:nvPr>
        </p:nvSpPr>
        <p:spPr>
          <a:xfrm>
            <a:off x="4572000" y="635100"/>
            <a:ext cx="4572000" cy="4289400"/>
          </a:xfrm>
          <a:prstGeom prst="roundRect">
            <a:avLst>
              <a:gd fmla="val 50000" name="adj"/>
            </a:avLst>
          </a:prstGeom>
          <a:noFill/>
          <a:ln>
            <a:noFill/>
          </a:ln>
        </p:spPr>
      </p:sp>
      <p:sp>
        <p:nvSpPr>
          <p:cNvPr id="211" name="Google Shape;211;p37"/>
          <p:cNvSpPr txBox="1"/>
          <p:nvPr>
            <p:ph type="title"/>
          </p:nvPr>
        </p:nvSpPr>
        <p:spPr>
          <a:xfrm>
            <a:off x="639300" y="1960688"/>
            <a:ext cx="3293400" cy="523200"/>
          </a:xfrm>
          <a:prstGeom prst="rect">
            <a:avLst/>
          </a:prstGeom>
        </p:spPr>
        <p:txBody>
          <a:bodyPr anchorCtr="0" anchor="b" bIns="0" lIns="0" spcFirstLastPara="1" rIns="0" wrap="square" tIns="0">
            <a:noAutofit/>
          </a:bodyPr>
          <a:lstStyle>
            <a:lvl1pPr lvl="0">
              <a:spcBef>
                <a:spcPts val="0"/>
              </a:spcBef>
              <a:spcAft>
                <a:spcPts val="0"/>
              </a:spcAft>
              <a:buSzPts val="2000"/>
              <a:buFont typeface="Figtree"/>
              <a:buNone/>
              <a:defRPr sz="2000"/>
            </a:lvl1pPr>
            <a:lvl2pPr lvl="1">
              <a:spcBef>
                <a:spcPts val="0"/>
              </a:spcBef>
              <a:spcAft>
                <a:spcPts val="0"/>
              </a:spcAft>
              <a:buSzPts val="2000"/>
              <a:buFont typeface="Figtree"/>
              <a:buNone/>
              <a:defRPr sz="2000"/>
            </a:lvl2pPr>
            <a:lvl3pPr lvl="2">
              <a:spcBef>
                <a:spcPts val="0"/>
              </a:spcBef>
              <a:spcAft>
                <a:spcPts val="0"/>
              </a:spcAft>
              <a:buSzPts val="2000"/>
              <a:buFont typeface="Figtree"/>
              <a:buNone/>
              <a:defRPr sz="2000"/>
            </a:lvl3pPr>
            <a:lvl4pPr lvl="3">
              <a:spcBef>
                <a:spcPts val="0"/>
              </a:spcBef>
              <a:spcAft>
                <a:spcPts val="0"/>
              </a:spcAft>
              <a:buSzPts val="2000"/>
              <a:buFont typeface="Figtree"/>
              <a:buNone/>
              <a:defRPr sz="2000"/>
            </a:lvl4pPr>
            <a:lvl5pPr lvl="4">
              <a:spcBef>
                <a:spcPts val="0"/>
              </a:spcBef>
              <a:spcAft>
                <a:spcPts val="0"/>
              </a:spcAft>
              <a:buSzPts val="2000"/>
              <a:buFont typeface="Figtree"/>
              <a:buNone/>
              <a:defRPr sz="2000"/>
            </a:lvl5pPr>
            <a:lvl6pPr lvl="5">
              <a:spcBef>
                <a:spcPts val="0"/>
              </a:spcBef>
              <a:spcAft>
                <a:spcPts val="0"/>
              </a:spcAft>
              <a:buSzPts val="2000"/>
              <a:buFont typeface="Figtree"/>
              <a:buNone/>
              <a:defRPr sz="2000"/>
            </a:lvl6pPr>
            <a:lvl7pPr lvl="6">
              <a:spcBef>
                <a:spcPts val="0"/>
              </a:spcBef>
              <a:spcAft>
                <a:spcPts val="0"/>
              </a:spcAft>
              <a:buSzPts val="2000"/>
              <a:buFont typeface="Figtree"/>
              <a:buNone/>
              <a:defRPr sz="2000"/>
            </a:lvl7pPr>
            <a:lvl8pPr lvl="7">
              <a:spcBef>
                <a:spcPts val="0"/>
              </a:spcBef>
              <a:spcAft>
                <a:spcPts val="0"/>
              </a:spcAft>
              <a:buSzPts val="2000"/>
              <a:buFont typeface="Figtree"/>
              <a:buNone/>
              <a:defRPr sz="2000"/>
            </a:lvl8pPr>
            <a:lvl9pPr lvl="8">
              <a:spcBef>
                <a:spcPts val="0"/>
              </a:spcBef>
              <a:spcAft>
                <a:spcPts val="0"/>
              </a:spcAft>
              <a:buSzPts val="2000"/>
              <a:buFont typeface="Figtree"/>
              <a:buNone/>
              <a:defRPr sz="2000"/>
            </a:lvl9pPr>
          </a:lstStyle>
          <a:p/>
        </p:txBody>
      </p:sp>
      <p:sp>
        <p:nvSpPr>
          <p:cNvPr id="212" name="Google Shape;212;p37"/>
          <p:cNvSpPr txBox="1"/>
          <p:nvPr>
            <p:ph idx="1" type="body"/>
          </p:nvPr>
        </p:nvSpPr>
        <p:spPr>
          <a:xfrm>
            <a:off x="639300" y="2675513"/>
            <a:ext cx="3293400" cy="877200"/>
          </a:xfrm>
          <a:prstGeom prst="rect">
            <a:avLst/>
          </a:prstGeom>
        </p:spPr>
        <p:txBody>
          <a:bodyPr anchorCtr="0" anchor="t" bIns="0" lIns="0" spcFirstLastPara="1" rIns="0" wrap="square" tIns="0">
            <a:noAutofit/>
          </a:bodyPr>
          <a:lstStyle>
            <a:lvl1pPr indent="-323850" lvl="0" marL="457200">
              <a:spcBef>
                <a:spcPts val="0"/>
              </a:spcBef>
              <a:spcAft>
                <a:spcPts val="0"/>
              </a:spcAft>
              <a:buSzPts val="1500"/>
              <a:buFont typeface="Figtree"/>
              <a:buChar char="●"/>
              <a:defRPr/>
            </a:lvl1pPr>
            <a:lvl2pPr indent="-323850" lvl="1" marL="914400">
              <a:spcBef>
                <a:spcPts val="0"/>
              </a:spcBef>
              <a:spcAft>
                <a:spcPts val="0"/>
              </a:spcAft>
              <a:buSzPts val="1500"/>
              <a:buFont typeface="Figtree"/>
              <a:buChar char="○"/>
              <a:defRPr/>
            </a:lvl2pPr>
            <a:lvl3pPr indent="-323850" lvl="2" marL="1371600">
              <a:spcBef>
                <a:spcPts val="0"/>
              </a:spcBef>
              <a:spcAft>
                <a:spcPts val="0"/>
              </a:spcAft>
              <a:buSzPts val="1500"/>
              <a:buFont typeface="Figtree"/>
              <a:buChar char="■"/>
              <a:defRPr/>
            </a:lvl3pPr>
            <a:lvl4pPr indent="-323850" lvl="3" marL="1828800">
              <a:spcBef>
                <a:spcPts val="0"/>
              </a:spcBef>
              <a:spcAft>
                <a:spcPts val="0"/>
              </a:spcAft>
              <a:buSzPts val="1500"/>
              <a:buFont typeface="Figtree"/>
              <a:buChar char="●"/>
              <a:defRPr/>
            </a:lvl4pPr>
            <a:lvl5pPr indent="-323850" lvl="4" marL="2286000">
              <a:spcBef>
                <a:spcPts val="0"/>
              </a:spcBef>
              <a:spcAft>
                <a:spcPts val="0"/>
              </a:spcAft>
              <a:buSzPts val="1500"/>
              <a:buFont typeface="Figtree"/>
              <a:buChar char="○"/>
              <a:defRPr/>
            </a:lvl5pPr>
            <a:lvl6pPr indent="-323850" lvl="5" marL="2743200">
              <a:spcBef>
                <a:spcPts val="0"/>
              </a:spcBef>
              <a:spcAft>
                <a:spcPts val="0"/>
              </a:spcAft>
              <a:buSzPts val="1500"/>
              <a:buFont typeface="Figtree"/>
              <a:buChar char="■"/>
              <a:defRPr/>
            </a:lvl6pPr>
            <a:lvl7pPr indent="-323850" lvl="6" marL="3200400">
              <a:spcBef>
                <a:spcPts val="0"/>
              </a:spcBef>
              <a:spcAft>
                <a:spcPts val="0"/>
              </a:spcAft>
              <a:buSzPts val="1500"/>
              <a:buFont typeface="Figtree"/>
              <a:buChar char="●"/>
              <a:defRPr/>
            </a:lvl7pPr>
            <a:lvl8pPr indent="-323850" lvl="7" marL="3657600">
              <a:spcBef>
                <a:spcPts val="0"/>
              </a:spcBef>
              <a:spcAft>
                <a:spcPts val="0"/>
              </a:spcAft>
              <a:buSzPts val="1500"/>
              <a:buFont typeface="Figtree"/>
              <a:buChar char="○"/>
              <a:defRPr/>
            </a:lvl8pPr>
            <a:lvl9pPr indent="-323850" lvl="8" marL="4114800">
              <a:spcBef>
                <a:spcPts val="0"/>
              </a:spcBef>
              <a:spcAft>
                <a:spcPts val="0"/>
              </a:spcAft>
              <a:buSzPts val="1500"/>
              <a:buFont typeface="Figtree"/>
              <a:buChar char="■"/>
              <a:defRPr/>
            </a:lvl9pPr>
          </a:lstStyle>
          <a:p/>
        </p:txBody>
      </p:sp>
      <p:sp>
        <p:nvSpPr>
          <p:cNvPr id="213" name="Google Shape;213;p37"/>
          <p:cNvSpPr/>
          <p:nvPr/>
        </p:nvSpPr>
        <p:spPr>
          <a:xfrm>
            <a:off x="110838" y="113400"/>
            <a:ext cx="7947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214" name="Google Shape;214;p37"/>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cxnSp>
        <p:nvCxnSpPr>
          <p:cNvPr id="215" name="Google Shape;215;p37"/>
          <p:cNvCxnSpPr/>
          <p:nvPr/>
        </p:nvCxnSpPr>
        <p:spPr>
          <a:xfrm>
            <a:off x="111000" y="443900"/>
            <a:ext cx="8922000" cy="0"/>
          </a:xfrm>
          <a:prstGeom prst="straightConnector1">
            <a:avLst/>
          </a:prstGeom>
          <a:noFill/>
          <a:ln cap="flat" cmpd="sng" w="9525">
            <a:solidFill>
              <a:schemeClr val="lt1"/>
            </a:solidFill>
            <a:prstDash val="solid"/>
            <a:round/>
            <a:headEnd len="med" w="med" type="none"/>
            <a:tailEnd len="med" w="med" type="none"/>
          </a:ln>
        </p:spPr>
      </p:cxnSp>
      <p:sp>
        <p:nvSpPr>
          <p:cNvPr id="216" name="Google Shape;216;p37"/>
          <p:cNvSpPr/>
          <p:nvPr/>
        </p:nvSpPr>
        <p:spPr>
          <a:xfrm>
            <a:off x="74437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217" name="Google Shape;217;p37"/>
          <p:cNvSpPr/>
          <p:nvPr/>
        </p:nvSpPr>
        <p:spPr>
          <a:xfrm>
            <a:off x="57764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218" name="Google Shape;218;p37"/>
          <p:cNvSpPr txBox="1"/>
          <p:nvPr>
            <p:ph idx="3" type="subTitle"/>
          </p:nvPr>
        </p:nvSpPr>
        <p:spPr>
          <a:xfrm>
            <a:off x="5809350"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
        <p:nvSpPr>
          <p:cNvPr id="219" name="Google Shape;219;p37"/>
          <p:cNvSpPr txBox="1"/>
          <p:nvPr>
            <p:ph idx="4" type="subTitle"/>
          </p:nvPr>
        </p:nvSpPr>
        <p:spPr>
          <a:xfrm>
            <a:off x="7476775"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points 1" type="twoColTx">
  <p:cSld name="TITLE_AND_TWO_COLUMNS">
    <p:bg>
      <p:bgPr>
        <a:solidFill>
          <a:schemeClr val="accent2"/>
        </a:solidFill>
      </p:bgPr>
    </p:bg>
    <p:spTree>
      <p:nvGrpSpPr>
        <p:cNvPr id="220" name="Shape 220"/>
        <p:cNvGrpSpPr/>
        <p:nvPr/>
      </p:nvGrpSpPr>
      <p:grpSpPr>
        <a:xfrm>
          <a:off x="0" y="0"/>
          <a:ext cx="0" cy="0"/>
          <a:chOff x="0" y="0"/>
          <a:chExt cx="0" cy="0"/>
        </a:xfrm>
      </p:grpSpPr>
      <p:sp>
        <p:nvSpPr>
          <p:cNvPr id="221" name="Google Shape;221;p38"/>
          <p:cNvSpPr/>
          <p:nvPr/>
        </p:nvSpPr>
        <p:spPr>
          <a:xfrm>
            <a:off x="110838" y="113400"/>
            <a:ext cx="7947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222" name="Google Shape;222;p38"/>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cxnSp>
        <p:nvCxnSpPr>
          <p:cNvPr id="223" name="Google Shape;223;p38"/>
          <p:cNvCxnSpPr/>
          <p:nvPr/>
        </p:nvCxnSpPr>
        <p:spPr>
          <a:xfrm>
            <a:off x="111000" y="443900"/>
            <a:ext cx="8922000" cy="0"/>
          </a:xfrm>
          <a:prstGeom prst="straightConnector1">
            <a:avLst/>
          </a:prstGeom>
          <a:noFill/>
          <a:ln cap="flat" cmpd="sng" w="9525">
            <a:solidFill>
              <a:schemeClr val="lt1"/>
            </a:solidFill>
            <a:prstDash val="solid"/>
            <a:round/>
            <a:headEnd len="med" w="med" type="none"/>
            <a:tailEnd len="med" w="med" type="none"/>
          </a:ln>
        </p:spPr>
      </p:cxnSp>
      <p:sp>
        <p:nvSpPr>
          <p:cNvPr id="224" name="Google Shape;224;p38"/>
          <p:cNvSpPr txBox="1"/>
          <p:nvPr>
            <p:ph type="title"/>
          </p:nvPr>
        </p:nvSpPr>
        <p:spPr>
          <a:xfrm>
            <a:off x="437250" y="768288"/>
            <a:ext cx="8269500" cy="384900"/>
          </a:xfrm>
          <a:prstGeom prst="rect">
            <a:avLst/>
          </a:prstGeom>
        </p:spPr>
        <p:txBody>
          <a:bodyPr anchorCtr="0" anchor="t" bIns="0" lIns="0" spcFirstLastPara="1" rIns="0" wrap="square" tIns="0">
            <a:noAutofit/>
          </a:bodyPr>
          <a:lstStyle>
            <a:lvl1pPr lvl="0">
              <a:spcBef>
                <a:spcPts val="0"/>
              </a:spcBef>
              <a:spcAft>
                <a:spcPts val="0"/>
              </a:spcAft>
              <a:buSzPts val="2500"/>
              <a:buFont typeface="Figtree"/>
              <a:buNone/>
              <a:defRPr sz="2500"/>
            </a:lvl1pPr>
            <a:lvl2pPr lvl="1">
              <a:spcBef>
                <a:spcPts val="0"/>
              </a:spcBef>
              <a:spcAft>
                <a:spcPts val="0"/>
              </a:spcAft>
              <a:buSzPts val="2500"/>
              <a:buFont typeface="Figtree"/>
              <a:buNone/>
              <a:defRPr sz="2500"/>
            </a:lvl2pPr>
            <a:lvl3pPr lvl="2">
              <a:spcBef>
                <a:spcPts val="0"/>
              </a:spcBef>
              <a:spcAft>
                <a:spcPts val="0"/>
              </a:spcAft>
              <a:buSzPts val="2500"/>
              <a:buFont typeface="Figtree"/>
              <a:buNone/>
              <a:defRPr sz="2500"/>
            </a:lvl3pPr>
            <a:lvl4pPr lvl="3">
              <a:spcBef>
                <a:spcPts val="0"/>
              </a:spcBef>
              <a:spcAft>
                <a:spcPts val="0"/>
              </a:spcAft>
              <a:buSzPts val="2500"/>
              <a:buFont typeface="Figtree"/>
              <a:buNone/>
              <a:defRPr sz="2500"/>
            </a:lvl4pPr>
            <a:lvl5pPr lvl="4">
              <a:spcBef>
                <a:spcPts val="0"/>
              </a:spcBef>
              <a:spcAft>
                <a:spcPts val="0"/>
              </a:spcAft>
              <a:buSzPts val="2500"/>
              <a:buFont typeface="Figtree"/>
              <a:buNone/>
              <a:defRPr sz="2500"/>
            </a:lvl5pPr>
            <a:lvl6pPr lvl="5">
              <a:spcBef>
                <a:spcPts val="0"/>
              </a:spcBef>
              <a:spcAft>
                <a:spcPts val="0"/>
              </a:spcAft>
              <a:buSzPts val="2500"/>
              <a:buFont typeface="Figtree"/>
              <a:buNone/>
              <a:defRPr sz="2500"/>
            </a:lvl6pPr>
            <a:lvl7pPr lvl="6">
              <a:spcBef>
                <a:spcPts val="0"/>
              </a:spcBef>
              <a:spcAft>
                <a:spcPts val="0"/>
              </a:spcAft>
              <a:buSzPts val="2500"/>
              <a:buFont typeface="Figtree"/>
              <a:buNone/>
              <a:defRPr sz="2500"/>
            </a:lvl7pPr>
            <a:lvl8pPr lvl="7">
              <a:spcBef>
                <a:spcPts val="0"/>
              </a:spcBef>
              <a:spcAft>
                <a:spcPts val="0"/>
              </a:spcAft>
              <a:buSzPts val="2500"/>
              <a:buFont typeface="Figtree"/>
              <a:buNone/>
              <a:defRPr sz="2500"/>
            </a:lvl8pPr>
            <a:lvl9pPr lvl="8">
              <a:spcBef>
                <a:spcPts val="0"/>
              </a:spcBef>
              <a:spcAft>
                <a:spcPts val="0"/>
              </a:spcAft>
              <a:buSzPts val="2500"/>
              <a:buFont typeface="Figtree"/>
              <a:buNone/>
              <a:defRPr sz="2500"/>
            </a:lvl9pPr>
          </a:lstStyle>
          <a:p/>
        </p:txBody>
      </p:sp>
      <p:grpSp>
        <p:nvGrpSpPr>
          <p:cNvPr id="225" name="Google Shape;225;p38"/>
          <p:cNvGrpSpPr/>
          <p:nvPr/>
        </p:nvGrpSpPr>
        <p:grpSpPr>
          <a:xfrm>
            <a:off x="1275" y="1477575"/>
            <a:ext cx="9142725" cy="3447039"/>
            <a:chOff x="1275" y="1477575"/>
            <a:chExt cx="9142725" cy="3447039"/>
          </a:xfrm>
        </p:grpSpPr>
        <p:sp>
          <p:nvSpPr>
            <p:cNvPr id="226" name="Google Shape;226;p38"/>
            <p:cNvSpPr/>
            <p:nvPr/>
          </p:nvSpPr>
          <p:spPr>
            <a:xfrm rot="5400000">
              <a:off x="644025" y="834825"/>
              <a:ext cx="1762500" cy="3048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227" name="Google Shape;227;p38"/>
            <p:cNvSpPr/>
            <p:nvPr/>
          </p:nvSpPr>
          <p:spPr>
            <a:xfrm rot="5400000">
              <a:off x="3690750" y="834825"/>
              <a:ext cx="1762500" cy="3048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228" name="Google Shape;228;p38"/>
            <p:cNvSpPr/>
            <p:nvPr/>
          </p:nvSpPr>
          <p:spPr>
            <a:xfrm rot="5400000">
              <a:off x="6738750" y="834825"/>
              <a:ext cx="1762500" cy="3048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229" name="Google Shape;229;p38"/>
            <p:cNvSpPr/>
            <p:nvPr/>
          </p:nvSpPr>
          <p:spPr>
            <a:xfrm rot="5400000">
              <a:off x="644025" y="2519364"/>
              <a:ext cx="1762500" cy="3048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230" name="Google Shape;230;p38"/>
            <p:cNvSpPr/>
            <p:nvPr/>
          </p:nvSpPr>
          <p:spPr>
            <a:xfrm rot="5400000">
              <a:off x="3691388" y="2519364"/>
              <a:ext cx="1762500" cy="3048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231" name="Google Shape;231;p38"/>
            <p:cNvSpPr/>
            <p:nvPr/>
          </p:nvSpPr>
          <p:spPr>
            <a:xfrm rot="5400000">
              <a:off x="6738750" y="2519364"/>
              <a:ext cx="1762500" cy="3048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grpSp>
      <p:sp>
        <p:nvSpPr>
          <p:cNvPr id="232" name="Google Shape;232;p38"/>
          <p:cNvSpPr txBox="1"/>
          <p:nvPr>
            <p:ph idx="2" type="title"/>
          </p:nvPr>
        </p:nvSpPr>
        <p:spPr>
          <a:xfrm>
            <a:off x="3409838" y="1857100"/>
            <a:ext cx="2325600" cy="200100"/>
          </a:xfrm>
          <a:prstGeom prst="rect">
            <a:avLst/>
          </a:prstGeom>
        </p:spPr>
        <p:txBody>
          <a:bodyPr anchorCtr="0" anchor="t" bIns="0" lIns="0" spcFirstLastPara="1" rIns="0" wrap="square" tIns="0">
            <a:noAutofit/>
          </a:bodyPr>
          <a:lstStyle>
            <a:lvl1pPr lvl="0">
              <a:spcBef>
                <a:spcPts val="0"/>
              </a:spcBef>
              <a:spcAft>
                <a:spcPts val="0"/>
              </a:spcAft>
              <a:buSzPts val="1300"/>
              <a:buFont typeface="Figtree"/>
              <a:buNone/>
              <a:defRPr sz="1300"/>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233" name="Google Shape;233;p38"/>
          <p:cNvSpPr txBox="1"/>
          <p:nvPr>
            <p:ph idx="1" type="body"/>
          </p:nvPr>
        </p:nvSpPr>
        <p:spPr>
          <a:xfrm>
            <a:off x="3409838" y="2183125"/>
            <a:ext cx="2325600" cy="677400"/>
          </a:xfrm>
          <a:prstGeom prst="rect">
            <a:avLst/>
          </a:prstGeom>
          <a:noFill/>
          <a:ln>
            <a:noFill/>
          </a:ln>
        </p:spPr>
        <p:txBody>
          <a:bodyPr anchorCtr="0" anchor="t" bIns="0" lIns="0" spcFirstLastPara="1" rIns="0" wrap="square" tIns="0">
            <a:no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234" name="Google Shape;234;p38"/>
          <p:cNvSpPr txBox="1"/>
          <p:nvPr>
            <p:ph idx="3" type="title"/>
          </p:nvPr>
        </p:nvSpPr>
        <p:spPr>
          <a:xfrm>
            <a:off x="362475" y="1857100"/>
            <a:ext cx="2325600" cy="200100"/>
          </a:xfrm>
          <a:prstGeom prst="rect">
            <a:avLst/>
          </a:prstGeom>
        </p:spPr>
        <p:txBody>
          <a:bodyPr anchorCtr="0" anchor="t" bIns="0" lIns="0" spcFirstLastPara="1" rIns="0" wrap="square" tIns="0">
            <a:noAutofit/>
          </a:bodyPr>
          <a:lstStyle>
            <a:lvl1pPr lvl="0">
              <a:spcBef>
                <a:spcPts val="0"/>
              </a:spcBef>
              <a:spcAft>
                <a:spcPts val="0"/>
              </a:spcAft>
              <a:buSzPts val="1300"/>
              <a:buFont typeface="Figtree"/>
              <a:buNone/>
              <a:defRPr sz="1300"/>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235" name="Google Shape;235;p38"/>
          <p:cNvSpPr txBox="1"/>
          <p:nvPr>
            <p:ph idx="4" type="body"/>
          </p:nvPr>
        </p:nvSpPr>
        <p:spPr>
          <a:xfrm>
            <a:off x="362475" y="2183125"/>
            <a:ext cx="2325600" cy="677400"/>
          </a:xfrm>
          <a:prstGeom prst="rect">
            <a:avLst/>
          </a:prstGeom>
          <a:noFill/>
          <a:ln>
            <a:noFill/>
          </a:ln>
        </p:spPr>
        <p:txBody>
          <a:bodyPr anchorCtr="0" anchor="t" bIns="0" lIns="0" spcFirstLastPara="1" rIns="0" wrap="square" tIns="0">
            <a:no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236" name="Google Shape;236;p38"/>
          <p:cNvSpPr txBox="1"/>
          <p:nvPr>
            <p:ph idx="5" type="title"/>
          </p:nvPr>
        </p:nvSpPr>
        <p:spPr>
          <a:xfrm>
            <a:off x="6457200" y="1857100"/>
            <a:ext cx="2325600" cy="200100"/>
          </a:xfrm>
          <a:prstGeom prst="rect">
            <a:avLst/>
          </a:prstGeom>
        </p:spPr>
        <p:txBody>
          <a:bodyPr anchorCtr="0" anchor="t" bIns="0" lIns="0" spcFirstLastPara="1" rIns="0" wrap="square" tIns="0">
            <a:noAutofit/>
          </a:bodyPr>
          <a:lstStyle>
            <a:lvl1pPr lvl="0">
              <a:spcBef>
                <a:spcPts val="0"/>
              </a:spcBef>
              <a:spcAft>
                <a:spcPts val="0"/>
              </a:spcAft>
              <a:buSzPts val="1300"/>
              <a:buFont typeface="Figtree"/>
              <a:buNone/>
              <a:defRPr sz="1300"/>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237" name="Google Shape;237;p38"/>
          <p:cNvSpPr txBox="1"/>
          <p:nvPr>
            <p:ph idx="6" type="body"/>
          </p:nvPr>
        </p:nvSpPr>
        <p:spPr>
          <a:xfrm>
            <a:off x="6457200" y="2183125"/>
            <a:ext cx="2325600" cy="677400"/>
          </a:xfrm>
          <a:prstGeom prst="rect">
            <a:avLst/>
          </a:prstGeom>
          <a:noFill/>
          <a:ln>
            <a:noFill/>
          </a:ln>
        </p:spPr>
        <p:txBody>
          <a:bodyPr anchorCtr="0" anchor="t" bIns="0" lIns="0" spcFirstLastPara="1" rIns="0" wrap="square" tIns="0">
            <a:no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238" name="Google Shape;238;p38"/>
          <p:cNvSpPr txBox="1"/>
          <p:nvPr>
            <p:ph idx="7" type="title"/>
          </p:nvPr>
        </p:nvSpPr>
        <p:spPr>
          <a:xfrm>
            <a:off x="362475" y="3541650"/>
            <a:ext cx="2325600" cy="200100"/>
          </a:xfrm>
          <a:prstGeom prst="rect">
            <a:avLst/>
          </a:prstGeom>
        </p:spPr>
        <p:txBody>
          <a:bodyPr anchorCtr="0" anchor="t" bIns="0" lIns="0" spcFirstLastPara="1" rIns="0" wrap="square" tIns="0">
            <a:noAutofit/>
          </a:bodyPr>
          <a:lstStyle>
            <a:lvl1pPr lvl="0">
              <a:spcBef>
                <a:spcPts val="0"/>
              </a:spcBef>
              <a:spcAft>
                <a:spcPts val="0"/>
              </a:spcAft>
              <a:buSzPts val="1300"/>
              <a:buFont typeface="Figtree"/>
              <a:buNone/>
              <a:defRPr sz="1300"/>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239" name="Google Shape;239;p38"/>
          <p:cNvSpPr txBox="1"/>
          <p:nvPr>
            <p:ph idx="8" type="body"/>
          </p:nvPr>
        </p:nvSpPr>
        <p:spPr>
          <a:xfrm>
            <a:off x="362475" y="3867675"/>
            <a:ext cx="2325600" cy="677400"/>
          </a:xfrm>
          <a:prstGeom prst="rect">
            <a:avLst/>
          </a:prstGeom>
          <a:noFill/>
          <a:ln>
            <a:noFill/>
          </a:ln>
        </p:spPr>
        <p:txBody>
          <a:bodyPr anchorCtr="0" anchor="t" bIns="0" lIns="0" spcFirstLastPara="1" rIns="0" wrap="square" tIns="0">
            <a:no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240" name="Google Shape;240;p38"/>
          <p:cNvSpPr txBox="1"/>
          <p:nvPr>
            <p:ph idx="9" type="title"/>
          </p:nvPr>
        </p:nvSpPr>
        <p:spPr>
          <a:xfrm>
            <a:off x="3409200" y="3541650"/>
            <a:ext cx="2325600" cy="200100"/>
          </a:xfrm>
          <a:prstGeom prst="rect">
            <a:avLst/>
          </a:prstGeom>
        </p:spPr>
        <p:txBody>
          <a:bodyPr anchorCtr="0" anchor="t" bIns="0" lIns="0" spcFirstLastPara="1" rIns="0" wrap="square" tIns="0">
            <a:noAutofit/>
          </a:bodyPr>
          <a:lstStyle>
            <a:lvl1pPr lvl="0">
              <a:spcBef>
                <a:spcPts val="0"/>
              </a:spcBef>
              <a:spcAft>
                <a:spcPts val="0"/>
              </a:spcAft>
              <a:buSzPts val="1300"/>
              <a:buFont typeface="Figtree"/>
              <a:buNone/>
              <a:defRPr sz="1300"/>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241" name="Google Shape;241;p38"/>
          <p:cNvSpPr txBox="1"/>
          <p:nvPr>
            <p:ph idx="13" type="body"/>
          </p:nvPr>
        </p:nvSpPr>
        <p:spPr>
          <a:xfrm>
            <a:off x="3409200" y="3867675"/>
            <a:ext cx="2325600" cy="677400"/>
          </a:xfrm>
          <a:prstGeom prst="rect">
            <a:avLst/>
          </a:prstGeom>
          <a:noFill/>
          <a:ln>
            <a:noFill/>
          </a:ln>
        </p:spPr>
        <p:txBody>
          <a:bodyPr anchorCtr="0" anchor="t" bIns="0" lIns="0" spcFirstLastPara="1" rIns="0" wrap="square" tIns="0">
            <a:no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242" name="Google Shape;242;p38"/>
          <p:cNvSpPr txBox="1"/>
          <p:nvPr>
            <p:ph idx="14" type="title"/>
          </p:nvPr>
        </p:nvSpPr>
        <p:spPr>
          <a:xfrm>
            <a:off x="6381150" y="3541650"/>
            <a:ext cx="2325600" cy="200100"/>
          </a:xfrm>
          <a:prstGeom prst="rect">
            <a:avLst/>
          </a:prstGeom>
        </p:spPr>
        <p:txBody>
          <a:bodyPr anchorCtr="0" anchor="t" bIns="0" lIns="0" spcFirstLastPara="1" rIns="0" wrap="square" tIns="0">
            <a:noAutofit/>
          </a:bodyPr>
          <a:lstStyle>
            <a:lvl1pPr lvl="0">
              <a:spcBef>
                <a:spcPts val="0"/>
              </a:spcBef>
              <a:spcAft>
                <a:spcPts val="0"/>
              </a:spcAft>
              <a:buSzPts val="1300"/>
              <a:buFont typeface="Figtree"/>
              <a:buNone/>
              <a:defRPr sz="1300"/>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243" name="Google Shape;243;p38"/>
          <p:cNvSpPr txBox="1"/>
          <p:nvPr>
            <p:ph idx="15" type="body"/>
          </p:nvPr>
        </p:nvSpPr>
        <p:spPr>
          <a:xfrm>
            <a:off x="6381150" y="3867675"/>
            <a:ext cx="2325600" cy="677400"/>
          </a:xfrm>
          <a:prstGeom prst="rect">
            <a:avLst/>
          </a:prstGeom>
          <a:noFill/>
          <a:ln>
            <a:noFill/>
          </a:ln>
        </p:spPr>
        <p:txBody>
          <a:bodyPr anchorCtr="0" anchor="t" bIns="0" lIns="0" spcFirstLastPara="1" rIns="0" wrap="square" tIns="0">
            <a:no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244" name="Google Shape;244;p38"/>
          <p:cNvSpPr/>
          <p:nvPr/>
        </p:nvSpPr>
        <p:spPr>
          <a:xfrm>
            <a:off x="74437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245" name="Google Shape;245;p38"/>
          <p:cNvSpPr/>
          <p:nvPr/>
        </p:nvSpPr>
        <p:spPr>
          <a:xfrm>
            <a:off x="57764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246" name="Google Shape;246;p38"/>
          <p:cNvSpPr txBox="1"/>
          <p:nvPr>
            <p:ph idx="16" type="subTitle"/>
          </p:nvPr>
        </p:nvSpPr>
        <p:spPr>
          <a:xfrm>
            <a:off x="5809350"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
        <p:nvSpPr>
          <p:cNvPr id="247" name="Google Shape;247;p38"/>
          <p:cNvSpPr txBox="1"/>
          <p:nvPr>
            <p:ph idx="17" type="subTitle"/>
          </p:nvPr>
        </p:nvSpPr>
        <p:spPr>
          <a:xfrm>
            <a:off x="7476775"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wo column 1" type="titleOnly">
  <p:cSld name="TITLE_ONLY">
    <p:bg>
      <p:bgPr>
        <a:solidFill>
          <a:schemeClr val="accent3"/>
        </a:solidFill>
      </p:bgPr>
    </p:bg>
    <p:spTree>
      <p:nvGrpSpPr>
        <p:cNvPr id="248" name="Shape 248"/>
        <p:cNvGrpSpPr/>
        <p:nvPr/>
      </p:nvGrpSpPr>
      <p:grpSpPr>
        <a:xfrm>
          <a:off x="0" y="0"/>
          <a:ext cx="0" cy="0"/>
          <a:chOff x="0" y="0"/>
          <a:chExt cx="0" cy="0"/>
        </a:xfrm>
      </p:grpSpPr>
      <p:sp>
        <p:nvSpPr>
          <p:cNvPr id="249" name="Google Shape;249;p39"/>
          <p:cNvSpPr/>
          <p:nvPr/>
        </p:nvSpPr>
        <p:spPr>
          <a:xfrm>
            <a:off x="110838" y="113400"/>
            <a:ext cx="7947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250" name="Google Shape;250;p39"/>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cxnSp>
        <p:nvCxnSpPr>
          <p:cNvPr id="251" name="Google Shape;251;p39"/>
          <p:cNvCxnSpPr/>
          <p:nvPr/>
        </p:nvCxnSpPr>
        <p:spPr>
          <a:xfrm>
            <a:off x="111000" y="443900"/>
            <a:ext cx="8922000" cy="0"/>
          </a:xfrm>
          <a:prstGeom prst="straightConnector1">
            <a:avLst/>
          </a:prstGeom>
          <a:noFill/>
          <a:ln cap="flat" cmpd="sng" w="9525">
            <a:solidFill>
              <a:schemeClr val="lt1"/>
            </a:solidFill>
            <a:prstDash val="solid"/>
            <a:round/>
            <a:headEnd len="med" w="med" type="none"/>
            <a:tailEnd len="med" w="med" type="none"/>
          </a:ln>
        </p:spPr>
      </p:cxnSp>
      <p:grpSp>
        <p:nvGrpSpPr>
          <p:cNvPr id="252" name="Google Shape;252;p39"/>
          <p:cNvGrpSpPr/>
          <p:nvPr/>
        </p:nvGrpSpPr>
        <p:grpSpPr>
          <a:xfrm>
            <a:off x="1" y="656600"/>
            <a:ext cx="9143948" cy="4268310"/>
            <a:chOff x="1" y="656600"/>
            <a:chExt cx="9143948" cy="4268310"/>
          </a:xfrm>
        </p:grpSpPr>
        <p:sp>
          <p:nvSpPr>
            <p:cNvPr id="253" name="Google Shape;253;p39"/>
            <p:cNvSpPr/>
            <p:nvPr/>
          </p:nvSpPr>
          <p:spPr>
            <a:xfrm>
              <a:off x="1" y="656600"/>
              <a:ext cx="2416500" cy="2409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54" name="Google Shape;254;p39"/>
            <p:cNvSpPr/>
            <p:nvPr/>
          </p:nvSpPr>
          <p:spPr>
            <a:xfrm>
              <a:off x="2193874" y="656600"/>
              <a:ext cx="2416500" cy="2409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55" name="Google Shape;255;p39"/>
            <p:cNvSpPr/>
            <p:nvPr/>
          </p:nvSpPr>
          <p:spPr>
            <a:xfrm>
              <a:off x="1" y="2515310"/>
              <a:ext cx="2416500" cy="2409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56" name="Google Shape;256;p39"/>
            <p:cNvSpPr/>
            <p:nvPr/>
          </p:nvSpPr>
          <p:spPr>
            <a:xfrm>
              <a:off x="2193874" y="2515310"/>
              <a:ext cx="2416500" cy="2409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57" name="Google Shape;257;p39"/>
            <p:cNvSpPr/>
            <p:nvPr/>
          </p:nvSpPr>
          <p:spPr>
            <a:xfrm>
              <a:off x="873232" y="1523415"/>
              <a:ext cx="2864400" cy="25347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58" name="Google Shape;258;p39"/>
            <p:cNvSpPr/>
            <p:nvPr/>
          </p:nvSpPr>
          <p:spPr>
            <a:xfrm>
              <a:off x="4533576" y="656600"/>
              <a:ext cx="2416500" cy="2409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59" name="Google Shape;259;p39"/>
            <p:cNvSpPr/>
            <p:nvPr/>
          </p:nvSpPr>
          <p:spPr>
            <a:xfrm>
              <a:off x="6727449" y="656600"/>
              <a:ext cx="2416500" cy="2409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60" name="Google Shape;260;p39"/>
            <p:cNvSpPr/>
            <p:nvPr/>
          </p:nvSpPr>
          <p:spPr>
            <a:xfrm>
              <a:off x="4533576" y="2515310"/>
              <a:ext cx="2416500" cy="2409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61" name="Google Shape;261;p39"/>
            <p:cNvSpPr/>
            <p:nvPr/>
          </p:nvSpPr>
          <p:spPr>
            <a:xfrm>
              <a:off x="6727449" y="2515310"/>
              <a:ext cx="2416500" cy="2409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62" name="Google Shape;262;p39"/>
            <p:cNvSpPr/>
            <p:nvPr/>
          </p:nvSpPr>
          <p:spPr>
            <a:xfrm>
              <a:off x="5406807" y="1523415"/>
              <a:ext cx="2864400" cy="25347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263" name="Google Shape;263;p39"/>
          <p:cNvSpPr txBox="1"/>
          <p:nvPr>
            <p:ph type="title"/>
          </p:nvPr>
        </p:nvSpPr>
        <p:spPr>
          <a:xfrm>
            <a:off x="420375" y="2504337"/>
            <a:ext cx="3731100" cy="572700"/>
          </a:xfrm>
          <a:prstGeom prst="rect">
            <a:avLst/>
          </a:prstGeom>
        </p:spPr>
        <p:txBody>
          <a:bodyPr anchorCtr="0" anchor="ctr" bIns="0" lIns="0" spcFirstLastPara="1" rIns="0" wrap="square" tIns="0">
            <a:noAutofit/>
          </a:bodyPr>
          <a:lstStyle>
            <a:lvl1pPr lvl="0">
              <a:spcBef>
                <a:spcPts val="0"/>
              </a:spcBef>
              <a:spcAft>
                <a:spcPts val="0"/>
              </a:spcAft>
              <a:buSzPts val="3500"/>
              <a:buFont typeface="Figtree"/>
              <a:buNone/>
              <a:defRPr/>
            </a:lvl1pPr>
            <a:lvl2pPr lvl="1">
              <a:spcBef>
                <a:spcPts val="0"/>
              </a:spcBef>
              <a:spcAft>
                <a:spcPts val="0"/>
              </a:spcAft>
              <a:buSzPts val="3500"/>
              <a:buFont typeface="Figtree"/>
              <a:buNone/>
              <a:defRPr/>
            </a:lvl2pPr>
            <a:lvl3pPr lvl="2">
              <a:spcBef>
                <a:spcPts val="0"/>
              </a:spcBef>
              <a:spcAft>
                <a:spcPts val="0"/>
              </a:spcAft>
              <a:buSzPts val="3500"/>
              <a:buFont typeface="Figtree"/>
              <a:buNone/>
              <a:defRPr/>
            </a:lvl3pPr>
            <a:lvl4pPr lvl="3">
              <a:spcBef>
                <a:spcPts val="0"/>
              </a:spcBef>
              <a:spcAft>
                <a:spcPts val="0"/>
              </a:spcAft>
              <a:buSzPts val="3500"/>
              <a:buFont typeface="Figtree"/>
              <a:buNone/>
              <a:defRPr/>
            </a:lvl4pPr>
            <a:lvl5pPr lvl="4">
              <a:spcBef>
                <a:spcPts val="0"/>
              </a:spcBef>
              <a:spcAft>
                <a:spcPts val="0"/>
              </a:spcAft>
              <a:buSzPts val="3500"/>
              <a:buFont typeface="Figtree"/>
              <a:buNone/>
              <a:defRPr/>
            </a:lvl5pPr>
            <a:lvl6pPr lvl="5">
              <a:spcBef>
                <a:spcPts val="0"/>
              </a:spcBef>
              <a:spcAft>
                <a:spcPts val="0"/>
              </a:spcAft>
              <a:buSzPts val="3500"/>
              <a:buFont typeface="Figtree"/>
              <a:buNone/>
              <a:defRPr/>
            </a:lvl6pPr>
            <a:lvl7pPr lvl="6">
              <a:spcBef>
                <a:spcPts val="0"/>
              </a:spcBef>
              <a:spcAft>
                <a:spcPts val="0"/>
              </a:spcAft>
              <a:buSzPts val="3500"/>
              <a:buFont typeface="Figtree"/>
              <a:buNone/>
              <a:defRPr/>
            </a:lvl7pPr>
            <a:lvl8pPr lvl="7">
              <a:spcBef>
                <a:spcPts val="0"/>
              </a:spcBef>
              <a:spcAft>
                <a:spcPts val="0"/>
              </a:spcAft>
              <a:buSzPts val="3500"/>
              <a:buFont typeface="Figtree"/>
              <a:buNone/>
              <a:defRPr/>
            </a:lvl8pPr>
            <a:lvl9pPr lvl="8">
              <a:spcBef>
                <a:spcPts val="0"/>
              </a:spcBef>
              <a:spcAft>
                <a:spcPts val="0"/>
              </a:spcAft>
              <a:buSzPts val="3500"/>
              <a:buFont typeface="Figtree"/>
              <a:buNone/>
              <a:defRPr/>
            </a:lvl9pPr>
          </a:lstStyle>
          <a:p/>
        </p:txBody>
      </p:sp>
      <p:sp>
        <p:nvSpPr>
          <p:cNvPr id="264" name="Google Shape;264;p39"/>
          <p:cNvSpPr txBox="1"/>
          <p:nvPr>
            <p:ph idx="2" type="title"/>
          </p:nvPr>
        </p:nvSpPr>
        <p:spPr>
          <a:xfrm>
            <a:off x="5675995" y="1768438"/>
            <a:ext cx="2325600" cy="200100"/>
          </a:xfrm>
          <a:prstGeom prst="rect">
            <a:avLst/>
          </a:prstGeom>
        </p:spPr>
        <p:txBody>
          <a:bodyPr anchorCtr="0" anchor="b" bIns="0" lIns="0" spcFirstLastPara="1" rIns="0" wrap="square" tIns="0">
            <a:noAutofit/>
          </a:bodyPr>
          <a:lstStyle>
            <a:lvl1pPr lvl="0">
              <a:spcBef>
                <a:spcPts val="0"/>
              </a:spcBef>
              <a:spcAft>
                <a:spcPts val="0"/>
              </a:spcAft>
              <a:buSzPts val="1300"/>
              <a:buFont typeface="Figtree ExtraBold"/>
              <a:buNone/>
              <a:defRPr b="0" sz="1300">
                <a:latin typeface="Figtree ExtraBold"/>
                <a:ea typeface="Figtree ExtraBold"/>
                <a:cs typeface="Figtree ExtraBold"/>
                <a:sym typeface="Figtree ExtraBold"/>
              </a:defRPr>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265" name="Google Shape;265;p39"/>
          <p:cNvSpPr txBox="1"/>
          <p:nvPr>
            <p:ph idx="1" type="body"/>
          </p:nvPr>
        </p:nvSpPr>
        <p:spPr>
          <a:xfrm>
            <a:off x="5675995" y="2094463"/>
            <a:ext cx="2325600" cy="677400"/>
          </a:xfrm>
          <a:prstGeom prst="rect">
            <a:avLst/>
          </a:prstGeom>
          <a:noFill/>
          <a:ln>
            <a:noFill/>
          </a:ln>
        </p:spPr>
        <p:txBody>
          <a:bodyPr anchorCtr="0" anchor="t" bIns="0" lIns="0" spcFirstLastPara="1" rIns="0" wrap="square" tIns="0">
            <a:no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266" name="Google Shape;266;p39"/>
          <p:cNvSpPr txBox="1"/>
          <p:nvPr>
            <p:ph idx="3" type="title"/>
          </p:nvPr>
        </p:nvSpPr>
        <p:spPr>
          <a:xfrm>
            <a:off x="5675995" y="3148188"/>
            <a:ext cx="2325600" cy="200100"/>
          </a:xfrm>
          <a:prstGeom prst="rect">
            <a:avLst/>
          </a:prstGeom>
        </p:spPr>
        <p:txBody>
          <a:bodyPr anchorCtr="0" anchor="b" bIns="0" lIns="0" spcFirstLastPara="1" rIns="0" wrap="square" tIns="0">
            <a:noAutofit/>
          </a:bodyPr>
          <a:lstStyle>
            <a:lvl1pPr lvl="0">
              <a:spcBef>
                <a:spcPts val="0"/>
              </a:spcBef>
              <a:spcAft>
                <a:spcPts val="0"/>
              </a:spcAft>
              <a:buSzPts val="1300"/>
              <a:buFont typeface="Figtree ExtraBold"/>
              <a:buNone/>
              <a:defRPr b="0" sz="1300">
                <a:latin typeface="Figtree ExtraBold"/>
                <a:ea typeface="Figtree ExtraBold"/>
                <a:cs typeface="Figtree ExtraBold"/>
                <a:sym typeface="Figtree ExtraBold"/>
              </a:defRPr>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267" name="Google Shape;267;p39"/>
          <p:cNvSpPr txBox="1"/>
          <p:nvPr>
            <p:ph idx="4" type="body"/>
          </p:nvPr>
        </p:nvSpPr>
        <p:spPr>
          <a:xfrm>
            <a:off x="5675995" y="3474213"/>
            <a:ext cx="2325600" cy="677400"/>
          </a:xfrm>
          <a:prstGeom prst="rect">
            <a:avLst/>
          </a:prstGeom>
          <a:noFill/>
          <a:ln>
            <a:noFill/>
          </a:ln>
        </p:spPr>
        <p:txBody>
          <a:bodyPr anchorCtr="0" anchor="t" bIns="0" lIns="0" spcFirstLastPara="1" rIns="0" wrap="square" tIns="0">
            <a:no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268" name="Google Shape;268;p39"/>
          <p:cNvSpPr/>
          <p:nvPr/>
        </p:nvSpPr>
        <p:spPr>
          <a:xfrm>
            <a:off x="74437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269" name="Google Shape;269;p39"/>
          <p:cNvSpPr/>
          <p:nvPr/>
        </p:nvSpPr>
        <p:spPr>
          <a:xfrm>
            <a:off x="57764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270" name="Google Shape;270;p39"/>
          <p:cNvSpPr txBox="1"/>
          <p:nvPr>
            <p:ph idx="5" type="subTitle"/>
          </p:nvPr>
        </p:nvSpPr>
        <p:spPr>
          <a:xfrm>
            <a:off x="5809350"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
        <p:nvSpPr>
          <p:cNvPr id="271" name="Google Shape;271;p39"/>
          <p:cNvSpPr txBox="1"/>
          <p:nvPr>
            <p:ph idx="6" type="subTitle"/>
          </p:nvPr>
        </p:nvSpPr>
        <p:spPr>
          <a:xfrm>
            <a:off x="7476775"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rizontal two column 1">
  <p:cSld name="ONE_COLUMN_TEXT">
    <p:bg>
      <p:bgPr>
        <a:solidFill>
          <a:schemeClr val="dk2"/>
        </a:solidFill>
      </p:bgPr>
    </p:bg>
    <p:spTree>
      <p:nvGrpSpPr>
        <p:cNvPr id="272" name="Shape 272"/>
        <p:cNvGrpSpPr/>
        <p:nvPr/>
      </p:nvGrpSpPr>
      <p:grpSpPr>
        <a:xfrm>
          <a:off x="0" y="0"/>
          <a:ext cx="0" cy="0"/>
          <a:chOff x="0" y="0"/>
          <a:chExt cx="0" cy="0"/>
        </a:xfrm>
      </p:grpSpPr>
      <p:sp>
        <p:nvSpPr>
          <p:cNvPr id="273" name="Google Shape;273;p40"/>
          <p:cNvSpPr/>
          <p:nvPr/>
        </p:nvSpPr>
        <p:spPr>
          <a:xfrm>
            <a:off x="110838" y="113400"/>
            <a:ext cx="7947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274" name="Google Shape;274;p40"/>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cxnSp>
        <p:nvCxnSpPr>
          <p:cNvPr id="275" name="Google Shape;275;p40"/>
          <p:cNvCxnSpPr/>
          <p:nvPr/>
        </p:nvCxnSpPr>
        <p:spPr>
          <a:xfrm>
            <a:off x="111000" y="443900"/>
            <a:ext cx="8922000" cy="0"/>
          </a:xfrm>
          <a:prstGeom prst="straightConnector1">
            <a:avLst/>
          </a:prstGeom>
          <a:noFill/>
          <a:ln cap="flat" cmpd="sng" w="9525">
            <a:solidFill>
              <a:schemeClr val="lt1"/>
            </a:solidFill>
            <a:prstDash val="solid"/>
            <a:round/>
            <a:headEnd len="med" w="med" type="none"/>
            <a:tailEnd len="med" w="med" type="none"/>
          </a:ln>
        </p:spPr>
      </p:cxnSp>
      <p:grpSp>
        <p:nvGrpSpPr>
          <p:cNvPr id="276" name="Google Shape;276;p40"/>
          <p:cNvGrpSpPr/>
          <p:nvPr/>
        </p:nvGrpSpPr>
        <p:grpSpPr>
          <a:xfrm>
            <a:off x="1675" y="656598"/>
            <a:ext cx="9143766" cy="4268100"/>
            <a:chOff x="1675" y="656598"/>
            <a:chExt cx="9143766" cy="4268100"/>
          </a:xfrm>
        </p:grpSpPr>
        <p:sp>
          <p:nvSpPr>
            <p:cNvPr id="277" name="Google Shape;277;p40"/>
            <p:cNvSpPr/>
            <p:nvPr/>
          </p:nvSpPr>
          <p:spPr>
            <a:xfrm>
              <a:off x="1675" y="656598"/>
              <a:ext cx="3191700" cy="42681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78" name="Google Shape;278;p40"/>
            <p:cNvSpPr/>
            <p:nvPr/>
          </p:nvSpPr>
          <p:spPr>
            <a:xfrm>
              <a:off x="2977708" y="656598"/>
              <a:ext cx="3191700" cy="42681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79" name="Google Shape;279;p40"/>
            <p:cNvSpPr/>
            <p:nvPr/>
          </p:nvSpPr>
          <p:spPr>
            <a:xfrm>
              <a:off x="5953741" y="656598"/>
              <a:ext cx="3191700" cy="42681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280" name="Google Shape;280;p40"/>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 </a:t>
            </a:r>
            <a:endParaRPr>
              <a:solidFill>
                <a:schemeClr val="dk1"/>
              </a:solidFill>
            </a:endParaRPr>
          </a:p>
        </p:txBody>
      </p:sp>
      <p:sp>
        <p:nvSpPr>
          <p:cNvPr id="281" name="Google Shape;281;p40"/>
          <p:cNvSpPr txBox="1"/>
          <p:nvPr>
            <p:ph type="title"/>
          </p:nvPr>
        </p:nvSpPr>
        <p:spPr>
          <a:xfrm>
            <a:off x="434800" y="2593849"/>
            <a:ext cx="2325600" cy="393600"/>
          </a:xfrm>
          <a:prstGeom prst="rect">
            <a:avLst/>
          </a:prstGeom>
        </p:spPr>
        <p:txBody>
          <a:bodyPr anchorCtr="0" anchor="ctr" bIns="0" lIns="0" spcFirstLastPara="1" rIns="0" wrap="square" tIns="0">
            <a:noAutofit/>
          </a:bodyPr>
          <a:lstStyle>
            <a:lvl1pPr lvl="0">
              <a:spcBef>
                <a:spcPts val="0"/>
              </a:spcBef>
              <a:spcAft>
                <a:spcPts val="0"/>
              </a:spcAft>
              <a:buSzPts val="2600"/>
              <a:buFont typeface="Figtree"/>
              <a:buNone/>
              <a:defRPr sz="2600"/>
            </a:lvl1pPr>
            <a:lvl2pPr lvl="1">
              <a:spcBef>
                <a:spcPts val="0"/>
              </a:spcBef>
              <a:spcAft>
                <a:spcPts val="0"/>
              </a:spcAft>
              <a:buSzPts val="2600"/>
              <a:buFont typeface="Figtree"/>
              <a:buNone/>
              <a:defRPr sz="2600"/>
            </a:lvl2pPr>
            <a:lvl3pPr lvl="2">
              <a:spcBef>
                <a:spcPts val="0"/>
              </a:spcBef>
              <a:spcAft>
                <a:spcPts val="0"/>
              </a:spcAft>
              <a:buSzPts val="2600"/>
              <a:buFont typeface="Figtree"/>
              <a:buNone/>
              <a:defRPr sz="2600"/>
            </a:lvl3pPr>
            <a:lvl4pPr lvl="3">
              <a:spcBef>
                <a:spcPts val="0"/>
              </a:spcBef>
              <a:spcAft>
                <a:spcPts val="0"/>
              </a:spcAft>
              <a:buSzPts val="2600"/>
              <a:buFont typeface="Figtree"/>
              <a:buNone/>
              <a:defRPr sz="2600"/>
            </a:lvl4pPr>
            <a:lvl5pPr lvl="4">
              <a:spcBef>
                <a:spcPts val="0"/>
              </a:spcBef>
              <a:spcAft>
                <a:spcPts val="0"/>
              </a:spcAft>
              <a:buSzPts val="2600"/>
              <a:buFont typeface="Figtree"/>
              <a:buNone/>
              <a:defRPr sz="2600"/>
            </a:lvl5pPr>
            <a:lvl6pPr lvl="5">
              <a:spcBef>
                <a:spcPts val="0"/>
              </a:spcBef>
              <a:spcAft>
                <a:spcPts val="0"/>
              </a:spcAft>
              <a:buSzPts val="2600"/>
              <a:buFont typeface="Figtree"/>
              <a:buNone/>
              <a:defRPr sz="2600"/>
            </a:lvl6pPr>
            <a:lvl7pPr lvl="6">
              <a:spcBef>
                <a:spcPts val="0"/>
              </a:spcBef>
              <a:spcAft>
                <a:spcPts val="0"/>
              </a:spcAft>
              <a:buSzPts val="2600"/>
              <a:buFont typeface="Figtree"/>
              <a:buNone/>
              <a:defRPr sz="2600"/>
            </a:lvl7pPr>
            <a:lvl8pPr lvl="7">
              <a:spcBef>
                <a:spcPts val="0"/>
              </a:spcBef>
              <a:spcAft>
                <a:spcPts val="0"/>
              </a:spcAft>
              <a:buSzPts val="2600"/>
              <a:buFont typeface="Figtree"/>
              <a:buNone/>
              <a:defRPr sz="2600"/>
            </a:lvl8pPr>
            <a:lvl9pPr lvl="8">
              <a:spcBef>
                <a:spcPts val="0"/>
              </a:spcBef>
              <a:spcAft>
                <a:spcPts val="0"/>
              </a:spcAft>
              <a:buSzPts val="2600"/>
              <a:buFont typeface="Figtree"/>
              <a:buNone/>
              <a:defRPr sz="2600"/>
            </a:lvl9pPr>
          </a:lstStyle>
          <a:p/>
        </p:txBody>
      </p:sp>
      <p:sp>
        <p:nvSpPr>
          <p:cNvPr id="282" name="Google Shape;282;p40"/>
          <p:cNvSpPr txBox="1"/>
          <p:nvPr>
            <p:ph idx="2" type="title"/>
          </p:nvPr>
        </p:nvSpPr>
        <p:spPr>
          <a:xfrm>
            <a:off x="3410831" y="2280747"/>
            <a:ext cx="2325600" cy="200100"/>
          </a:xfrm>
          <a:prstGeom prst="rect">
            <a:avLst/>
          </a:prstGeom>
        </p:spPr>
        <p:txBody>
          <a:bodyPr anchorCtr="0" anchor="b" bIns="0" lIns="0" spcFirstLastPara="1" rIns="0" wrap="square" tIns="0">
            <a:noAutofit/>
          </a:bodyPr>
          <a:lstStyle>
            <a:lvl1pPr lvl="0">
              <a:spcBef>
                <a:spcPts val="0"/>
              </a:spcBef>
              <a:spcAft>
                <a:spcPts val="0"/>
              </a:spcAft>
              <a:buSzPts val="1300"/>
              <a:buFont typeface="Figtree ExtraBold"/>
              <a:buNone/>
              <a:defRPr b="0" sz="1300">
                <a:latin typeface="Figtree ExtraBold"/>
                <a:ea typeface="Figtree ExtraBold"/>
                <a:cs typeface="Figtree ExtraBold"/>
                <a:sym typeface="Figtree ExtraBold"/>
              </a:defRPr>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283" name="Google Shape;283;p40"/>
          <p:cNvSpPr txBox="1"/>
          <p:nvPr>
            <p:ph idx="1" type="body"/>
          </p:nvPr>
        </p:nvSpPr>
        <p:spPr>
          <a:xfrm>
            <a:off x="3410831" y="2606773"/>
            <a:ext cx="2325600" cy="677400"/>
          </a:xfrm>
          <a:prstGeom prst="rect">
            <a:avLst/>
          </a:prstGeom>
          <a:noFill/>
          <a:ln>
            <a:noFill/>
          </a:ln>
        </p:spPr>
        <p:txBody>
          <a:bodyPr anchorCtr="0" anchor="t" bIns="0" lIns="0" spcFirstLastPara="1" rIns="0" wrap="square" tIns="0">
            <a:no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284" name="Google Shape;284;p40"/>
          <p:cNvSpPr txBox="1"/>
          <p:nvPr>
            <p:ph idx="3" type="title"/>
          </p:nvPr>
        </p:nvSpPr>
        <p:spPr>
          <a:xfrm>
            <a:off x="6454256" y="2280747"/>
            <a:ext cx="2325600" cy="200100"/>
          </a:xfrm>
          <a:prstGeom prst="rect">
            <a:avLst/>
          </a:prstGeom>
        </p:spPr>
        <p:txBody>
          <a:bodyPr anchorCtr="0" anchor="b" bIns="0" lIns="0" spcFirstLastPara="1" rIns="0" wrap="square" tIns="0">
            <a:noAutofit/>
          </a:bodyPr>
          <a:lstStyle>
            <a:lvl1pPr lvl="0">
              <a:spcBef>
                <a:spcPts val="0"/>
              </a:spcBef>
              <a:spcAft>
                <a:spcPts val="0"/>
              </a:spcAft>
              <a:buSzPts val="1300"/>
              <a:buFont typeface="Figtree ExtraBold"/>
              <a:buNone/>
              <a:defRPr b="0" sz="1300">
                <a:latin typeface="Figtree ExtraBold"/>
                <a:ea typeface="Figtree ExtraBold"/>
                <a:cs typeface="Figtree ExtraBold"/>
                <a:sym typeface="Figtree ExtraBold"/>
              </a:defRPr>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285" name="Google Shape;285;p40"/>
          <p:cNvSpPr txBox="1"/>
          <p:nvPr>
            <p:ph idx="4" type="body"/>
          </p:nvPr>
        </p:nvSpPr>
        <p:spPr>
          <a:xfrm>
            <a:off x="6454256" y="2606773"/>
            <a:ext cx="2325600" cy="677400"/>
          </a:xfrm>
          <a:prstGeom prst="rect">
            <a:avLst/>
          </a:prstGeom>
          <a:noFill/>
          <a:ln>
            <a:noFill/>
          </a:ln>
        </p:spPr>
        <p:txBody>
          <a:bodyPr anchorCtr="0" anchor="t" bIns="0" lIns="0" spcFirstLastPara="1" rIns="0" wrap="square" tIns="0">
            <a:noAutofit/>
          </a:bodyPr>
          <a:lstStyle>
            <a:lvl1pPr indent="-323850" lvl="0" marL="4572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1pPr>
            <a:lvl2pPr indent="-323850" lvl="1" marL="9144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2pPr>
            <a:lvl3pPr indent="-323850" lvl="2" marL="13716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3pPr>
            <a:lvl4pPr indent="-323850" lvl="3" marL="18288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4pPr>
            <a:lvl5pPr indent="-323850" lvl="4" marL="22860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5pPr>
            <a:lvl6pPr indent="-323850" lvl="5" marL="27432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6pPr>
            <a:lvl7pPr indent="-323850" lvl="6" marL="32004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7pPr>
            <a:lvl8pPr indent="-323850" lvl="7" marL="36576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8pPr>
            <a:lvl9pPr indent="-323850" lvl="8" marL="41148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9pPr>
          </a:lstStyle>
          <a:p/>
        </p:txBody>
      </p:sp>
      <p:sp>
        <p:nvSpPr>
          <p:cNvPr id="286" name="Google Shape;286;p40"/>
          <p:cNvSpPr/>
          <p:nvPr/>
        </p:nvSpPr>
        <p:spPr>
          <a:xfrm>
            <a:off x="74437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287" name="Google Shape;287;p40"/>
          <p:cNvSpPr/>
          <p:nvPr/>
        </p:nvSpPr>
        <p:spPr>
          <a:xfrm>
            <a:off x="57764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288" name="Google Shape;288;p40"/>
          <p:cNvSpPr txBox="1"/>
          <p:nvPr>
            <p:ph idx="5" type="subTitle"/>
          </p:nvPr>
        </p:nvSpPr>
        <p:spPr>
          <a:xfrm>
            <a:off x="5809350"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
        <p:nvSpPr>
          <p:cNvPr id="289" name="Google Shape;289;p40"/>
          <p:cNvSpPr txBox="1"/>
          <p:nvPr>
            <p:ph idx="6" type="subTitle"/>
          </p:nvPr>
        </p:nvSpPr>
        <p:spPr>
          <a:xfrm>
            <a:off x="7476775"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wo column 2">
  <p:cSld name="MAIN_POINT">
    <p:bg>
      <p:bgPr>
        <a:solidFill>
          <a:schemeClr val="lt2"/>
        </a:solidFill>
      </p:bgPr>
    </p:bg>
    <p:spTree>
      <p:nvGrpSpPr>
        <p:cNvPr id="290" name="Shape 290"/>
        <p:cNvGrpSpPr/>
        <p:nvPr/>
      </p:nvGrpSpPr>
      <p:grpSpPr>
        <a:xfrm>
          <a:off x="0" y="0"/>
          <a:ext cx="0" cy="0"/>
          <a:chOff x="0" y="0"/>
          <a:chExt cx="0" cy="0"/>
        </a:xfrm>
      </p:grpSpPr>
      <p:grpSp>
        <p:nvGrpSpPr>
          <p:cNvPr id="291" name="Google Shape;291;p41"/>
          <p:cNvGrpSpPr/>
          <p:nvPr/>
        </p:nvGrpSpPr>
        <p:grpSpPr>
          <a:xfrm>
            <a:off x="-25" y="656852"/>
            <a:ext cx="9144036" cy="4268100"/>
            <a:chOff x="-25" y="656852"/>
            <a:chExt cx="9144036" cy="4268100"/>
          </a:xfrm>
        </p:grpSpPr>
        <p:sp>
          <p:nvSpPr>
            <p:cNvPr id="292" name="Google Shape;292;p41"/>
            <p:cNvSpPr/>
            <p:nvPr/>
          </p:nvSpPr>
          <p:spPr>
            <a:xfrm rot="-5400000">
              <a:off x="3345537" y="1749752"/>
              <a:ext cx="4268100" cy="2082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293" name="Google Shape;293;p41"/>
            <p:cNvSpPr/>
            <p:nvPr/>
          </p:nvSpPr>
          <p:spPr>
            <a:xfrm rot="-5400000">
              <a:off x="4657144" y="1749752"/>
              <a:ext cx="4268100" cy="2082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294" name="Google Shape;294;p41"/>
            <p:cNvSpPr/>
            <p:nvPr/>
          </p:nvSpPr>
          <p:spPr>
            <a:xfrm rot="-5400000">
              <a:off x="5968811" y="1749752"/>
              <a:ext cx="4268100" cy="2082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295" name="Google Shape;295;p41"/>
            <p:cNvSpPr/>
            <p:nvPr/>
          </p:nvSpPr>
          <p:spPr>
            <a:xfrm rot="-5400000">
              <a:off x="-1092925" y="1749752"/>
              <a:ext cx="4268100" cy="2082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296" name="Google Shape;296;p41"/>
            <p:cNvSpPr/>
            <p:nvPr/>
          </p:nvSpPr>
          <p:spPr>
            <a:xfrm rot="-5400000">
              <a:off x="218682" y="1749752"/>
              <a:ext cx="4268100" cy="2082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297" name="Google Shape;297;p41"/>
            <p:cNvSpPr/>
            <p:nvPr/>
          </p:nvSpPr>
          <p:spPr>
            <a:xfrm rot="-5400000">
              <a:off x="1530349" y="1749752"/>
              <a:ext cx="4268100" cy="2082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grpSp>
      <p:sp>
        <p:nvSpPr>
          <p:cNvPr id="298" name="Google Shape;298;p41"/>
          <p:cNvSpPr/>
          <p:nvPr/>
        </p:nvSpPr>
        <p:spPr>
          <a:xfrm>
            <a:off x="110838" y="113400"/>
            <a:ext cx="7947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299" name="Google Shape;299;p41"/>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cxnSp>
        <p:nvCxnSpPr>
          <p:cNvPr id="300" name="Google Shape;300;p41"/>
          <p:cNvCxnSpPr/>
          <p:nvPr/>
        </p:nvCxnSpPr>
        <p:spPr>
          <a:xfrm>
            <a:off x="111000" y="443900"/>
            <a:ext cx="8922000" cy="0"/>
          </a:xfrm>
          <a:prstGeom prst="straightConnector1">
            <a:avLst/>
          </a:prstGeom>
          <a:noFill/>
          <a:ln cap="flat" cmpd="sng" w="9525">
            <a:solidFill>
              <a:schemeClr val="lt1"/>
            </a:solidFill>
            <a:prstDash val="solid"/>
            <a:round/>
            <a:headEnd len="med" w="med" type="none"/>
            <a:tailEnd len="med" w="med" type="none"/>
          </a:ln>
        </p:spPr>
      </p:cxnSp>
      <p:sp>
        <p:nvSpPr>
          <p:cNvPr id="301" name="Google Shape;301;p41"/>
          <p:cNvSpPr txBox="1"/>
          <p:nvPr>
            <p:ph type="title"/>
          </p:nvPr>
        </p:nvSpPr>
        <p:spPr>
          <a:xfrm>
            <a:off x="420375" y="2504337"/>
            <a:ext cx="3731100" cy="572700"/>
          </a:xfrm>
          <a:prstGeom prst="rect">
            <a:avLst/>
          </a:prstGeom>
        </p:spPr>
        <p:txBody>
          <a:bodyPr anchorCtr="0" anchor="ctr" bIns="0" lIns="0" spcFirstLastPara="1" rIns="0" wrap="square" tIns="0">
            <a:noAutofit/>
          </a:bodyPr>
          <a:lstStyle>
            <a:lvl1pPr lvl="0">
              <a:spcBef>
                <a:spcPts val="0"/>
              </a:spcBef>
              <a:spcAft>
                <a:spcPts val="0"/>
              </a:spcAft>
              <a:buSzPts val="3500"/>
              <a:buFont typeface="Figtree"/>
              <a:buNone/>
              <a:defRPr/>
            </a:lvl1pPr>
            <a:lvl2pPr lvl="1">
              <a:spcBef>
                <a:spcPts val="0"/>
              </a:spcBef>
              <a:spcAft>
                <a:spcPts val="0"/>
              </a:spcAft>
              <a:buSzPts val="3500"/>
              <a:buFont typeface="Figtree"/>
              <a:buNone/>
              <a:defRPr/>
            </a:lvl2pPr>
            <a:lvl3pPr lvl="2">
              <a:spcBef>
                <a:spcPts val="0"/>
              </a:spcBef>
              <a:spcAft>
                <a:spcPts val="0"/>
              </a:spcAft>
              <a:buSzPts val="3500"/>
              <a:buFont typeface="Figtree"/>
              <a:buNone/>
              <a:defRPr/>
            </a:lvl3pPr>
            <a:lvl4pPr lvl="3">
              <a:spcBef>
                <a:spcPts val="0"/>
              </a:spcBef>
              <a:spcAft>
                <a:spcPts val="0"/>
              </a:spcAft>
              <a:buSzPts val="3500"/>
              <a:buFont typeface="Figtree"/>
              <a:buNone/>
              <a:defRPr/>
            </a:lvl4pPr>
            <a:lvl5pPr lvl="4">
              <a:spcBef>
                <a:spcPts val="0"/>
              </a:spcBef>
              <a:spcAft>
                <a:spcPts val="0"/>
              </a:spcAft>
              <a:buSzPts val="3500"/>
              <a:buFont typeface="Figtree"/>
              <a:buNone/>
              <a:defRPr/>
            </a:lvl5pPr>
            <a:lvl6pPr lvl="5">
              <a:spcBef>
                <a:spcPts val="0"/>
              </a:spcBef>
              <a:spcAft>
                <a:spcPts val="0"/>
              </a:spcAft>
              <a:buSzPts val="3500"/>
              <a:buFont typeface="Figtree"/>
              <a:buNone/>
              <a:defRPr/>
            </a:lvl6pPr>
            <a:lvl7pPr lvl="6">
              <a:spcBef>
                <a:spcPts val="0"/>
              </a:spcBef>
              <a:spcAft>
                <a:spcPts val="0"/>
              </a:spcAft>
              <a:buSzPts val="3500"/>
              <a:buFont typeface="Figtree"/>
              <a:buNone/>
              <a:defRPr/>
            </a:lvl7pPr>
            <a:lvl8pPr lvl="7">
              <a:spcBef>
                <a:spcPts val="0"/>
              </a:spcBef>
              <a:spcAft>
                <a:spcPts val="0"/>
              </a:spcAft>
              <a:buSzPts val="3500"/>
              <a:buFont typeface="Figtree"/>
              <a:buNone/>
              <a:defRPr/>
            </a:lvl8pPr>
            <a:lvl9pPr lvl="8">
              <a:spcBef>
                <a:spcPts val="0"/>
              </a:spcBef>
              <a:spcAft>
                <a:spcPts val="0"/>
              </a:spcAft>
              <a:buSzPts val="3500"/>
              <a:buFont typeface="Figtree"/>
              <a:buNone/>
              <a:defRPr/>
            </a:lvl9pPr>
          </a:lstStyle>
          <a:p/>
        </p:txBody>
      </p:sp>
      <p:sp>
        <p:nvSpPr>
          <p:cNvPr id="302" name="Google Shape;302;p41"/>
          <p:cNvSpPr txBox="1"/>
          <p:nvPr>
            <p:ph idx="2" type="title"/>
          </p:nvPr>
        </p:nvSpPr>
        <p:spPr>
          <a:xfrm>
            <a:off x="5675995" y="1768438"/>
            <a:ext cx="2325600" cy="200100"/>
          </a:xfrm>
          <a:prstGeom prst="rect">
            <a:avLst/>
          </a:prstGeom>
        </p:spPr>
        <p:txBody>
          <a:bodyPr anchorCtr="0" anchor="b" bIns="0" lIns="0" spcFirstLastPara="1" rIns="0" wrap="square" tIns="0">
            <a:noAutofit/>
          </a:bodyPr>
          <a:lstStyle>
            <a:lvl1pPr lvl="0">
              <a:spcBef>
                <a:spcPts val="0"/>
              </a:spcBef>
              <a:spcAft>
                <a:spcPts val="0"/>
              </a:spcAft>
              <a:buSzPts val="1300"/>
              <a:buFont typeface="Figtree ExtraBold"/>
              <a:buNone/>
              <a:defRPr b="0" sz="1300">
                <a:latin typeface="Figtree ExtraBold"/>
                <a:ea typeface="Figtree ExtraBold"/>
                <a:cs typeface="Figtree ExtraBold"/>
                <a:sym typeface="Figtree ExtraBold"/>
              </a:defRPr>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303" name="Google Shape;303;p41"/>
          <p:cNvSpPr txBox="1"/>
          <p:nvPr>
            <p:ph idx="1" type="body"/>
          </p:nvPr>
        </p:nvSpPr>
        <p:spPr>
          <a:xfrm>
            <a:off x="5675995" y="2094463"/>
            <a:ext cx="2325600" cy="677400"/>
          </a:xfrm>
          <a:prstGeom prst="rect">
            <a:avLst/>
          </a:prstGeom>
          <a:noFill/>
          <a:ln>
            <a:noFill/>
          </a:ln>
        </p:spPr>
        <p:txBody>
          <a:bodyPr anchorCtr="0" anchor="t" bIns="0" lIns="0" spcFirstLastPara="1" rIns="0" wrap="square" tIns="0">
            <a:no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304" name="Google Shape;304;p41"/>
          <p:cNvSpPr txBox="1"/>
          <p:nvPr>
            <p:ph idx="3" type="title"/>
          </p:nvPr>
        </p:nvSpPr>
        <p:spPr>
          <a:xfrm>
            <a:off x="5675995" y="3148188"/>
            <a:ext cx="2325600" cy="200100"/>
          </a:xfrm>
          <a:prstGeom prst="rect">
            <a:avLst/>
          </a:prstGeom>
        </p:spPr>
        <p:txBody>
          <a:bodyPr anchorCtr="0" anchor="b" bIns="0" lIns="0" spcFirstLastPara="1" rIns="0" wrap="square" tIns="0">
            <a:noAutofit/>
          </a:bodyPr>
          <a:lstStyle>
            <a:lvl1pPr lvl="0">
              <a:spcBef>
                <a:spcPts val="0"/>
              </a:spcBef>
              <a:spcAft>
                <a:spcPts val="0"/>
              </a:spcAft>
              <a:buSzPts val="1300"/>
              <a:buFont typeface="Figtree ExtraBold"/>
              <a:buNone/>
              <a:defRPr b="0" sz="1300">
                <a:latin typeface="Figtree ExtraBold"/>
                <a:ea typeface="Figtree ExtraBold"/>
                <a:cs typeface="Figtree ExtraBold"/>
                <a:sym typeface="Figtree ExtraBold"/>
              </a:defRPr>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305" name="Google Shape;305;p41"/>
          <p:cNvSpPr txBox="1"/>
          <p:nvPr>
            <p:ph idx="4" type="body"/>
          </p:nvPr>
        </p:nvSpPr>
        <p:spPr>
          <a:xfrm>
            <a:off x="5675995" y="3474213"/>
            <a:ext cx="2325600" cy="677400"/>
          </a:xfrm>
          <a:prstGeom prst="rect">
            <a:avLst/>
          </a:prstGeom>
          <a:noFill/>
          <a:ln>
            <a:noFill/>
          </a:ln>
        </p:spPr>
        <p:txBody>
          <a:bodyPr anchorCtr="0" anchor="t" bIns="0" lIns="0" spcFirstLastPara="1" rIns="0" wrap="square" tIns="0">
            <a:no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306" name="Google Shape;306;p41"/>
          <p:cNvSpPr/>
          <p:nvPr/>
        </p:nvSpPr>
        <p:spPr>
          <a:xfrm>
            <a:off x="74437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307" name="Google Shape;307;p41"/>
          <p:cNvSpPr/>
          <p:nvPr/>
        </p:nvSpPr>
        <p:spPr>
          <a:xfrm>
            <a:off x="57764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308" name="Google Shape;308;p41"/>
          <p:cNvSpPr txBox="1"/>
          <p:nvPr>
            <p:ph idx="5" type="subTitle"/>
          </p:nvPr>
        </p:nvSpPr>
        <p:spPr>
          <a:xfrm>
            <a:off x="5809350"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
        <p:nvSpPr>
          <p:cNvPr id="309" name="Google Shape;309;p41"/>
          <p:cNvSpPr txBox="1"/>
          <p:nvPr>
            <p:ph idx="6" type="subTitle"/>
          </p:nvPr>
        </p:nvSpPr>
        <p:spPr>
          <a:xfrm>
            <a:off x="7476775"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rizontal two column 2">
  <p:cSld name="SECTION_TITLE_AND_DESCRIPTION_1">
    <p:bg>
      <p:bgPr>
        <a:solidFill>
          <a:schemeClr val="accent1"/>
        </a:solidFill>
      </p:bgPr>
    </p:bg>
    <p:spTree>
      <p:nvGrpSpPr>
        <p:cNvPr id="310" name="Shape 310"/>
        <p:cNvGrpSpPr/>
        <p:nvPr/>
      </p:nvGrpSpPr>
      <p:grpSpPr>
        <a:xfrm>
          <a:off x="0" y="0"/>
          <a:ext cx="0" cy="0"/>
          <a:chOff x="0" y="0"/>
          <a:chExt cx="0" cy="0"/>
        </a:xfrm>
      </p:grpSpPr>
      <p:grpSp>
        <p:nvGrpSpPr>
          <p:cNvPr id="311" name="Google Shape;311;p42"/>
          <p:cNvGrpSpPr/>
          <p:nvPr/>
        </p:nvGrpSpPr>
        <p:grpSpPr>
          <a:xfrm>
            <a:off x="0" y="655700"/>
            <a:ext cx="9143980" cy="4282350"/>
            <a:chOff x="0" y="655700"/>
            <a:chExt cx="9143980" cy="4282350"/>
          </a:xfrm>
        </p:grpSpPr>
        <p:sp>
          <p:nvSpPr>
            <p:cNvPr id="312" name="Google Shape;312;p42"/>
            <p:cNvSpPr/>
            <p:nvPr/>
          </p:nvSpPr>
          <p:spPr>
            <a:xfrm>
              <a:off x="0" y="655700"/>
              <a:ext cx="3108000" cy="2484000"/>
            </a:xfrm>
            <a:prstGeom prst="snip2Same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13" name="Google Shape;313;p42"/>
            <p:cNvSpPr/>
            <p:nvPr/>
          </p:nvSpPr>
          <p:spPr>
            <a:xfrm flipH="1" rot="10800000">
              <a:off x="0" y="2454050"/>
              <a:ext cx="3108000" cy="2484000"/>
            </a:xfrm>
            <a:prstGeom prst="snip2Same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14" name="Google Shape;314;p42"/>
            <p:cNvSpPr/>
            <p:nvPr/>
          </p:nvSpPr>
          <p:spPr>
            <a:xfrm>
              <a:off x="3017990" y="655700"/>
              <a:ext cx="3108000" cy="2484000"/>
            </a:xfrm>
            <a:prstGeom prst="snip2Same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15" name="Google Shape;315;p42"/>
            <p:cNvSpPr/>
            <p:nvPr/>
          </p:nvSpPr>
          <p:spPr>
            <a:xfrm flipH="1" rot="10800000">
              <a:off x="3017990" y="2454050"/>
              <a:ext cx="3108000" cy="2484000"/>
            </a:xfrm>
            <a:prstGeom prst="snip2Same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16" name="Google Shape;316;p42"/>
            <p:cNvSpPr/>
            <p:nvPr/>
          </p:nvSpPr>
          <p:spPr>
            <a:xfrm>
              <a:off x="6035980" y="655700"/>
              <a:ext cx="3108000" cy="2484000"/>
            </a:xfrm>
            <a:prstGeom prst="snip2Same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17" name="Google Shape;317;p42"/>
            <p:cNvSpPr/>
            <p:nvPr/>
          </p:nvSpPr>
          <p:spPr>
            <a:xfrm flipH="1" rot="10800000">
              <a:off x="6035980" y="2454050"/>
              <a:ext cx="3108000" cy="2484000"/>
            </a:xfrm>
            <a:prstGeom prst="snip2Same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318" name="Google Shape;318;p42"/>
          <p:cNvSpPr/>
          <p:nvPr/>
        </p:nvSpPr>
        <p:spPr>
          <a:xfrm>
            <a:off x="110838" y="113400"/>
            <a:ext cx="7947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319" name="Google Shape;319;p42"/>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cxnSp>
        <p:nvCxnSpPr>
          <p:cNvPr id="320" name="Google Shape;320;p42"/>
          <p:cNvCxnSpPr/>
          <p:nvPr/>
        </p:nvCxnSpPr>
        <p:spPr>
          <a:xfrm>
            <a:off x="111000" y="443900"/>
            <a:ext cx="8922000" cy="0"/>
          </a:xfrm>
          <a:prstGeom prst="straightConnector1">
            <a:avLst/>
          </a:prstGeom>
          <a:noFill/>
          <a:ln cap="flat" cmpd="sng" w="9525">
            <a:solidFill>
              <a:schemeClr val="lt1"/>
            </a:solidFill>
            <a:prstDash val="solid"/>
            <a:round/>
            <a:headEnd len="med" w="med" type="none"/>
            <a:tailEnd len="med" w="med" type="none"/>
          </a:ln>
        </p:spPr>
      </p:cxnSp>
      <p:sp>
        <p:nvSpPr>
          <p:cNvPr id="321" name="Google Shape;321;p42"/>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 </a:t>
            </a:r>
            <a:endParaRPr>
              <a:solidFill>
                <a:schemeClr val="dk1"/>
              </a:solidFill>
            </a:endParaRPr>
          </a:p>
        </p:txBody>
      </p:sp>
      <p:sp>
        <p:nvSpPr>
          <p:cNvPr id="322" name="Google Shape;322;p42"/>
          <p:cNvSpPr txBox="1"/>
          <p:nvPr>
            <p:ph type="title"/>
          </p:nvPr>
        </p:nvSpPr>
        <p:spPr>
          <a:xfrm>
            <a:off x="434800" y="2593849"/>
            <a:ext cx="2325600" cy="393600"/>
          </a:xfrm>
          <a:prstGeom prst="rect">
            <a:avLst/>
          </a:prstGeom>
        </p:spPr>
        <p:txBody>
          <a:bodyPr anchorCtr="0" anchor="ctr" bIns="0" lIns="0" spcFirstLastPara="1" rIns="0" wrap="square" tIns="0">
            <a:noAutofit/>
          </a:bodyPr>
          <a:lstStyle>
            <a:lvl1pPr lvl="0">
              <a:spcBef>
                <a:spcPts val="0"/>
              </a:spcBef>
              <a:spcAft>
                <a:spcPts val="0"/>
              </a:spcAft>
              <a:buSzPts val="2600"/>
              <a:buFont typeface="Figtree"/>
              <a:buNone/>
              <a:defRPr sz="2600"/>
            </a:lvl1pPr>
            <a:lvl2pPr lvl="1">
              <a:spcBef>
                <a:spcPts val="0"/>
              </a:spcBef>
              <a:spcAft>
                <a:spcPts val="0"/>
              </a:spcAft>
              <a:buSzPts val="2600"/>
              <a:buFont typeface="Figtree"/>
              <a:buNone/>
              <a:defRPr sz="2600"/>
            </a:lvl2pPr>
            <a:lvl3pPr lvl="2">
              <a:spcBef>
                <a:spcPts val="0"/>
              </a:spcBef>
              <a:spcAft>
                <a:spcPts val="0"/>
              </a:spcAft>
              <a:buSzPts val="2600"/>
              <a:buFont typeface="Figtree"/>
              <a:buNone/>
              <a:defRPr sz="2600"/>
            </a:lvl3pPr>
            <a:lvl4pPr lvl="3">
              <a:spcBef>
                <a:spcPts val="0"/>
              </a:spcBef>
              <a:spcAft>
                <a:spcPts val="0"/>
              </a:spcAft>
              <a:buSzPts val="2600"/>
              <a:buFont typeface="Figtree"/>
              <a:buNone/>
              <a:defRPr sz="2600"/>
            </a:lvl4pPr>
            <a:lvl5pPr lvl="4">
              <a:spcBef>
                <a:spcPts val="0"/>
              </a:spcBef>
              <a:spcAft>
                <a:spcPts val="0"/>
              </a:spcAft>
              <a:buSzPts val="2600"/>
              <a:buFont typeface="Figtree"/>
              <a:buNone/>
              <a:defRPr sz="2600"/>
            </a:lvl5pPr>
            <a:lvl6pPr lvl="5">
              <a:spcBef>
                <a:spcPts val="0"/>
              </a:spcBef>
              <a:spcAft>
                <a:spcPts val="0"/>
              </a:spcAft>
              <a:buSzPts val="2600"/>
              <a:buFont typeface="Figtree"/>
              <a:buNone/>
              <a:defRPr sz="2600"/>
            </a:lvl6pPr>
            <a:lvl7pPr lvl="6">
              <a:spcBef>
                <a:spcPts val="0"/>
              </a:spcBef>
              <a:spcAft>
                <a:spcPts val="0"/>
              </a:spcAft>
              <a:buSzPts val="2600"/>
              <a:buFont typeface="Figtree"/>
              <a:buNone/>
              <a:defRPr sz="2600"/>
            </a:lvl7pPr>
            <a:lvl8pPr lvl="7">
              <a:spcBef>
                <a:spcPts val="0"/>
              </a:spcBef>
              <a:spcAft>
                <a:spcPts val="0"/>
              </a:spcAft>
              <a:buSzPts val="2600"/>
              <a:buFont typeface="Figtree"/>
              <a:buNone/>
              <a:defRPr sz="2600"/>
            </a:lvl8pPr>
            <a:lvl9pPr lvl="8">
              <a:spcBef>
                <a:spcPts val="0"/>
              </a:spcBef>
              <a:spcAft>
                <a:spcPts val="0"/>
              </a:spcAft>
              <a:buSzPts val="2600"/>
              <a:buFont typeface="Figtree"/>
              <a:buNone/>
              <a:defRPr sz="2600"/>
            </a:lvl9pPr>
          </a:lstStyle>
          <a:p/>
        </p:txBody>
      </p:sp>
      <p:sp>
        <p:nvSpPr>
          <p:cNvPr id="323" name="Google Shape;323;p42"/>
          <p:cNvSpPr txBox="1"/>
          <p:nvPr>
            <p:ph idx="2" type="title"/>
          </p:nvPr>
        </p:nvSpPr>
        <p:spPr>
          <a:xfrm>
            <a:off x="3410831" y="2280747"/>
            <a:ext cx="2325600" cy="200100"/>
          </a:xfrm>
          <a:prstGeom prst="rect">
            <a:avLst/>
          </a:prstGeom>
        </p:spPr>
        <p:txBody>
          <a:bodyPr anchorCtr="0" anchor="b" bIns="0" lIns="0" spcFirstLastPara="1" rIns="0" wrap="square" tIns="0">
            <a:noAutofit/>
          </a:bodyPr>
          <a:lstStyle>
            <a:lvl1pPr lvl="0">
              <a:spcBef>
                <a:spcPts val="0"/>
              </a:spcBef>
              <a:spcAft>
                <a:spcPts val="0"/>
              </a:spcAft>
              <a:buSzPts val="1300"/>
              <a:buFont typeface="Figtree ExtraBold"/>
              <a:buNone/>
              <a:defRPr b="0" sz="1300">
                <a:latin typeface="Figtree ExtraBold"/>
                <a:ea typeface="Figtree ExtraBold"/>
                <a:cs typeface="Figtree ExtraBold"/>
                <a:sym typeface="Figtree ExtraBold"/>
              </a:defRPr>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324" name="Google Shape;324;p42"/>
          <p:cNvSpPr txBox="1"/>
          <p:nvPr>
            <p:ph idx="1" type="body"/>
          </p:nvPr>
        </p:nvSpPr>
        <p:spPr>
          <a:xfrm>
            <a:off x="3410831" y="2606773"/>
            <a:ext cx="2325600" cy="677400"/>
          </a:xfrm>
          <a:prstGeom prst="rect">
            <a:avLst/>
          </a:prstGeom>
          <a:noFill/>
          <a:ln>
            <a:noFill/>
          </a:ln>
        </p:spPr>
        <p:txBody>
          <a:bodyPr anchorCtr="0" anchor="t" bIns="0" lIns="0" spcFirstLastPara="1" rIns="0" wrap="square" tIns="0">
            <a:no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325" name="Google Shape;325;p42"/>
          <p:cNvSpPr txBox="1"/>
          <p:nvPr>
            <p:ph idx="3" type="title"/>
          </p:nvPr>
        </p:nvSpPr>
        <p:spPr>
          <a:xfrm>
            <a:off x="6454256" y="2280747"/>
            <a:ext cx="2325600" cy="200100"/>
          </a:xfrm>
          <a:prstGeom prst="rect">
            <a:avLst/>
          </a:prstGeom>
        </p:spPr>
        <p:txBody>
          <a:bodyPr anchorCtr="0" anchor="b" bIns="0" lIns="0" spcFirstLastPara="1" rIns="0" wrap="square" tIns="0">
            <a:noAutofit/>
          </a:bodyPr>
          <a:lstStyle>
            <a:lvl1pPr lvl="0">
              <a:spcBef>
                <a:spcPts val="0"/>
              </a:spcBef>
              <a:spcAft>
                <a:spcPts val="0"/>
              </a:spcAft>
              <a:buSzPts val="1300"/>
              <a:buFont typeface="Figtree ExtraBold"/>
              <a:buNone/>
              <a:defRPr b="0" sz="1300">
                <a:latin typeface="Figtree ExtraBold"/>
                <a:ea typeface="Figtree ExtraBold"/>
                <a:cs typeface="Figtree ExtraBold"/>
                <a:sym typeface="Figtree ExtraBold"/>
              </a:defRPr>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326" name="Google Shape;326;p42"/>
          <p:cNvSpPr txBox="1"/>
          <p:nvPr>
            <p:ph idx="4" type="body"/>
          </p:nvPr>
        </p:nvSpPr>
        <p:spPr>
          <a:xfrm>
            <a:off x="6454256" y="2606773"/>
            <a:ext cx="2325600" cy="677400"/>
          </a:xfrm>
          <a:prstGeom prst="rect">
            <a:avLst/>
          </a:prstGeom>
          <a:noFill/>
          <a:ln>
            <a:noFill/>
          </a:ln>
        </p:spPr>
        <p:txBody>
          <a:bodyPr anchorCtr="0" anchor="t" bIns="0" lIns="0" spcFirstLastPara="1" rIns="0" wrap="square" tIns="0">
            <a:noAutofit/>
          </a:bodyPr>
          <a:lstStyle>
            <a:lvl1pPr indent="-323850" lvl="0" marL="4572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1pPr>
            <a:lvl2pPr indent="-323850" lvl="1" marL="9144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2pPr>
            <a:lvl3pPr indent="-323850" lvl="2" marL="13716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3pPr>
            <a:lvl4pPr indent="-323850" lvl="3" marL="18288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4pPr>
            <a:lvl5pPr indent="-323850" lvl="4" marL="22860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5pPr>
            <a:lvl6pPr indent="-323850" lvl="5" marL="27432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6pPr>
            <a:lvl7pPr indent="-323850" lvl="6" marL="32004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7pPr>
            <a:lvl8pPr indent="-323850" lvl="7" marL="36576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8pPr>
            <a:lvl9pPr indent="-323850" lvl="8" marL="41148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9pPr>
          </a:lstStyle>
          <a:p/>
        </p:txBody>
      </p:sp>
      <p:sp>
        <p:nvSpPr>
          <p:cNvPr id="327" name="Google Shape;327;p42"/>
          <p:cNvSpPr/>
          <p:nvPr/>
        </p:nvSpPr>
        <p:spPr>
          <a:xfrm>
            <a:off x="74437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328" name="Google Shape;328;p42"/>
          <p:cNvSpPr/>
          <p:nvPr/>
        </p:nvSpPr>
        <p:spPr>
          <a:xfrm>
            <a:off x="57764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329" name="Google Shape;329;p42"/>
          <p:cNvSpPr txBox="1"/>
          <p:nvPr>
            <p:ph idx="5" type="subTitle"/>
          </p:nvPr>
        </p:nvSpPr>
        <p:spPr>
          <a:xfrm>
            <a:off x="5809350"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
        <p:nvSpPr>
          <p:cNvPr id="330" name="Google Shape;330;p42"/>
          <p:cNvSpPr txBox="1"/>
          <p:nvPr>
            <p:ph idx="6" type="subTitle"/>
          </p:nvPr>
        </p:nvSpPr>
        <p:spPr>
          <a:xfrm>
            <a:off x="7476775"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wo column 3">
  <p:cSld name="CAPTION_ONLY_1">
    <p:bg>
      <p:bgPr>
        <a:solidFill>
          <a:schemeClr val="accent2"/>
        </a:solidFill>
      </p:bgPr>
    </p:bg>
    <p:spTree>
      <p:nvGrpSpPr>
        <p:cNvPr id="331" name="Shape 331"/>
        <p:cNvGrpSpPr/>
        <p:nvPr/>
      </p:nvGrpSpPr>
      <p:grpSpPr>
        <a:xfrm>
          <a:off x="0" y="0"/>
          <a:ext cx="0" cy="0"/>
          <a:chOff x="0" y="0"/>
          <a:chExt cx="0" cy="0"/>
        </a:xfrm>
      </p:grpSpPr>
      <p:grpSp>
        <p:nvGrpSpPr>
          <p:cNvPr id="332" name="Google Shape;332;p43"/>
          <p:cNvGrpSpPr/>
          <p:nvPr/>
        </p:nvGrpSpPr>
        <p:grpSpPr>
          <a:xfrm>
            <a:off x="45" y="656725"/>
            <a:ext cx="9144010" cy="4268100"/>
            <a:chOff x="45" y="656725"/>
            <a:chExt cx="9144010" cy="4268100"/>
          </a:xfrm>
        </p:grpSpPr>
        <p:sp>
          <p:nvSpPr>
            <p:cNvPr id="333" name="Google Shape;333;p43"/>
            <p:cNvSpPr/>
            <p:nvPr/>
          </p:nvSpPr>
          <p:spPr>
            <a:xfrm flipH="1" rot="-5400000">
              <a:off x="1202555" y="1549075"/>
              <a:ext cx="4268100" cy="2483400"/>
            </a:xfrm>
            <a:prstGeom prst="round2Diag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34" name="Google Shape;334;p43"/>
            <p:cNvSpPr/>
            <p:nvPr/>
          </p:nvSpPr>
          <p:spPr>
            <a:xfrm rot="5400000">
              <a:off x="-892305" y="1549075"/>
              <a:ext cx="4268100" cy="2483400"/>
            </a:xfrm>
            <a:prstGeom prst="round2Diag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35" name="Google Shape;335;p43"/>
            <p:cNvSpPr/>
            <p:nvPr/>
          </p:nvSpPr>
          <p:spPr>
            <a:xfrm flipH="1" rot="5400000">
              <a:off x="3673445" y="1549075"/>
              <a:ext cx="4268100" cy="2483400"/>
            </a:xfrm>
            <a:prstGeom prst="round2Diag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36" name="Google Shape;336;p43"/>
            <p:cNvSpPr/>
            <p:nvPr/>
          </p:nvSpPr>
          <p:spPr>
            <a:xfrm rot="-5400000">
              <a:off x="5768305" y="1549075"/>
              <a:ext cx="4268100" cy="2483400"/>
            </a:xfrm>
            <a:prstGeom prst="round2Diag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337" name="Google Shape;337;p43"/>
          <p:cNvSpPr/>
          <p:nvPr/>
        </p:nvSpPr>
        <p:spPr>
          <a:xfrm>
            <a:off x="110838" y="113400"/>
            <a:ext cx="7947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338" name="Google Shape;338;p43"/>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cxnSp>
        <p:nvCxnSpPr>
          <p:cNvPr id="339" name="Google Shape;339;p43"/>
          <p:cNvCxnSpPr/>
          <p:nvPr/>
        </p:nvCxnSpPr>
        <p:spPr>
          <a:xfrm>
            <a:off x="111000" y="443900"/>
            <a:ext cx="8922000" cy="0"/>
          </a:xfrm>
          <a:prstGeom prst="straightConnector1">
            <a:avLst/>
          </a:prstGeom>
          <a:noFill/>
          <a:ln cap="flat" cmpd="sng" w="9525">
            <a:solidFill>
              <a:schemeClr val="lt1"/>
            </a:solidFill>
            <a:prstDash val="solid"/>
            <a:round/>
            <a:headEnd len="med" w="med" type="none"/>
            <a:tailEnd len="med" w="med" type="none"/>
          </a:ln>
        </p:spPr>
      </p:cxnSp>
      <p:sp>
        <p:nvSpPr>
          <p:cNvPr id="340" name="Google Shape;340;p43"/>
          <p:cNvSpPr txBox="1"/>
          <p:nvPr>
            <p:ph type="title"/>
          </p:nvPr>
        </p:nvSpPr>
        <p:spPr>
          <a:xfrm>
            <a:off x="420375" y="2504337"/>
            <a:ext cx="3731100" cy="572700"/>
          </a:xfrm>
          <a:prstGeom prst="rect">
            <a:avLst/>
          </a:prstGeom>
        </p:spPr>
        <p:txBody>
          <a:bodyPr anchorCtr="0" anchor="ctr" bIns="0" lIns="0" spcFirstLastPara="1" rIns="0" wrap="square" tIns="0">
            <a:noAutofit/>
          </a:bodyPr>
          <a:lstStyle>
            <a:lvl1pPr lvl="0">
              <a:spcBef>
                <a:spcPts val="0"/>
              </a:spcBef>
              <a:spcAft>
                <a:spcPts val="0"/>
              </a:spcAft>
              <a:buSzPts val="3500"/>
              <a:buFont typeface="Figtree"/>
              <a:buNone/>
              <a:defRPr/>
            </a:lvl1pPr>
            <a:lvl2pPr lvl="1">
              <a:spcBef>
                <a:spcPts val="0"/>
              </a:spcBef>
              <a:spcAft>
                <a:spcPts val="0"/>
              </a:spcAft>
              <a:buSzPts val="3500"/>
              <a:buFont typeface="Figtree"/>
              <a:buNone/>
              <a:defRPr/>
            </a:lvl2pPr>
            <a:lvl3pPr lvl="2">
              <a:spcBef>
                <a:spcPts val="0"/>
              </a:spcBef>
              <a:spcAft>
                <a:spcPts val="0"/>
              </a:spcAft>
              <a:buSzPts val="3500"/>
              <a:buFont typeface="Figtree"/>
              <a:buNone/>
              <a:defRPr/>
            </a:lvl3pPr>
            <a:lvl4pPr lvl="3">
              <a:spcBef>
                <a:spcPts val="0"/>
              </a:spcBef>
              <a:spcAft>
                <a:spcPts val="0"/>
              </a:spcAft>
              <a:buSzPts val="3500"/>
              <a:buFont typeface="Figtree"/>
              <a:buNone/>
              <a:defRPr/>
            </a:lvl4pPr>
            <a:lvl5pPr lvl="4">
              <a:spcBef>
                <a:spcPts val="0"/>
              </a:spcBef>
              <a:spcAft>
                <a:spcPts val="0"/>
              </a:spcAft>
              <a:buSzPts val="3500"/>
              <a:buFont typeface="Figtree"/>
              <a:buNone/>
              <a:defRPr/>
            </a:lvl5pPr>
            <a:lvl6pPr lvl="5">
              <a:spcBef>
                <a:spcPts val="0"/>
              </a:spcBef>
              <a:spcAft>
                <a:spcPts val="0"/>
              </a:spcAft>
              <a:buSzPts val="3500"/>
              <a:buFont typeface="Figtree"/>
              <a:buNone/>
              <a:defRPr/>
            </a:lvl6pPr>
            <a:lvl7pPr lvl="6">
              <a:spcBef>
                <a:spcPts val="0"/>
              </a:spcBef>
              <a:spcAft>
                <a:spcPts val="0"/>
              </a:spcAft>
              <a:buSzPts val="3500"/>
              <a:buFont typeface="Figtree"/>
              <a:buNone/>
              <a:defRPr/>
            </a:lvl7pPr>
            <a:lvl8pPr lvl="7">
              <a:spcBef>
                <a:spcPts val="0"/>
              </a:spcBef>
              <a:spcAft>
                <a:spcPts val="0"/>
              </a:spcAft>
              <a:buSzPts val="3500"/>
              <a:buFont typeface="Figtree"/>
              <a:buNone/>
              <a:defRPr/>
            </a:lvl8pPr>
            <a:lvl9pPr lvl="8">
              <a:spcBef>
                <a:spcPts val="0"/>
              </a:spcBef>
              <a:spcAft>
                <a:spcPts val="0"/>
              </a:spcAft>
              <a:buSzPts val="3500"/>
              <a:buFont typeface="Figtree"/>
              <a:buNone/>
              <a:defRPr/>
            </a:lvl9pPr>
          </a:lstStyle>
          <a:p/>
        </p:txBody>
      </p:sp>
      <p:sp>
        <p:nvSpPr>
          <p:cNvPr id="341" name="Google Shape;341;p43"/>
          <p:cNvSpPr txBox="1"/>
          <p:nvPr>
            <p:ph idx="2" type="title"/>
          </p:nvPr>
        </p:nvSpPr>
        <p:spPr>
          <a:xfrm>
            <a:off x="5675995" y="1768438"/>
            <a:ext cx="2325600" cy="200100"/>
          </a:xfrm>
          <a:prstGeom prst="rect">
            <a:avLst/>
          </a:prstGeom>
        </p:spPr>
        <p:txBody>
          <a:bodyPr anchorCtr="0" anchor="b" bIns="0" lIns="0" spcFirstLastPara="1" rIns="0" wrap="square" tIns="0">
            <a:noAutofit/>
          </a:bodyPr>
          <a:lstStyle>
            <a:lvl1pPr lvl="0">
              <a:spcBef>
                <a:spcPts val="0"/>
              </a:spcBef>
              <a:spcAft>
                <a:spcPts val="0"/>
              </a:spcAft>
              <a:buSzPts val="1300"/>
              <a:buFont typeface="Figtree ExtraBold"/>
              <a:buNone/>
              <a:defRPr b="0" sz="1300">
                <a:latin typeface="Figtree ExtraBold"/>
                <a:ea typeface="Figtree ExtraBold"/>
                <a:cs typeface="Figtree ExtraBold"/>
                <a:sym typeface="Figtree ExtraBold"/>
              </a:defRPr>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342" name="Google Shape;342;p43"/>
          <p:cNvSpPr txBox="1"/>
          <p:nvPr>
            <p:ph idx="1" type="body"/>
          </p:nvPr>
        </p:nvSpPr>
        <p:spPr>
          <a:xfrm>
            <a:off x="5675995" y="2094463"/>
            <a:ext cx="2325600" cy="677400"/>
          </a:xfrm>
          <a:prstGeom prst="rect">
            <a:avLst/>
          </a:prstGeom>
          <a:noFill/>
          <a:ln>
            <a:noFill/>
          </a:ln>
        </p:spPr>
        <p:txBody>
          <a:bodyPr anchorCtr="0" anchor="t" bIns="0" lIns="0" spcFirstLastPara="1" rIns="0" wrap="square" tIns="0">
            <a:no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343" name="Google Shape;343;p43"/>
          <p:cNvSpPr txBox="1"/>
          <p:nvPr>
            <p:ph idx="3" type="title"/>
          </p:nvPr>
        </p:nvSpPr>
        <p:spPr>
          <a:xfrm>
            <a:off x="5675995" y="3148188"/>
            <a:ext cx="2325600" cy="200100"/>
          </a:xfrm>
          <a:prstGeom prst="rect">
            <a:avLst/>
          </a:prstGeom>
        </p:spPr>
        <p:txBody>
          <a:bodyPr anchorCtr="0" anchor="b" bIns="0" lIns="0" spcFirstLastPara="1" rIns="0" wrap="square" tIns="0">
            <a:noAutofit/>
          </a:bodyPr>
          <a:lstStyle>
            <a:lvl1pPr lvl="0">
              <a:spcBef>
                <a:spcPts val="0"/>
              </a:spcBef>
              <a:spcAft>
                <a:spcPts val="0"/>
              </a:spcAft>
              <a:buSzPts val="1300"/>
              <a:buFont typeface="Figtree ExtraBold"/>
              <a:buNone/>
              <a:defRPr b="0" sz="1300">
                <a:latin typeface="Figtree ExtraBold"/>
                <a:ea typeface="Figtree ExtraBold"/>
                <a:cs typeface="Figtree ExtraBold"/>
                <a:sym typeface="Figtree ExtraBold"/>
              </a:defRPr>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344" name="Google Shape;344;p43"/>
          <p:cNvSpPr txBox="1"/>
          <p:nvPr>
            <p:ph idx="4" type="body"/>
          </p:nvPr>
        </p:nvSpPr>
        <p:spPr>
          <a:xfrm>
            <a:off x="5675995" y="3474213"/>
            <a:ext cx="2325600" cy="677400"/>
          </a:xfrm>
          <a:prstGeom prst="rect">
            <a:avLst/>
          </a:prstGeom>
          <a:noFill/>
          <a:ln>
            <a:noFill/>
          </a:ln>
        </p:spPr>
        <p:txBody>
          <a:bodyPr anchorCtr="0" anchor="t" bIns="0" lIns="0" spcFirstLastPara="1" rIns="0" wrap="square" tIns="0">
            <a:no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345" name="Google Shape;345;p43"/>
          <p:cNvSpPr/>
          <p:nvPr/>
        </p:nvSpPr>
        <p:spPr>
          <a:xfrm>
            <a:off x="74437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346" name="Google Shape;346;p43"/>
          <p:cNvSpPr/>
          <p:nvPr/>
        </p:nvSpPr>
        <p:spPr>
          <a:xfrm>
            <a:off x="57764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347" name="Google Shape;347;p43"/>
          <p:cNvSpPr txBox="1"/>
          <p:nvPr>
            <p:ph idx="5" type="subTitle"/>
          </p:nvPr>
        </p:nvSpPr>
        <p:spPr>
          <a:xfrm>
            <a:off x="5809350"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
        <p:nvSpPr>
          <p:cNvPr id="348" name="Google Shape;348;p43"/>
          <p:cNvSpPr txBox="1"/>
          <p:nvPr>
            <p:ph idx="6" type="subTitle"/>
          </p:nvPr>
        </p:nvSpPr>
        <p:spPr>
          <a:xfrm>
            <a:off x="7476775"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rizontal two column 3">
  <p:cSld name="BIG_NUMBER_2">
    <p:bg>
      <p:bgPr>
        <a:solidFill>
          <a:schemeClr val="accent3"/>
        </a:solidFill>
      </p:bgPr>
    </p:bg>
    <p:spTree>
      <p:nvGrpSpPr>
        <p:cNvPr id="349" name="Shape 349"/>
        <p:cNvGrpSpPr/>
        <p:nvPr/>
      </p:nvGrpSpPr>
      <p:grpSpPr>
        <a:xfrm>
          <a:off x="0" y="0"/>
          <a:ext cx="0" cy="0"/>
          <a:chOff x="0" y="0"/>
          <a:chExt cx="0" cy="0"/>
        </a:xfrm>
      </p:grpSpPr>
      <p:grpSp>
        <p:nvGrpSpPr>
          <p:cNvPr id="350" name="Google Shape;350;p44"/>
          <p:cNvGrpSpPr/>
          <p:nvPr/>
        </p:nvGrpSpPr>
        <p:grpSpPr>
          <a:xfrm>
            <a:off x="0" y="650025"/>
            <a:ext cx="9143966" cy="4268100"/>
            <a:chOff x="0" y="650025"/>
            <a:chExt cx="9143966" cy="4268100"/>
          </a:xfrm>
        </p:grpSpPr>
        <p:sp>
          <p:nvSpPr>
            <p:cNvPr id="351" name="Google Shape;351;p44"/>
            <p:cNvSpPr/>
            <p:nvPr/>
          </p:nvSpPr>
          <p:spPr>
            <a:xfrm>
              <a:off x="0" y="650025"/>
              <a:ext cx="3068700" cy="4268100"/>
            </a:xfrm>
            <a:prstGeom prst="plaque">
              <a:avLst>
                <a:gd fmla="val 2136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52" name="Google Shape;352;p44"/>
            <p:cNvSpPr/>
            <p:nvPr/>
          </p:nvSpPr>
          <p:spPr>
            <a:xfrm>
              <a:off x="3037633" y="650025"/>
              <a:ext cx="3068700" cy="4268100"/>
            </a:xfrm>
            <a:prstGeom prst="plaque">
              <a:avLst>
                <a:gd fmla="val 2136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53" name="Google Shape;353;p44"/>
            <p:cNvSpPr/>
            <p:nvPr/>
          </p:nvSpPr>
          <p:spPr>
            <a:xfrm>
              <a:off x="6075266" y="650025"/>
              <a:ext cx="3068700" cy="4268100"/>
            </a:xfrm>
            <a:prstGeom prst="plaque">
              <a:avLst>
                <a:gd fmla="val 2136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354" name="Google Shape;354;p44"/>
          <p:cNvSpPr/>
          <p:nvPr/>
        </p:nvSpPr>
        <p:spPr>
          <a:xfrm>
            <a:off x="110838" y="113400"/>
            <a:ext cx="7947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355" name="Google Shape;355;p44"/>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cxnSp>
        <p:nvCxnSpPr>
          <p:cNvPr id="356" name="Google Shape;356;p44"/>
          <p:cNvCxnSpPr/>
          <p:nvPr/>
        </p:nvCxnSpPr>
        <p:spPr>
          <a:xfrm>
            <a:off x="111000" y="443900"/>
            <a:ext cx="8922000" cy="0"/>
          </a:xfrm>
          <a:prstGeom prst="straightConnector1">
            <a:avLst/>
          </a:prstGeom>
          <a:noFill/>
          <a:ln cap="flat" cmpd="sng" w="9525">
            <a:solidFill>
              <a:schemeClr val="lt1"/>
            </a:solidFill>
            <a:prstDash val="solid"/>
            <a:round/>
            <a:headEnd len="med" w="med" type="none"/>
            <a:tailEnd len="med" w="med" type="none"/>
          </a:ln>
        </p:spPr>
      </p:cxnSp>
      <p:sp>
        <p:nvSpPr>
          <p:cNvPr id="357" name="Google Shape;357;p44"/>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 </a:t>
            </a:r>
            <a:endParaRPr>
              <a:solidFill>
                <a:schemeClr val="dk1"/>
              </a:solidFill>
            </a:endParaRPr>
          </a:p>
        </p:txBody>
      </p:sp>
      <p:sp>
        <p:nvSpPr>
          <p:cNvPr id="358" name="Google Shape;358;p44"/>
          <p:cNvSpPr txBox="1"/>
          <p:nvPr>
            <p:ph type="title"/>
          </p:nvPr>
        </p:nvSpPr>
        <p:spPr>
          <a:xfrm>
            <a:off x="434800" y="2593849"/>
            <a:ext cx="2325600" cy="393600"/>
          </a:xfrm>
          <a:prstGeom prst="rect">
            <a:avLst/>
          </a:prstGeom>
        </p:spPr>
        <p:txBody>
          <a:bodyPr anchorCtr="0" anchor="ctr" bIns="0" lIns="0" spcFirstLastPara="1" rIns="0" wrap="square" tIns="0">
            <a:noAutofit/>
          </a:bodyPr>
          <a:lstStyle>
            <a:lvl1pPr lvl="0">
              <a:spcBef>
                <a:spcPts val="0"/>
              </a:spcBef>
              <a:spcAft>
                <a:spcPts val="0"/>
              </a:spcAft>
              <a:buSzPts val="2600"/>
              <a:buFont typeface="Figtree"/>
              <a:buNone/>
              <a:defRPr sz="2600"/>
            </a:lvl1pPr>
            <a:lvl2pPr lvl="1">
              <a:spcBef>
                <a:spcPts val="0"/>
              </a:spcBef>
              <a:spcAft>
                <a:spcPts val="0"/>
              </a:spcAft>
              <a:buSzPts val="2600"/>
              <a:buFont typeface="Figtree"/>
              <a:buNone/>
              <a:defRPr sz="2600"/>
            </a:lvl2pPr>
            <a:lvl3pPr lvl="2">
              <a:spcBef>
                <a:spcPts val="0"/>
              </a:spcBef>
              <a:spcAft>
                <a:spcPts val="0"/>
              </a:spcAft>
              <a:buSzPts val="2600"/>
              <a:buFont typeface="Figtree"/>
              <a:buNone/>
              <a:defRPr sz="2600"/>
            </a:lvl3pPr>
            <a:lvl4pPr lvl="3">
              <a:spcBef>
                <a:spcPts val="0"/>
              </a:spcBef>
              <a:spcAft>
                <a:spcPts val="0"/>
              </a:spcAft>
              <a:buSzPts val="2600"/>
              <a:buFont typeface="Figtree"/>
              <a:buNone/>
              <a:defRPr sz="2600"/>
            </a:lvl4pPr>
            <a:lvl5pPr lvl="4">
              <a:spcBef>
                <a:spcPts val="0"/>
              </a:spcBef>
              <a:spcAft>
                <a:spcPts val="0"/>
              </a:spcAft>
              <a:buSzPts val="2600"/>
              <a:buFont typeface="Figtree"/>
              <a:buNone/>
              <a:defRPr sz="2600"/>
            </a:lvl5pPr>
            <a:lvl6pPr lvl="5">
              <a:spcBef>
                <a:spcPts val="0"/>
              </a:spcBef>
              <a:spcAft>
                <a:spcPts val="0"/>
              </a:spcAft>
              <a:buSzPts val="2600"/>
              <a:buFont typeface="Figtree"/>
              <a:buNone/>
              <a:defRPr sz="2600"/>
            </a:lvl6pPr>
            <a:lvl7pPr lvl="6">
              <a:spcBef>
                <a:spcPts val="0"/>
              </a:spcBef>
              <a:spcAft>
                <a:spcPts val="0"/>
              </a:spcAft>
              <a:buSzPts val="2600"/>
              <a:buFont typeface="Figtree"/>
              <a:buNone/>
              <a:defRPr sz="2600"/>
            </a:lvl7pPr>
            <a:lvl8pPr lvl="7">
              <a:spcBef>
                <a:spcPts val="0"/>
              </a:spcBef>
              <a:spcAft>
                <a:spcPts val="0"/>
              </a:spcAft>
              <a:buSzPts val="2600"/>
              <a:buFont typeface="Figtree"/>
              <a:buNone/>
              <a:defRPr sz="2600"/>
            </a:lvl8pPr>
            <a:lvl9pPr lvl="8">
              <a:spcBef>
                <a:spcPts val="0"/>
              </a:spcBef>
              <a:spcAft>
                <a:spcPts val="0"/>
              </a:spcAft>
              <a:buSzPts val="2600"/>
              <a:buFont typeface="Figtree"/>
              <a:buNone/>
              <a:defRPr sz="2600"/>
            </a:lvl9pPr>
          </a:lstStyle>
          <a:p/>
        </p:txBody>
      </p:sp>
      <p:sp>
        <p:nvSpPr>
          <p:cNvPr id="359" name="Google Shape;359;p44"/>
          <p:cNvSpPr txBox="1"/>
          <p:nvPr>
            <p:ph idx="2" type="title"/>
          </p:nvPr>
        </p:nvSpPr>
        <p:spPr>
          <a:xfrm>
            <a:off x="3410831" y="2280747"/>
            <a:ext cx="2325600" cy="200100"/>
          </a:xfrm>
          <a:prstGeom prst="rect">
            <a:avLst/>
          </a:prstGeom>
        </p:spPr>
        <p:txBody>
          <a:bodyPr anchorCtr="0" anchor="b" bIns="0" lIns="0" spcFirstLastPara="1" rIns="0" wrap="square" tIns="0">
            <a:noAutofit/>
          </a:bodyPr>
          <a:lstStyle>
            <a:lvl1pPr lvl="0">
              <a:spcBef>
                <a:spcPts val="0"/>
              </a:spcBef>
              <a:spcAft>
                <a:spcPts val="0"/>
              </a:spcAft>
              <a:buSzPts val="1300"/>
              <a:buFont typeface="Figtree ExtraBold"/>
              <a:buNone/>
              <a:defRPr b="0" sz="1300">
                <a:latin typeface="Figtree ExtraBold"/>
                <a:ea typeface="Figtree ExtraBold"/>
                <a:cs typeface="Figtree ExtraBold"/>
                <a:sym typeface="Figtree ExtraBold"/>
              </a:defRPr>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360" name="Google Shape;360;p44"/>
          <p:cNvSpPr txBox="1"/>
          <p:nvPr>
            <p:ph idx="1" type="body"/>
          </p:nvPr>
        </p:nvSpPr>
        <p:spPr>
          <a:xfrm>
            <a:off x="3410831" y="2606773"/>
            <a:ext cx="2325600" cy="677400"/>
          </a:xfrm>
          <a:prstGeom prst="rect">
            <a:avLst/>
          </a:prstGeom>
          <a:noFill/>
          <a:ln>
            <a:noFill/>
          </a:ln>
        </p:spPr>
        <p:txBody>
          <a:bodyPr anchorCtr="0" anchor="t" bIns="0" lIns="0" spcFirstLastPara="1" rIns="0" wrap="square" tIns="0">
            <a:no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361" name="Google Shape;361;p44"/>
          <p:cNvSpPr txBox="1"/>
          <p:nvPr>
            <p:ph idx="3" type="title"/>
          </p:nvPr>
        </p:nvSpPr>
        <p:spPr>
          <a:xfrm>
            <a:off x="6454256" y="2280747"/>
            <a:ext cx="2325600" cy="200100"/>
          </a:xfrm>
          <a:prstGeom prst="rect">
            <a:avLst/>
          </a:prstGeom>
        </p:spPr>
        <p:txBody>
          <a:bodyPr anchorCtr="0" anchor="b" bIns="0" lIns="0" spcFirstLastPara="1" rIns="0" wrap="square" tIns="0">
            <a:noAutofit/>
          </a:bodyPr>
          <a:lstStyle>
            <a:lvl1pPr lvl="0">
              <a:spcBef>
                <a:spcPts val="0"/>
              </a:spcBef>
              <a:spcAft>
                <a:spcPts val="0"/>
              </a:spcAft>
              <a:buSzPts val="1300"/>
              <a:buFont typeface="Figtree ExtraBold"/>
              <a:buNone/>
              <a:defRPr b="0" sz="1300">
                <a:latin typeface="Figtree ExtraBold"/>
                <a:ea typeface="Figtree ExtraBold"/>
                <a:cs typeface="Figtree ExtraBold"/>
                <a:sym typeface="Figtree ExtraBold"/>
              </a:defRPr>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362" name="Google Shape;362;p44"/>
          <p:cNvSpPr txBox="1"/>
          <p:nvPr>
            <p:ph idx="4" type="body"/>
          </p:nvPr>
        </p:nvSpPr>
        <p:spPr>
          <a:xfrm>
            <a:off x="6454256" y="2606773"/>
            <a:ext cx="2325600" cy="677400"/>
          </a:xfrm>
          <a:prstGeom prst="rect">
            <a:avLst/>
          </a:prstGeom>
          <a:noFill/>
          <a:ln>
            <a:noFill/>
          </a:ln>
        </p:spPr>
        <p:txBody>
          <a:bodyPr anchorCtr="0" anchor="t" bIns="0" lIns="0" spcFirstLastPara="1" rIns="0" wrap="square" tIns="0">
            <a:noAutofit/>
          </a:bodyPr>
          <a:lstStyle>
            <a:lvl1pPr indent="-323850" lvl="0" marL="4572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1pPr>
            <a:lvl2pPr indent="-323850" lvl="1" marL="9144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2pPr>
            <a:lvl3pPr indent="-323850" lvl="2" marL="13716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3pPr>
            <a:lvl4pPr indent="-323850" lvl="3" marL="18288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4pPr>
            <a:lvl5pPr indent="-323850" lvl="4" marL="22860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5pPr>
            <a:lvl6pPr indent="-323850" lvl="5" marL="27432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6pPr>
            <a:lvl7pPr indent="-323850" lvl="6" marL="32004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7pPr>
            <a:lvl8pPr indent="-323850" lvl="7" marL="36576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8pPr>
            <a:lvl9pPr indent="-323850" lvl="8" marL="41148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9pPr>
          </a:lstStyle>
          <a:p/>
        </p:txBody>
      </p:sp>
      <p:sp>
        <p:nvSpPr>
          <p:cNvPr id="363" name="Google Shape;363;p44"/>
          <p:cNvSpPr/>
          <p:nvPr/>
        </p:nvSpPr>
        <p:spPr>
          <a:xfrm>
            <a:off x="74437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364" name="Google Shape;364;p44"/>
          <p:cNvSpPr/>
          <p:nvPr/>
        </p:nvSpPr>
        <p:spPr>
          <a:xfrm>
            <a:off x="57764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365" name="Google Shape;365;p44"/>
          <p:cNvSpPr txBox="1"/>
          <p:nvPr>
            <p:ph idx="5" type="subTitle"/>
          </p:nvPr>
        </p:nvSpPr>
        <p:spPr>
          <a:xfrm>
            <a:off x="5809350"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
        <p:nvSpPr>
          <p:cNvPr id="366" name="Google Shape;366;p44"/>
          <p:cNvSpPr txBox="1"/>
          <p:nvPr>
            <p:ph idx="6" type="subTitle"/>
          </p:nvPr>
        </p:nvSpPr>
        <p:spPr>
          <a:xfrm>
            <a:off x="7476775"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points 2">
  <p:cSld name="BIG_NUMBER_1_2">
    <p:bg>
      <p:bgPr>
        <a:solidFill>
          <a:schemeClr val="dk2"/>
        </a:solidFill>
      </p:bgPr>
    </p:bg>
    <p:spTree>
      <p:nvGrpSpPr>
        <p:cNvPr id="367" name="Shape 367"/>
        <p:cNvGrpSpPr/>
        <p:nvPr/>
      </p:nvGrpSpPr>
      <p:grpSpPr>
        <a:xfrm>
          <a:off x="0" y="0"/>
          <a:ext cx="0" cy="0"/>
          <a:chOff x="0" y="0"/>
          <a:chExt cx="0" cy="0"/>
        </a:xfrm>
      </p:grpSpPr>
      <p:grpSp>
        <p:nvGrpSpPr>
          <p:cNvPr id="368" name="Google Shape;368;p45"/>
          <p:cNvGrpSpPr/>
          <p:nvPr/>
        </p:nvGrpSpPr>
        <p:grpSpPr>
          <a:xfrm>
            <a:off x="0" y="1477575"/>
            <a:ext cx="9145300" cy="3447050"/>
            <a:chOff x="0" y="1477575"/>
            <a:chExt cx="9145300" cy="3447050"/>
          </a:xfrm>
        </p:grpSpPr>
        <p:sp>
          <p:nvSpPr>
            <p:cNvPr id="369" name="Google Shape;369;p45"/>
            <p:cNvSpPr/>
            <p:nvPr/>
          </p:nvSpPr>
          <p:spPr>
            <a:xfrm>
              <a:off x="0" y="3195412"/>
              <a:ext cx="3048000" cy="1729213"/>
            </a:xfrm>
            <a:prstGeom prst="flowChartPreparation">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0" name="Google Shape;370;p45"/>
            <p:cNvSpPr/>
            <p:nvPr/>
          </p:nvSpPr>
          <p:spPr>
            <a:xfrm>
              <a:off x="0" y="1477575"/>
              <a:ext cx="3048000" cy="1729213"/>
            </a:xfrm>
            <a:prstGeom prst="flowChartPreparation">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1" name="Google Shape;371;p45"/>
            <p:cNvSpPr/>
            <p:nvPr/>
          </p:nvSpPr>
          <p:spPr>
            <a:xfrm>
              <a:off x="6097300" y="3195412"/>
              <a:ext cx="3048000" cy="1729213"/>
            </a:xfrm>
            <a:prstGeom prst="flowChartPreparation">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2" name="Google Shape;372;p45"/>
            <p:cNvSpPr/>
            <p:nvPr/>
          </p:nvSpPr>
          <p:spPr>
            <a:xfrm>
              <a:off x="6097300" y="1477575"/>
              <a:ext cx="3048000" cy="1729213"/>
            </a:xfrm>
            <a:prstGeom prst="flowChartPreparation">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3" name="Google Shape;373;p45"/>
            <p:cNvSpPr/>
            <p:nvPr/>
          </p:nvSpPr>
          <p:spPr>
            <a:xfrm>
              <a:off x="3048000" y="3195412"/>
              <a:ext cx="3048000" cy="1729213"/>
            </a:xfrm>
            <a:prstGeom prst="flowChartPreparation">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4" name="Google Shape;374;p45"/>
            <p:cNvSpPr/>
            <p:nvPr/>
          </p:nvSpPr>
          <p:spPr>
            <a:xfrm>
              <a:off x="3048000" y="1477575"/>
              <a:ext cx="3048000" cy="1729213"/>
            </a:xfrm>
            <a:prstGeom prst="flowChartPreparation">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75" name="Google Shape;375;p45"/>
          <p:cNvSpPr/>
          <p:nvPr/>
        </p:nvSpPr>
        <p:spPr>
          <a:xfrm>
            <a:off x="110838" y="113400"/>
            <a:ext cx="7947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376" name="Google Shape;376;p45"/>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cxnSp>
        <p:nvCxnSpPr>
          <p:cNvPr id="377" name="Google Shape;377;p45"/>
          <p:cNvCxnSpPr/>
          <p:nvPr/>
        </p:nvCxnSpPr>
        <p:spPr>
          <a:xfrm>
            <a:off x="111000" y="443900"/>
            <a:ext cx="8922000" cy="0"/>
          </a:xfrm>
          <a:prstGeom prst="straightConnector1">
            <a:avLst/>
          </a:prstGeom>
          <a:noFill/>
          <a:ln cap="flat" cmpd="sng" w="9525">
            <a:solidFill>
              <a:schemeClr val="lt1"/>
            </a:solidFill>
            <a:prstDash val="solid"/>
            <a:round/>
            <a:headEnd len="med" w="med" type="none"/>
            <a:tailEnd len="med" w="med" type="none"/>
          </a:ln>
        </p:spPr>
      </p:cxnSp>
      <p:sp>
        <p:nvSpPr>
          <p:cNvPr id="378" name="Google Shape;378;p45"/>
          <p:cNvSpPr txBox="1"/>
          <p:nvPr>
            <p:ph type="title"/>
          </p:nvPr>
        </p:nvSpPr>
        <p:spPr>
          <a:xfrm>
            <a:off x="437250" y="768288"/>
            <a:ext cx="8269500" cy="384900"/>
          </a:xfrm>
          <a:prstGeom prst="rect">
            <a:avLst/>
          </a:prstGeom>
        </p:spPr>
        <p:txBody>
          <a:bodyPr anchorCtr="0" anchor="t" bIns="0" lIns="0" spcFirstLastPara="1" rIns="0" wrap="square" tIns="0">
            <a:noAutofit/>
          </a:bodyPr>
          <a:lstStyle>
            <a:lvl1pPr lvl="0">
              <a:spcBef>
                <a:spcPts val="0"/>
              </a:spcBef>
              <a:spcAft>
                <a:spcPts val="0"/>
              </a:spcAft>
              <a:buSzPts val="2500"/>
              <a:buFont typeface="Figtree"/>
              <a:buNone/>
              <a:defRPr sz="2500"/>
            </a:lvl1pPr>
            <a:lvl2pPr lvl="1">
              <a:spcBef>
                <a:spcPts val="0"/>
              </a:spcBef>
              <a:spcAft>
                <a:spcPts val="0"/>
              </a:spcAft>
              <a:buSzPts val="2500"/>
              <a:buFont typeface="Figtree"/>
              <a:buNone/>
              <a:defRPr sz="2500"/>
            </a:lvl2pPr>
            <a:lvl3pPr lvl="2">
              <a:spcBef>
                <a:spcPts val="0"/>
              </a:spcBef>
              <a:spcAft>
                <a:spcPts val="0"/>
              </a:spcAft>
              <a:buSzPts val="2500"/>
              <a:buFont typeface="Figtree"/>
              <a:buNone/>
              <a:defRPr sz="2500"/>
            </a:lvl3pPr>
            <a:lvl4pPr lvl="3">
              <a:spcBef>
                <a:spcPts val="0"/>
              </a:spcBef>
              <a:spcAft>
                <a:spcPts val="0"/>
              </a:spcAft>
              <a:buSzPts val="2500"/>
              <a:buFont typeface="Figtree"/>
              <a:buNone/>
              <a:defRPr sz="2500"/>
            </a:lvl4pPr>
            <a:lvl5pPr lvl="4">
              <a:spcBef>
                <a:spcPts val="0"/>
              </a:spcBef>
              <a:spcAft>
                <a:spcPts val="0"/>
              </a:spcAft>
              <a:buSzPts val="2500"/>
              <a:buFont typeface="Figtree"/>
              <a:buNone/>
              <a:defRPr sz="2500"/>
            </a:lvl5pPr>
            <a:lvl6pPr lvl="5">
              <a:spcBef>
                <a:spcPts val="0"/>
              </a:spcBef>
              <a:spcAft>
                <a:spcPts val="0"/>
              </a:spcAft>
              <a:buSzPts val="2500"/>
              <a:buFont typeface="Figtree"/>
              <a:buNone/>
              <a:defRPr sz="2500"/>
            </a:lvl6pPr>
            <a:lvl7pPr lvl="6">
              <a:spcBef>
                <a:spcPts val="0"/>
              </a:spcBef>
              <a:spcAft>
                <a:spcPts val="0"/>
              </a:spcAft>
              <a:buSzPts val="2500"/>
              <a:buFont typeface="Figtree"/>
              <a:buNone/>
              <a:defRPr sz="2500"/>
            </a:lvl7pPr>
            <a:lvl8pPr lvl="7">
              <a:spcBef>
                <a:spcPts val="0"/>
              </a:spcBef>
              <a:spcAft>
                <a:spcPts val="0"/>
              </a:spcAft>
              <a:buSzPts val="2500"/>
              <a:buFont typeface="Figtree"/>
              <a:buNone/>
              <a:defRPr sz="2500"/>
            </a:lvl8pPr>
            <a:lvl9pPr lvl="8">
              <a:spcBef>
                <a:spcPts val="0"/>
              </a:spcBef>
              <a:spcAft>
                <a:spcPts val="0"/>
              </a:spcAft>
              <a:buSzPts val="2500"/>
              <a:buFont typeface="Figtree"/>
              <a:buNone/>
              <a:defRPr sz="2500"/>
            </a:lvl9pPr>
          </a:lstStyle>
          <a:p/>
        </p:txBody>
      </p:sp>
      <p:sp>
        <p:nvSpPr>
          <p:cNvPr id="379" name="Google Shape;379;p45"/>
          <p:cNvSpPr txBox="1"/>
          <p:nvPr>
            <p:ph idx="2" type="title"/>
          </p:nvPr>
        </p:nvSpPr>
        <p:spPr>
          <a:xfrm>
            <a:off x="3409838" y="2026475"/>
            <a:ext cx="2325600" cy="200100"/>
          </a:xfrm>
          <a:prstGeom prst="rect">
            <a:avLst/>
          </a:prstGeom>
        </p:spPr>
        <p:txBody>
          <a:bodyPr anchorCtr="0" anchor="t" bIns="0" lIns="0" spcFirstLastPara="1" rIns="0" wrap="square" tIns="0">
            <a:noAutofit/>
          </a:bodyPr>
          <a:lstStyle>
            <a:lvl1pPr lvl="0">
              <a:spcBef>
                <a:spcPts val="0"/>
              </a:spcBef>
              <a:spcAft>
                <a:spcPts val="0"/>
              </a:spcAft>
              <a:buSzPts val="1300"/>
              <a:buFont typeface="Figtree"/>
              <a:buNone/>
              <a:defRPr sz="1300"/>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380" name="Google Shape;380;p45"/>
          <p:cNvSpPr txBox="1"/>
          <p:nvPr>
            <p:ph idx="1" type="body"/>
          </p:nvPr>
        </p:nvSpPr>
        <p:spPr>
          <a:xfrm>
            <a:off x="3409838" y="2352500"/>
            <a:ext cx="2325600" cy="677400"/>
          </a:xfrm>
          <a:prstGeom prst="rect">
            <a:avLst/>
          </a:prstGeom>
          <a:noFill/>
          <a:ln>
            <a:noFill/>
          </a:ln>
        </p:spPr>
        <p:txBody>
          <a:bodyPr anchorCtr="0" anchor="t" bIns="0" lIns="0" spcFirstLastPara="1" rIns="0" wrap="square" tIns="0">
            <a:sp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381" name="Google Shape;381;p45"/>
          <p:cNvSpPr txBox="1"/>
          <p:nvPr>
            <p:ph idx="3" type="title"/>
          </p:nvPr>
        </p:nvSpPr>
        <p:spPr>
          <a:xfrm>
            <a:off x="362475" y="2026475"/>
            <a:ext cx="2325600" cy="200100"/>
          </a:xfrm>
          <a:prstGeom prst="rect">
            <a:avLst/>
          </a:prstGeom>
        </p:spPr>
        <p:txBody>
          <a:bodyPr anchorCtr="0" anchor="t" bIns="0" lIns="0" spcFirstLastPara="1" rIns="0" wrap="square" tIns="0">
            <a:noAutofit/>
          </a:bodyPr>
          <a:lstStyle>
            <a:lvl1pPr lvl="0">
              <a:spcBef>
                <a:spcPts val="0"/>
              </a:spcBef>
              <a:spcAft>
                <a:spcPts val="0"/>
              </a:spcAft>
              <a:buSzPts val="1300"/>
              <a:buFont typeface="Figtree"/>
              <a:buNone/>
              <a:defRPr sz="1300"/>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382" name="Google Shape;382;p45"/>
          <p:cNvSpPr txBox="1"/>
          <p:nvPr>
            <p:ph idx="4" type="body"/>
          </p:nvPr>
        </p:nvSpPr>
        <p:spPr>
          <a:xfrm>
            <a:off x="362475" y="2352500"/>
            <a:ext cx="2325600" cy="677400"/>
          </a:xfrm>
          <a:prstGeom prst="rect">
            <a:avLst/>
          </a:prstGeom>
          <a:noFill/>
          <a:ln>
            <a:noFill/>
          </a:ln>
        </p:spPr>
        <p:txBody>
          <a:bodyPr anchorCtr="0" anchor="t" bIns="0" lIns="0" spcFirstLastPara="1" rIns="0" wrap="square" tIns="0">
            <a:sp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383" name="Google Shape;383;p45"/>
          <p:cNvSpPr txBox="1"/>
          <p:nvPr>
            <p:ph idx="5" type="title"/>
          </p:nvPr>
        </p:nvSpPr>
        <p:spPr>
          <a:xfrm>
            <a:off x="6457200" y="2026475"/>
            <a:ext cx="2325600" cy="200100"/>
          </a:xfrm>
          <a:prstGeom prst="rect">
            <a:avLst/>
          </a:prstGeom>
        </p:spPr>
        <p:txBody>
          <a:bodyPr anchorCtr="0" anchor="t" bIns="0" lIns="0" spcFirstLastPara="1" rIns="0" wrap="square" tIns="0">
            <a:noAutofit/>
          </a:bodyPr>
          <a:lstStyle>
            <a:lvl1pPr lvl="0">
              <a:spcBef>
                <a:spcPts val="0"/>
              </a:spcBef>
              <a:spcAft>
                <a:spcPts val="0"/>
              </a:spcAft>
              <a:buSzPts val="1300"/>
              <a:buFont typeface="Figtree"/>
              <a:buNone/>
              <a:defRPr sz="1300"/>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384" name="Google Shape;384;p45"/>
          <p:cNvSpPr txBox="1"/>
          <p:nvPr>
            <p:ph idx="6" type="body"/>
          </p:nvPr>
        </p:nvSpPr>
        <p:spPr>
          <a:xfrm>
            <a:off x="6457200" y="2352500"/>
            <a:ext cx="2325600" cy="677400"/>
          </a:xfrm>
          <a:prstGeom prst="rect">
            <a:avLst/>
          </a:prstGeom>
          <a:noFill/>
          <a:ln>
            <a:noFill/>
          </a:ln>
        </p:spPr>
        <p:txBody>
          <a:bodyPr anchorCtr="0" anchor="t" bIns="0" lIns="0" spcFirstLastPara="1" rIns="0" wrap="square" tIns="0">
            <a:sp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385" name="Google Shape;385;p45"/>
          <p:cNvSpPr txBox="1"/>
          <p:nvPr>
            <p:ph idx="7" type="title"/>
          </p:nvPr>
        </p:nvSpPr>
        <p:spPr>
          <a:xfrm>
            <a:off x="362475" y="3711025"/>
            <a:ext cx="2325600" cy="200100"/>
          </a:xfrm>
          <a:prstGeom prst="rect">
            <a:avLst/>
          </a:prstGeom>
        </p:spPr>
        <p:txBody>
          <a:bodyPr anchorCtr="0" anchor="t" bIns="0" lIns="0" spcFirstLastPara="1" rIns="0" wrap="square" tIns="0">
            <a:noAutofit/>
          </a:bodyPr>
          <a:lstStyle>
            <a:lvl1pPr lvl="0">
              <a:spcBef>
                <a:spcPts val="0"/>
              </a:spcBef>
              <a:spcAft>
                <a:spcPts val="0"/>
              </a:spcAft>
              <a:buSzPts val="1300"/>
              <a:buFont typeface="Figtree"/>
              <a:buNone/>
              <a:defRPr sz="1300"/>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386" name="Google Shape;386;p45"/>
          <p:cNvSpPr txBox="1"/>
          <p:nvPr>
            <p:ph idx="8" type="body"/>
          </p:nvPr>
        </p:nvSpPr>
        <p:spPr>
          <a:xfrm>
            <a:off x="362475" y="4037050"/>
            <a:ext cx="2325600" cy="677400"/>
          </a:xfrm>
          <a:prstGeom prst="rect">
            <a:avLst/>
          </a:prstGeom>
          <a:noFill/>
          <a:ln>
            <a:noFill/>
          </a:ln>
        </p:spPr>
        <p:txBody>
          <a:bodyPr anchorCtr="0" anchor="t" bIns="0" lIns="0" spcFirstLastPara="1" rIns="0" wrap="square" tIns="0">
            <a:sp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387" name="Google Shape;387;p45"/>
          <p:cNvSpPr txBox="1"/>
          <p:nvPr>
            <p:ph idx="9" type="title"/>
          </p:nvPr>
        </p:nvSpPr>
        <p:spPr>
          <a:xfrm>
            <a:off x="3409200" y="3711025"/>
            <a:ext cx="2325600" cy="200100"/>
          </a:xfrm>
          <a:prstGeom prst="rect">
            <a:avLst/>
          </a:prstGeom>
        </p:spPr>
        <p:txBody>
          <a:bodyPr anchorCtr="0" anchor="t" bIns="0" lIns="0" spcFirstLastPara="1" rIns="0" wrap="square" tIns="0">
            <a:noAutofit/>
          </a:bodyPr>
          <a:lstStyle>
            <a:lvl1pPr lvl="0">
              <a:spcBef>
                <a:spcPts val="0"/>
              </a:spcBef>
              <a:spcAft>
                <a:spcPts val="0"/>
              </a:spcAft>
              <a:buSzPts val="1300"/>
              <a:buFont typeface="Figtree"/>
              <a:buNone/>
              <a:defRPr sz="1300"/>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388" name="Google Shape;388;p45"/>
          <p:cNvSpPr txBox="1"/>
          <p:nvPr>
            <p:ph idx="13" type="body"/>
          </p:nvPr>
        </p:nvSpPr>
        <p:spPr>
          <a:xfrm>
            <a:off x="3409200" y="4037050"/>
            <a:ext cx="2325600" cy="677400"/>
          </a:xfrm>
          <a:prstGeom prst="rect">
            <a:avLst/>
          </a:prstGeom>
          <a:noFill/>
          <a:ln>
            <a:noFill/>
          </a:ln>
        </p:spPr>
        <p:txBody>
          <a:bodyPr anchorCtr="0" anchor="t" bIns="0" lIns="0" spcFirstLastPara="1" rIns="0" wrap="square" tIns="0">
            <a:sp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389" name="Google Shape;389;p45"/>
          <p:cNvSpPr txBox="1"/>
          <p:nvPr>
            <p:ph idx="14" type="title"/>
          </p:nvPr>
        </p:nvSpPr>
        <p:spPr>
          <a:xfrm>
            <a:off x="6381150" y="3711025"/>
            <a:ext cx="2325600" cy="200100"/>
          </a:xfrm>
          <a:prstGeom prst="rect">
            <a:avLst/>
          </a:prstGeom>
        </p:spPr>
        <p:txBody>
          <a:bodyPr anchorCtr="0" anchor="t" bIns="0" lIns="0" spcFirstLastPara="1" rIns="0" wrap="square" tIns="0">
            <a:noAutofit/>
          </a:bodyPr>
          <a:lstStyle>
            <a:lvl1pPr lvl="0">
              <a:spcBef>
                <a:spcPts val="0"/>
              </a:spcBef>
              <a:spcAft>
                <a:spcPts val="0"/>
              </a:spcAft>
              <a:buSzPts val="1300"/>
              <a:buFont typeface="Figtree"/>
              <a:buNone/>
              <a:defRPr sz="1300"/>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390" name="Google Shape;390;p45"/>
          <p:cNvSpPr txBox="1"/>
          <p:nvPr>
            <p:ph idx="15" type="body"/>
          </p:nvPr>
        </p:nvSpPr>
        <p:spPr>
          <a:xfrm>
            <a:off x="6381150" y="4037050"/>
            <a:ext cx="2325600" cy="677400"/>
          </a:xfrm>
          <a:prstGeom prst="rect">
            <a:avLst/>
          </a:prstGeom>
          <a:noFill/>
          <a:ln>
            <a:noFill/>
          </a:ln>
        </p:spPr>
        <p:txBody>
          <a:bodyPr anchorCtr="0" anchor="t" bIns="0" lIns="0" spcFirstLastPara="1" rIns="0" wrap="square" tIns="0">
            <a:sp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391" name="Google Shape;391;p45"/>
          <p:cNvSpPr/>
          <p:nvPr/>
        </p:nvSpPr>
        <p:spPr>
          <a:xfrm>
            <a:off x="74437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392" name="Google Shape;392;p45"/>
          <p:cNvSpPr/>
          <p:nvPr/>
        </p:nvSpPr>
        <p:spPr>
          <a:xfrm>
            <a:off x="57764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393" name="Google Shape;393;p45"/>
          <p:cNvSpPr txBox="1"/>
          <p:nvPr>
            <p:ph idx="16" type="subTitle"/>
          </p:nvPr>
        </p:nvSpPr>
        <p:spPr>
          <a:xfrm>
            <a:off x="5809350"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
        <p:nvSpPr>
          <p:cNvPr id="394" name="Google Shape;394;p45"/>
          <p:cNvSpPr txBox="1"/>
          <p:nvPr>
            <p:ph idx="17" type="subTitle"/>
          </p:nvPr>
        </p:nvSpPr>
        <p:spPr>
          <a:xfrm>
            <a:off x="7476775"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ext">
  <p:cSld name="BIG_NUMBER_1_1">
    <p:bg>
      <p:bgPr>
        <a:solidFill>
          <a:schemeClr val="lt2"/>
        </a:solidFill>
      </p:bgPr>
    </p:bg>
    <p:spTree>
      <p:nvGrpSpPr>
        <p:cNvPr id="395" name="Shape 395"/>
        <p:cNvGrpSpPr/>
        <p:nvPr/>
      </p:nvGrpSpPr>
      <p:grpSpPr>
        <a:xfrm>
          <a:off x="0" y="0"/>
          <a:ext cx="0" cy="0"/>
          <a:chOff x="0" y="0"/>
          <a:chExt cx="0" cy="0"/>
        </a:xfrm>
      </p:grpSpPr>
      <p:sp>
        <p:nvSpPr>
          <p:cNvPr id="396" name="Google Shape;396;p46"/>
          <p:cNvSpPr/>
          <p:nvPr/>
        </p:nvSpPr>
        <p:spPr>
          <a:xfrm>
            <a:off x="110838" y="113400"/>
            <a:ext cx="7947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397" name="Google Shape;397;p46"/>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cxnSp>
        <p:nvCxnSpPr>
          <p:cNvPr id="398" name="Google Shape;398;p46"/>
          <p:cNvCxnSpPr/>
          <p:nvPr/>
        </p:nvCxnSpPr>
        <p:spPr>
          <a:xfrm>
            <a:off x="111000" y="443900"/>
            <a:ext cx="8922000" cy="0"/>
          </a:xfrm>
          <a:prstGeom prst="straightConnector1">
            <a:avLst/>
          </a:prstGeom>
          <a:noFill/>
          <a:ln cap="flat" cmpd="sng" w="9525">
            <a:solidFill>
              <a:schemeClr val="lt1"/>
            </a:solidFill>
            <a:prstDash val="solid"/>
            <a:round/>
            <a:headEnd len="med" w="med" type="none"/>
            <a:tailEnd len="med" w="med" type="none"/>
          </a:ln>
        </p:spPr>
      </p:cxnSp>
      <p:sp>
        <p:nvSpPr>
          <p:cNvPr id="399" name="Google Shape;399;p46"/>
          <p:cNvSpPr/>
          <p:nvPr/>
        </p:nvSpPr>
        <p:spPr>
          <a:xfrm>
            <a:off x="-150" y="656513"/>
            <a:ext cx="9144300" cy="42681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400" name="Google Shape;400;p46"/>
          <p:cNvSpPr txBox="1"/>
          <p:nvPr>
            <p:ph type="ctrTitle"/>
          </p:nvPr>
        </p:nvSpPr>
        <p:spPr>
          <a:xfrm>
            <a:off x="1313250" y="2109413"/>
            <a:ext cx="6517500" cy="1362300"/>
          </a:xfrm>
          <a:prstGeom prst="rect">
            <a:avLst/>
          </a:prstGeom>
        </p:spPr>
        <p:txBody>
          <a:bodyPr anchorCtr="0" anchor="ctr" bIns="91425" lIns="91425" spcFirstLastPara="1" rIns="91425" wrap="square" tIns="91425">
            <a:normAutofit/>
          </a:bodyPr>
          <a:lstStyle>
            <a:lvl1pPr lvl="0">
              <a:spcBef>
                <a:spcPts val="0"/>
              </a:spcBef>
              <a:spcAft>
                <a:spcPts val="0"/>
              </a:spcAft>
              <a:buSzPts val="5000"/>
              <a:buNone/>
              <a:defRPr sz="5000"/>
            </a:lvl1pPr>
            <a:lvl2pPr lvl="1">
              <a:spcBef>
                <a:spcPts val="0"/>
              </a:spcBef>
              <a:spcAft>
                <a:spcPts val="0"/>
              </a:spcAft>
              <a:buSzPts val="5000"/>
              <a:buNone/>
              <a:defRPr sz="5000"/>
            </a:lvl2pPr>
            <a:lvl3pPr lvl="2">
              <a:spcBef>
                <a:spcPts val="0"/>
              </a:spcBef>
              <a:spcAft>
                <a:spcPts val="0"/>
              </a:spcAft>
              <a:buSzPts val="5000"/>
              <a:buNone/>
              <a:defRPr sz="5000"/>
            </a:lvl3pPr>
            <a:lvl4pPr lvl="3">
              <a:spcBef>
                <a:spcPts val="0"/>
              </a:spcBef>
              <a:spcAft>
                <a:spcPts val="0"/>
              </a:spcAft>
              <a:buSzPts val="5000"/>
              <a:buNone/>
              <a:defRPr sz="5000"/>
            </a:lvl4pPr>
            <a:lvl5pPr lvl="4">
              <a:spcBef>
                <a:spcPts val="0"/>
              </a:spcBef>
              <a:spcAft>
                <a:spcPts val="0"/>
              </a:spcAft>
              <a:buSzPts val="5000"/>
              <a:buNone/>
              <a:defRPr sz="5000"/>
            </a:lvl5pPr>
            <a:lvl6pPr lvl="5">
              <a:spcBef>
                <a:spcPts val="0"/>
              </a:spcBef>
              <a:spcAft>
                <a:spcPts val="0"/>
              </a:spcAft>
              <a:buSzPts val="5000"/>
              <a:buNone/>
              <a:defRPr sz="5000"/>
            </a:lvl6pPr>
            <a:lvl7pPr lvl="6">
              <a:spcBef>
                <a:spcPts val="0"/>
              </a:spcBef>
              <a:spcAft>
                <a:spcPts val="0"/>
              </a:spcAft>
              <a:buSzPts val="5000"/>
              <a:buNone/>
              <a:defRPr sz="5000"/>
            </a:lvl7pPr>
            <a:lvl8pPr lvl="7">
              <a:spcBef>
                <a:spcPts val="0"/>
              </a:spcBef>
              <a:spcAft>
                <a:spcPts val="0"/>
              </a:spcAft>
              <a:buSzPts val="5000"/>
              <a:buNone/>
              <a:defRPr sz="5000"/>
            </a:lvl8pPr>
            <a:lvl9pPr lvl="8">
              <a:spcBef>
                <a:spcPts val="0"/>
              </a:spcBef>
              <a:spcAft>
                <a:spcPts val="0"/>
              </a:spcAft>
              <a:buSzPts val="5000"/>
              <a:buNone/>
              <a:defRPr sz="5000"/>
            </a:lvl9pPr>
          </a:lstStyle>
          <a:p/>
        </p:txBody>
      </p:sp>
      <p:sp>
        <p:nvSpPr>
          <p:cNvPr id="401" name="Google Shape;401;p46"/>
          <p:cNvSpPr/>
          <p:nvPr/>
        </p:nvSpPr>
        <p:spPr>
          <a:xfrm>
            <a:off x="74437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402" name="Google Shape;402;p46"/>
          <p:cNvSpPr/>
          <p:nvPr/>
        </p:nvSpPr>
        <p:spPr>
          <a:xfrm>
            <a:off x="57764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403" name="Google Shape;403;p46"/>
          <p:cNvSpPr txBox="1"/>
          <p:nvPr>
            <p:ph idx="1" type="subTitle"/>
          </p:nvPr>
        </p:nvSpPr>
        <p:spPr>
          <a:xfrm>
            <a:off x="5809350"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
        <p:nvSpPr>
          <p:cNvPr id="404" name="Google Shape;404;p46"/>
          <p:cNvSpPr txBox="1"/>
          <p:nvPr>
            <p:ph idx="2" type="subTitle"/>
          </p:nvPr>
        </p:nvSpPr>
        <p:spPr>
          <a:xfrm>
            <a:off x="7476775"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iz 1">
  <p:cSld name="BIG_NUMBER_1_1_1_1">
    <p:bg>
      <p:bgPr>
        <a:solidFill>
          <a:schemeClr val="accent2"/>
        </a:solidFill>
      </p:bgPr>
    </p:bg>
    <p:spTree>
      <p:nvGrpSpPr>
        <p:cNvPr id="405" name="Shape 405"/>
        <p:cNvGrpSpPr/>
        <p:nvPr/>
      </p:nvGrpSpPr>
      <p:grpSpPr>
        <a:xfrm>
          <a:off x="0" y="0"/>
          <a:ext cx="0" cy="0"/>
          <a:chOff x="0" y="0"/>
          <a:chExt cx="0" cy="0"/>
        </a:xfrm>
      </p:grpSpPr>
      <p:grpSp>
        <p:nvGrpSpPr>
          <p:cNvPr id="406" name="Google Shape;406;p47"/>
          <p:cNvGrpSpPr/>
          <p:nvPr/>
        </p:nvGrpSpPr>
        <p:grpSpPr>
          <a:xfrm>
            <a:off x="-968" y="656650"/>
            <a:ext cx="9145937" cy="4268100"/>
            <a:chOff x="1666" y="656650"/>
            <a:chExt cx="9144108" cy="4268100"/>
          </a:xfrm>
        </p:grpSpPr>
        <p:sp>
          <p:nvSpPr>
            <p:cNvPr id="407" name="Google Shape;407;p47"/>
            <p:cNvSpPr/>
            <p:nvPr/>
          </p:nvSpPr>
          <p:spPr>
            <a:xfrm>
              <a:off x="1666" y="656650"/>
              <a:ext cx="1915800" cy="42681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08" name="Google Shape;408;p47"/>
            <p:cNvSpPr/>
            <p:nvPr/>
          </p:nvSpPr>
          <p:spPr>
            <a:xfrm>
              <a:off x="1808746" y="656650"/>
              <a:ext cx="1915800" cy="42681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09" name="Google Shape;409;p47"/>
            <p:cNvSpPr/>
            <p:nvPr/>
          </p:nvSpPr>
          <p:spPr>
            <a:xfrm>
              <a:off x="3615827" y="656650"/>
              <a:ext cx="1915800" cy="42681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10" name="Google Shape;410;p47"/>
            <p:cNvSpPr/>
            <p:nvPr/>
          </p:nvSpPr>
          <p:spPr>
            <a:xfrm>
              <a:off x="5422907" y="656650"/>
              <a:ext cx="1915800" cy="42681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11" name="Google Shape;411;p47"/>
            <p:cNvSpPr/>
            <p:nvPr/>
          </p:nvSpPr>
          <p:spPr>
            <a:xfrm>
              <a:off x="7229974" y="656650"/>
              <a:ext cx="1915800" cy="42681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412" name="Google Shape;412;p47"/>
          <p:cNvSpPr txBox="1"/>
          <p:nvPr>
            <p:ph idx="1" type="body"/>
          </p:nvPr>
        </p:nvSpPr>
        <p:spPr>
          <a:xfrm>
            <a:off x="3513750" y="3270238"/>
            <a:ext cx="2116500" cy="226800"/>
          </a:xfrm>
          <a:prstGeom prst="rect">
            <a:avLst/>
          </a:prstGeom>
          <a:noFill/>
          <a:ln>
            <a:noFill/>
          </a:ln>
        </p:spPr>
        <p:txBody>
          <a:bodyPr anchorCtr="0" anchor="ctr" bIns="91425" lIns="91425" spcFirstLastPara="1" rIns="91425" wrap="square" tIns="91425">
            <a:noAutofit/>
          </a:bodyPr>
          <a:lstStyle>
            <a:lvl1pPr indent="-323850" lvl="0" marL="457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1pPr>
            <a:lvl2pPr indent="-323850" lvl="1" marL="914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2pPr>
            <a:lvl3pPr indent="-323850" lvl="2" marL="1371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3pPr>
            <a:lvl4pPr indent="-323850" lvl="3" marL="1828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4pPr>
            <a:lvl5pPr indent="-323850" lvl="4" marL="22860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5pPr>
            <a:lvl6pPr indent="-323850" lvl="5" marL="2743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6pPr>
            <a:lvl7pPr indent="-323850" lvl="6" marL="3200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7pPr>
            <a:lvl8pPr indent="-323850" lvl="7" marL="3657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8pPr>
            <a:lvl9pPr indent="-323850" lvl="8" marL="4114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9pPr>
          </a:lstStyle>
          <a:p/>
        </p:txBody>
      </p:sp>
      <p:sp>
        <p:nvSpPr>
          <p:cNvPr id="413" name="Google Shape;413;p47"/>
          <p:cNvSpPr txBox="1"/>
          <p:nvPr>
            <p:ph idx="2" type="body"/>
          </p:nvPr>
        </p:nvSpPr>
        <p:spPr>
          <a:xfrm>
            <a:off x="3513750" y="3502400"/>
            <a:ext cx="2116500" cy="226800"/>
          </a:xfrm>
          <a:prstGeom prst="rect">
            <a:avLst/>
          </a:prstGeom>
          <a:noFill/>
          <a:ln>
            <a:noFill/>
          </a:ln>
        </p:spPr>
        <p:txBody>
          <a:bodyPr anchorCtr="0" anchor="ctr" bIns="91425" lIns="91425" spcFirstLastPara="1" rIns="91425" wrap="square" tIns="91425">
            <a:noAutofit/>
          </a:bodyPr>
          <a:lstStyle>
            <a:lvl1pPr indent="-323850" lvl="0" marL="457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1pPr>
            <a:lvl2pPr indent="-323850" lvl="1" marL="914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2pPr>
            <a:lvl3pPr indent="-323850" lvl="2" marL="1371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3pPr>
            <a:lvl4pPr indent="-323850" lvl="3" marL="1828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4pPr>
            <a:lvl5pPr indent="-323850" lvl="4" marL="22860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5pPr>
            <a:lvl6pPr indent="-323850" lvl="5" marL="2743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6pPr>
            <a:lvl7pPr indent="-323850" lvl="6" marL="3200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7pPr>
            <a:lvl8pPr indent="-323850" lvl="7" marL="3657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8pPr>
            <a:lvl9pPr indent="-323850" lvl="8" marL="4114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9pPr>
          </a:lstStyle>
          <a:p/>
        </p:txBody>
      </p:sp>
      <p:sp>
        <p:nvSpPr>
          <p:cNvPr id="414" name="Google Shape;414;p47"/>
          <p:cNvSpPr txBox="1"/>
          <p:nvPr>
            <p:ph idx="3" type="body"/>
          </p:nvPr>
        </p:nvSpPr>
        <p:spPr>
          <a:xfrm>
            <a:off x="932400" y="2487400"/>
            <a:ext cx="7279200" cy="646500"/>
          </a:xfrm>
          <a:prstGeom prst="rect">
            <a:avLst/>
          </a:prstGeom>
        </p:spPr>
        <p:txBody>
          <a:bodyPr anchorCtr="0" anchor="t" bIns="91425" lIns="91425" spcFirstLastPara="1" rIns="91425" wrap="square" tIns="91425">
            <a:normAutofit/>
          </a:bodyPr>
          <a:lstStyle>
            <a:lvl1pPr indent="-323850" lvl="0" marL="457200">
              <a:spcBef>
                <a:spcPts val="0"/>
              </a:spcBef>
              <a:spcAft>
                <a:spcPts val="0"/>
              </a:spcAft>
              <a:buSzPts val="1500"/>
              <a:buFont typeface="Figtree"/>
              <a:buChar char="●"/>
              <a:defRPr/>
            </a:lvl1pPr>
            <a:lvl2pPr indent="-323850" lvl="1" marL="914400">
              <a:spcBef>
                <a:spcPts val="0"/>
              </a:spcBef>
              <a:spcAft>
                <a:spcPts val="0"/>
              </a:spcAft>
              <a:buSzPts val="1500"/>
              <a:buFont typeface="Figtree"/>
              <a:buChar char="○"/>
              <a:defRPr/>
            </a:lvl2pPr>
            <a:lvl3pPr indent="-323850" lvl="2" marL="1371600">
              <a:spcBef>
                <a:spcPts val="0"/>
              </a:spcBef>
              <a:spcAft>
                <a:spcPts val="0"/>
              </a:spcAft>
              <a:buSzPts val="1500"/>
              <a:buFont typeface="Figtree"/>
              <a:buChar char="■"/>
              <a:defRPr/>
            </a:lvl3pPr>
            <a:lvl4pPr indent="-323850" lvl="3" marL="1828800">
              <a:spcBef>
                <a:spcPts val="0"/>
              </a:spcBef>
              <a:spcAft>
                <a:spcPts val="0"/>
              </a:spcAft>
              <a:buSzPts val="1500"/>
              <a:buFont typeface="Figtree"/>
              <a:buChar char="●"/>
              <a:defRPr/>
            </a:lvl4pPr>
            <a:lvl5pPr indent="-323850" lvl="4" marL="2286000">
              <a:spcBef>
                <a:spcPts val="0"/>
              </a:spcBef>
              <a:spcAft>
                <a:spcPts val="0"/>
              </a:spcAft>
              <a:buSzPts val="1500"/>
              <a:buFont typeface="Figtree"/>
              <a:buChar char="○"/>
              <a:defRPr/>
            </a:lvl5pPr>
            <a:lvl6pPr indent="-323850" lvl="5" marL="2743200">
              <a:spcBef>
                <a:spcPts val="0"/>
              </a:spcBef>
              <a:spcAft>
                <a:spcPts val="0"/>
              </a:spcAft>
              <a:buSzPts val="1500"/>
              <a:buFont typeface="Figtree"/>
              <a:buChar char="■"/>
              <a:defRPr/>
            </a:lvl6pPr>
            <a:lvl7pPr indent="-323850" lvl="6" marL="3200400">
              <a:spcBef>
                <a:spcPts val="0"/>
              </a:spcBef>
              <a:spcAft>
                <a:spcPts val="0"/>
              </a:spcAft>
              <a:buSzPts val="1500"/>
              <a:buFont typeface="Figtree"/>
              <a:buChar char="●"/>
              <a:defRPr/>
            </a:lvl7pPr>
            <a:lvl8pPr indent="-323850" lvl="7" marL="3657600">
              <a:spcBef>
                <a:spcPts val="0"/>
              </a:spcBef>
              <a:spcAft>
                <a:spcPts val="0"/>
              </a:spcAft>
              <a:buSzPts val="1500"/>
              <a:buFont typeface="Figtree"/>
              <a:buChar char="○"/>
              <a:defRPr/>
            </a:lvl8pPr>
            <a:lvl9pPr indent="-323850" lvl="8" marL="4114800">
              <a:spcBef>
                <a:spcPts val="0"/>
              </a:spcBef>
              <a:spcAft>
                <a:spcPts val="0"/>
              </a:spcAft>
              <a:buSzPts val="1500"/>
              <a:buFont typeface="Figtree"/>
              <a:buChar char="■"/>
              <a:defRPr/>
            </a:lvl9pPr>
          </a:lstStyle>
          <a:p/>
        </p:txBody>
      </p:sp>
      <p:sp>
        <p:nvSpPr>
          <p:cNvPr id="415" name="Google Shape;415;p47"/>
          <p:cNvSpPr txBox="1"/>
          <p:nvPr>
            <p:ph idx="4" type="body"/>
          </p:nvPr>
        </p:nvSpPr>
        <p:spPr>
          <a:xfrm>
            <a:off x="6095150" y="3270238"/>
            <a:ext cx="2116500" cy="226800"/>
          </a:xfrm>
          <a:prstGeom prst="rect">
            <a:avLst/>
          </a:prstGeom>
          <a:noFill/>
          <a:ln>
            <a:noFill/>
          </a:ln>
        </p:spPr>
        <p:txBody>
          <a:bodyPr anchorCtr="0" anchor="ctr" bIns="91425" lIns="91425" spcFirstLastPara="1" rIns="91425" wrap="square" tIns="91425">
            <a:noAutofit/>
          </a:bodyPr>
          <a:lstStyle>
            <a:lvl1pPr indent="-323850" lvl="0" marL="457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1pPr>
            <a:lvl2pPr indent="-323850" lvl="1" marL="914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2pPr>
            <a:lvl3pPr indent="-323850" lvl="2" marL="1371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3pPr>
            <a:lvl4pPr indent="-323850" lvl="3" marL="1828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4pPr>
            <a:lvl5pPr indent="-323850" lvl="4" marL="22860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5pPr>
            <a:lvl6pPr indent="-323850" lvl="5" marL="2743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6pPr>
            <a:lvl7pPr indent="-323850" lvl="6" marL="3200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7pPr>
            <a:lvl8pPr indent="-323850" lvl="7" marL="3657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8pPr>
            <a:lvl9pPr indent="-323850" lvl="8" marL="4114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9pPr>
          </a:lstStyle>
          <a:p/>
        </p:txBody>
      </p:sp>
      <p:sp>
        <p:nvSpPr>
          <p:cNvPr id="416" name="Google Shape;416;p47"/>
          <p:cNvSpPr txBox="1"/>
          <p:nvPr>
            <p:ph idx="5" type="body"/>
          </p:nvPr>
        </p:nvSpPr>
        <p:spPr>
          <a:xfrm>
            <a:off x="6095150" y="3502400"/>
            <a:ext cx="2116500" cy="226800"/>
          </a:xfrm>
          <a:prstGeom prst="rect">
            <a:avLst/>
          </a:prstGeom>
          <a:noFill/>
          <a:ln>
            <a:noFill/>
          </a:ln>
        </p:spPr>
        <p:txBody>
          <a:bodyPr anchorCtr="0" anchor="ctr" bIns="91425" lIns="91425" spcFirstLastPara="1" rIns="91425" wrap="square" tIns="91425">
            <a:noAutofit/>
          </a:bodyPr>
          <a:lstStyle>
            <a:lvl1pPr indent="-323850" lvl="0" marL="457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1pPr>
            <a:lvl2pPr indent="-323850" lvl="1" marL="914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2pPr>
            <a:lvl3pPr indent="-323850" lvl="2" marL="1371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3pPr>
            <a:lvl4pPr indent="-323850" lvl="3" marL="1828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4pPr>
            <a:lvl5pPr indent="-323850" lvl="4" marL="22860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5pPr>
            <a:lvl6pPr indent="-323850" lvl="5" marL="2743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6pPr>
            <a:lvl7pPr indent="-323850" lvl="6" marL="3200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7pPr>
            <a:lvl8pPr indent="-323850" lvl="7" marL="3657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8pPr>
            <a:lvl9pPr indent="-323850" lvl="8" marL="4114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9pPr>
          </a:lstStyle>
          <a:p/>
        </p:txBody>
      </p:sp>
      <p:sp>
        <p:nvSpPr>
          <p:cNvPr id="417" name="Google Shape;417;p47"/>
          <p:cNvSpPr txBox="1"/>
          <p:nvPr>
            <p:ph type="title"/>
          </p:nvPr>
        </p:nvSpPr>
        <p:spPr>
          <a:xfrm>
            <a:off x="932400" y="1634950"/>
            <a:ext cx="7279200" cy="572700"/>
          </a:xfrm>
          <a:prstGeom prst="rect">
            <a:avLst/>
          </a:prstGeom>
        </p:spPr>
        <p:txBody>
          <a:bodyPr anchorCtr="0" anchor="b" bIns="0" lIns="0" spcFirstLastPara="1" rIns="0" wrap="square" tIns="0">
            <a:noAutofit/>
          </a:bodyPr>
          <a:lstStyle>
            <a:lvl1pPr lvl="0">
              <a:spcBef>
                <a:spcPts val="0"/>
              </a:spcBef>
              <a:spcAft>
                <a:spcPts val="0"/>
              </a:spcAft>
              <a:buSzPts val="3500"/>
              <a:buFont typeface="Figtree"/>
              <a:buNone/>
              <a:defRPr/>
            </a:lvl1pPr>
            <a:lvl2pPr lvl="1">
              <a:spcBef>
                <a:spcPts val="0"/>
              </a:spcBef>
              <a:spcAft>
                <a:spcPts val="0"/>
              </a:spcAft>
              <a:buSzPts val="3500"/>
              <a:buFont typeface="Figtree"/>
              <a:buNone/>
              <a:defRPr/>
            </a:lvl2pPr>
            <a:lvl3pPr lvl="2">
              <a:spcBef>
                <a:spcPts val="0"/>
              </a:spcBef>
              <a:spcAft>
                <a:spcPts val="0"/>
              </a:spcAft>
              <a:buSzPts val="3500"/>
              <a:buFont typeface="Figtree"/>
              <a:buNone/>
              <a:defRPr/>
            </a:lvl3pPr>
            <a:lvl4pPr lvl="3">
              <a:spcBef>
                <a:spcPts val="0"/>
              </a:spcBef>
              <a:spcAft>
                <a:spcPts val="0"/>
              </a:spcAft>
              <a:buSzPts val="3500"/>
              <a:buFont typeface="Figtree"/>
              <a:buNone/>
              <a:defRPr/>
            </a:lvl4pPr>
            <a:lvl5pPr lvl="4">
              <a:spcBef>
                <a:spcPts val="0"/>
              </a:spcBef>
              <a:spcAft>
                <a:spcPts val="0"/>
              </a:spcAft>
              <a:buSzPts val="3500"/>
              <a:buFont typeface="Figtree"/>
              <a:buNone/>
              <a:defRPr/>
            </a:lvl5pPr>
            <a:lvl6pPr lvl="5">
              <a:spcBef>
                <a:spcPts val="0"/>
              </a:spcBef>
              <a:spcAft>
                <a:spcPts val="0"/>
              </a:spcAft>
              <a:buSzPts val="3500"/>
              <a:buFont typeface="Figtree"/>
              <a:buNone/>
              <a:defRPr/>
            </a:lvl6pPr>
            <a:lvl7pPr lvl="6">
              <a:spcBef>
                <a:spcPts val="0"/>
              </a:spcBef>
              <a:spcAft>
                <a:spcPts val="0"/>
              </a:spcAft>
              <a:buSzPts val="3500"/>
              <a:buFont typeface="Figtree"/>
              <a:buNone/>
              <a:defRPr/>
            </a:lvl7pPr>
            <a:lvl8pPr lvl="7">
              <a:spcBef>
                <a:spcPts val="0"/>
              </a:spcBef>
              <a:spcAft>
                <a:spcPts val="0"/>
              </a:spcAft>
              <a:buSzPts val="3500"/>
              <a:buFont typeface="Figtree"/>
              <a:buNone/>
              <a:defRPr/>
            </a:lvl8pPr>
            <a:lvl9pPr lvl="8">
              <a:spcBef>
                <a:spcPts val="0"/>
              </a:spcBef>
              <a:spcAft>
                <a:spcPts val="0"/>
              </a:spcAft>
              <a:buSzPts val="3500"/>
              <a:buFont typeface="Figtree"/>
              <a:buNone/>
              <a:defRPr/>
            </a:lvl9pPr>
          </a:lstStyle>
          <a:p/>
        </p:txBody>
      </p:sp>
      <p:sp>
        <p:nvSpPr>
          <p:cNvPr id="418" name="Google Shape;418;p47"/>
          <p:cNvSpPr txBox="1"/>
          <p:nvPr>
            <p:ph idx="6" type="body"/>
          </p:nvPr>
        </p:nvSpPr>
        <p:spPr>
          <a:xfrm>
            <a:off x="932450" y="3270238"/>
            <a:ext cx="2116500" cy="226800"/>
          </a:xfrm>
          <a:prstGeom prst="rect">
            <a:avLst/>
          </a:prstGeom>
          <a:noFill/>
          <a:ln>
            <a:noFill/>
          </a:ln>
        </p:spPr>
        <p:txBody>
          <a:bodyPr anchorCtr="0" anchor="ctr" bIns="91425" lIns="91425" spcFirstLastPara="1" rIns="91425" wrap="square" tIns="91425">
            <a:noAutofit/>
          </a:bodyPr>
          <a:lstStyle>
            <a:lvl1pPr indent="-323850" lvl="0" marL="457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1pPr>
            <a:lvl2pPr indent="-323850" lvl="1" marL="914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2pPr>
            <a:lvl3pPr indent="-323850" lvl="2" marL="1371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3pPr>
            <a:lvl4pPr indent="-323850" lvl="3" marL="1828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4pPr>
            <a:lvl5pPr indent="-323850" lvl="4" marL="22860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5pPr>
            <a:lvl6pPr indent="-323850" lvl="5" marL="2743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6pPr>
            <a:lvl7pPr indent="-323850" lvl="6" marL="3200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7pPr>
            <a:lvl8pPr indent="-323850" lvl="7" marL="3657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8pPr>
            <a:lvl9pPr indent="-323850" lvl="8" marL="4114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9pPr>
          </a:lstStyle>
          <a:p/>
        </p:txBody>
      </p:sp>
      <p:sp>
        <p:nvSpPr>
          <p:cNvPr id="419" name="Google Shape;419;p47"/>
          <p:cNvSpPr txBox="1"/>
          <p:nvPr>
            <p:ph idx="7" type="body"/>
          </p:nvPr>
        </p:nvSpPr>
        <p:spPr>
          <a:xfrm>
            <a:off x="932450" y="3502400"/>
            <a:ext cx="2116500" cy="226800"/>
          </a:xfrm>
          <a:prstGeom prst="rect">
            <a:avLst/>
          </a:prstGeom>
          <a:noFill/>
          <a:ln>
            <a:noFill/>
          </a:ln>
        </p:spPr>
        <p:txBody>
          <a:bodyPr anchorCtr="0" anchor="ctr" bIns="91425" lIns="91425" spcFirstLastPara="1" rIns="91425" wrap="square" tIns="91425">
            <a:noAutofit/>
          </a:bodyPr>
          <a:lstStyle>
            <a:lvl1pPr indent="-323850" lvl="0" marL="457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1pPr>
            <a:lvl2pPr indent="-323850" lvl="1" marL="914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2pPr>
            <a:lvl3pPr indent="-323850" lvl="2" marL="1371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3pPr>
            <a:lvl4pPr indent="-323850" lvl="3" marL="1828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4pPr>
            <a:lvl5pPr indent="-323850" lvl="4" marL="22860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5pPr>
            <a:lvl6pPr indent="-323850" lvl="5" marL="2743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6pPr>
            <a:lvl7pPr indent="-323850" lvl="6" marL="3200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7pPr>
            <a:lvl8pPr indent="-323850" lvl="7" marL="3657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8pPr>
            <a:lvl9pPr indent="-323850" lvl="8" marL="4114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9pPr>
          </a:lstStyle>
          <a:p/>
        </p:txBody>
      </p:sp>
      <p:sp>
        <p:nvSpPr>
          <p:cNvPr id="420" name="Google Shape;420;p47"/>
          <p:cNvSpPr/>
          <p:nvPr/>
        </p:nvSpPr>
        <p:spPr>
          <a:xfrm>
            <a:off x="110838" y="113400"/>
            <a:ext cx="7947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421" name="Google Shape;421;p47"/>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422" name="Google Shape;422;p47"/>
          <p:cNvSpPr/>
          <p:nvPr/>
        </p:nvSpPr>
        <p:spPr>
          <a:xfrm>
            <a:off x="74437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423" name="Google Shape;423;p47"/>
          <p:cNvSpPr/>
          <p:nvPr/>
        </p:nvSpPr>
        <p:spPr>
          <a:xfrm>
            <a:off x="57764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cxnSp>
        <p:nvCxnSpPr>
          <p:cNvPr id="424" name="Google Shape;424;p47"/>
          <p:cNvCxnSpPr/>
          <p:nvPr/>
        </p:nvCxnSpPr>
        <p:spPr>
          <a:xfrm>
            <a:off x="111000" y="443900"/>
            <a:ext cx="8922000" cy="0"/>
          </a:xfrm>
          <a:prstGeom prst="straightConnector1">
            <a:avLst/>
          </a:prstGeom>
          <a:noFill/>
          <a:ln cap="flat" cmpd="sng" w="9525">
            <a:solidFill>
              <a:schemeClr val="lt1"/>
            </a:solidFill>
            <a:prstDash val="solid"/>
            <a:round/>
            <a:headEnd len="med" w="med" type="none"/>
            <a:tailEnd len="med" w="med" type="none"/>
          </a:ln>
        </p:spPr>
      </p:cxnSp>
      <p:sp>
        <p:nvSpPr>
          <p:cNvPr id="425" name="Google Shape;425;p47"/>
          <p:cNvSpPr txBox="1"/>
          <p:nvPr>
            <p:ph idx="8" type="subTitle"/>
          </p:nvPr>
        </p:nvSpPr>
        <p:spPr>
          <a:xfrm>
            <a:off x="5809350"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
        <p:nvSpPr>
          <p:cNvPr id="426" name="Google Shape;426;p47"/>
          <p:cNvSpPr txBox="1"/>
          <p:nvPr>
            <p:ph idx="9" type="subTitle"/>
          </p:nvPr>
        </p:nvSpPr>
        <p:spPr>
          <a:xfrm>
            <a:off x="7476775"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iz 1, response">
  <p:cSld name="BIG_NUMBER_1_1_1_1_1">
    <p:bg>
      <p:bgPr>
        <a:solidFill>
          <a:schemeClr val="accent3"/>
        </a:solidFill>
      </p:bgPr>
    </p:bg>
    <p:spTree>
      <p:nvGrpSpPr>
        <p:cNvPr id="427" name="Shape 427"/>
        <p:cNvGrpSpPr/>
        <p:nvPr/>
      </p:nvGrpSpPr>
      <p:grpSpPr>
        <a:xfrm>
          <a:off x="0" y="0"/>
          <a:ext cx="0" cy="0"/>
          <a:chOff x="0" y="0"/>
          <a:chExt cx="0" cy="0"/>
        </a:xfrm>
      </p:grpSpPr>
      <p:grpSp>
        <p:nvGrpSpPr>
          <p:cNvPr id="428" name="Google Shape;428;p48"/>
          <p:cNvGrpSpPr/>
          <p:nvPr/>
        </p:nvGrpSpPr>
        <p:grpSpPr>
          <a:xfrm>
            <a:off x="-968" y="656650"/>
            <a:ext cx="9145937" cy="4268100"/>
            <a:chOff x="1666" y="656650"/>
            <a:chExt cx="9144108" cy="4268100"/>
          </a:xfrm>
        </p:grpSpPr>
        <p:sp>
          <p:nvSpPr>
            <p:cNvPr id="429" name="Google Shape;429;p48"/>
            <p:cNvSpPr/>
            <p:nvPr/>
          </p:nvSpPr>
          <p:spPr>
            <a:xfrm>
              <a:off x="1666" y="656650"/>
              <a:ext cx="1915800" cy="42681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30" name="Google Shape;430;p48"/>
            <p:cNvSpPr/>
            <p:nvPr/>
          </p:nvSpPr>
          <p:spPr>
            <a:xfrm>
              <a:off x="1808746" y="656650"/>
              <a:ext cx="1915800" cy="42681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31" name="Google Shape;431;p48"/>
            <p:cNvSpPr/>
            <p:nvPr/>
          </p:nvSpPr>
          <p:spPr>
            <a:xfrm>
              <a:off x="3615827" y="656650"/>
              <a:ext cx="1915800" cy="42681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32" name="Google Shape;432;p48"/>
            <p:cNvSpPr/>
            <p:nvPr/>
          </p:nvSpPr>
          <p:spPr>
            <a:xfrm>
              <a:off x="5422907" y="656650"/>
              <a:ext cx="1915800" cy="42681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33" name="Google Shape;433;p48"/>
            <p:cNvSpPr/>
            <p:nvPr/>
          </p:nvSpPr>
          <p:spPr>
            <a:xfrm>
              <a:off x="7229974" y="656650"/>
              <a:ext cx="1915800" cy="42681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434" name="Google Shape;434;p48"/>
          <p:cNvSpPr/>
          <p:nvPr/>
        </p:nvSpPr>
        <p:spPr>
          <a:xfrm>
            <a:off x="110838" y="113400"/>
            <a:ext cx="7947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435" name="Google Shape;435;p48"/>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cxnSp>
        <p:nvCxnSpPr>
          <p:cNvPr id="436" name="Google Shape;436;p48"/>
          <p:cNvCxnSpPr/>
          <p:nvPr/>
        </p:nvCxnSpPr>
        <p:spPr>
          <a:xfrm>
            <a:off x="111000" y="443900"/>
            <a:ext cx="8922000" cy="0"/>
          </a:xfrm>
          <a:prstGeom prst="straightConnector1">
            <a:avLst/>
          </a:prstGeom>
          <a:noFill/>
          <a:ln cap="flat" cmpd="sng" w="9525">
            <a:solidFill>
              <a:schemeClr val="lt1"/>
            </a:solidFill>
            <a:prstDash val="solid"/>
            <a:round/>
            <a:headEnd len="med" w="med" type="none"/>
            <a:tailEnd len="med" w="med" type="none"/>
          </a:ln>
        </p:spPr>
      </p:cxnSp>
      <p:sp>
        <p:nvSpPr>
          <p:cNvPr id="437" name="Google Shape;437;p48"/>
          <p:cNvSpPr txBox="1"/>
          <p:nvPr>
            <p:ph type="ctrTitle"/>
          </p:nvPr>
        </p:nvSpPr>
        <p:spPr>
          <a:xfrm>
            <a:off x="1313250" y="2109413"/>
            <a:ext cx="6517500" cy="1362300"/>
          </a:xfrm>
          <a:prstGeom prst="rect">
            <a:avLst/>
          </a:prstGeom>
        </p:spPr>
        <p:txBody>
          <a:bodyPr anchorCtr="0" anchor="ctr" bIns="91425" lIns="91425" spcFirstLastPara="1" rIns="91425" wrap="square" tIns="91425">
            <a:normAutofit/>
          </a:bodyPr>
          <a:lstStyle>
            <a:lvl1pPr lvl="0">
              <a:spcBef>
                <a:spcPts val="0"/>
              </a:spcBef>
              <a:spcAft>
                <a:spcPts val="0"/>
              </a:spcAft>
              <a:buSzPts val="5000"/>
              <a:buNone/>
              <a:defRPr sz="5000"/>
            </a:lvl1pPr>
            <a:lvl2pPr lvl="1">
              <a:spcBef>
                <a:spcPts val="0"/>
              </a:spcBef>
              <a:spcAft>
                <a:spcPts val="0"/>
              </a:spcAft>
              <a:buSzPts val="5000"/>
              <a:buNone/>
              <a:defRPr sz="5000"/>
            </a:lvl2pPr>
            <a:lvl3pPr lvl="2">
              <a:spcBef>
                <a:spcPts val="0"/>
              </a:spcBef>
              <a:spcAft>
                <a:spcPts val="0"/>
              </a:spcAft>
              <a:buSzPts val="5000"/>
              <a:buNone/>
              <a:defRPr sz="5000"/>
            </a:lvl3pPr>
            <a:lvl4pPr lvl="3">
              <a:spcBef>
                <a:spcPts val="0"/>
              </a:spcBef>
              <a:spcAft>
                <a:spcPts val="0"/>
              </a:spcAft>
              <a:buSzPts val="5000"/>
              <a:buNone/>
              <a:defRPr sz="5000"/>
            </a:lvl4pPr>
            <a:lvl5pPr lvl="4">
              <a:spcBef>
                <a:spcPts val="0"/>
              </a:spcBef>
              <a:spcAft>
                <a:spcPts val="0"/>
              </a:spcAft>
              <a:buSzPts val="5000"/>
              <a:buNone/>
              <a:defRPr sz="5000"/>
            </a:lvl5pPr>
            <a:lvl6pPr lvl="5">
              <a:spcBef>
                <a:spcPts val="0"/>
              </a:spcBef>
              <a:spcAft>
                <a:spcPts val="0"/>
              </a:spcAft>
              <a:buSzPts val="5000"/>
              <a:buNone/>
              <a:defRPr sz="5000"/>
            </a:lvl6pPr>
            <a:lvl7pPr lvl="6">
              <a:spcBef>
                <a:spcPts val="0"/>
              </a:spcBef>
              <a:spcAft>
                <a:spcPts val="0"/>
              </a:spcAft>
              <a:buSzPts val="5000"/>
              <a:buNone/>
              <a:defRPr sz="5000"/>
            </a:lvl7pPr>
            <a:lvl8pPr lvl="7">
              <a:spcBef>
                <a:spcPts val="0"/>
              </a:spcBef>
              <a:spcAft>
                <a:spcPts val="0"/>
              </a:spcAft>
              <a:buSzPts val="5000"/>
              <a:buNone/>
              <a:defRPr sz="5000"/>
            </a:lvl8pPr>
            <a:lvl9pPr lvl="8">
              <a:spcBef>
                <a:spcPts val="0"/>
              </a:spcBef>
              <a:spcAft>
                <a:spcPts val="0"/>
              </a:spcAft>
              <a:buSzPts val="5000"/>
              <a:buNone/>
              <a:defRPr sz="5000"/>
            </a:lvl9pPr>
          </a:lstStyle>
          <a:p/>
        </p:txBody>
      </p:sp>
      <p:sp>
        <p:nvSpPr>
          <p:cNvPr id="438" name="Google Shape;438;p48"/>
          <p:cNvSpPr/>
          <p:nvPr/>
        </p:nvSpPr>
        <p:spPr>
          <a:xfrm>
            <a:off x="74437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439" name="Google Shape;439;p48"/>
          <p:cNvSpPr/>
          <p:nvPr/>
        </p:nvSpPr>
        <p:spPr>
          <a:xfrm>
            <a:off x="57764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440" name="Google Shape;440;p48"/>
          <p:cNvSpPr txBox="1"/>
          <p:nvPr>
            <p:ph idx="1" type="subTitle"/>
          </p:nvPr>
        </p:nvSpPr>
        <p:spPr>
          <a:xfrm>
            <a:off x="5809350"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
        <p:nvSpPr>
          <p:cNvPr id="441" name="Google Shape;441;p48"/>
          <p:cNvSpPr txBox="1"/>
          <p:nvPr>
            <p:ph idx="2" type="subTitle"/>
          </p:nvPr>
        </p:nvSpPr>
        <p:spPr>
          <a:xfrm>
            <a:off x="7476775"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iz 2">
  <p:cSld name="BIG_NUMBER_1_1_1_1_2">
    <p:bg>
      <p:bgPr>
        <a:solidFill>
          <a:schemeClr val="accent2"/>
        </a:solidFill>
      </p:bgPr>
    </p:bg>
    <p:spTree>
      <p:nvGrpSpPr>
        <p:cNvPr id="442" name="Shape 442"/>
        <p:cNvGrpSpPr/>
        <p:nvPr/>
      </p:nvGrpSpPr>
      <p:grpSpPr>
        <a:xfrm>
          <a:off x="0" y="0"/>
          <a:ext cx="0" cy="0"/>
          <a:chOff x="0" y="0"/>
          <a:chExt cx="0" cy="0"/>
        </a:xfrm>
      </p:grpSpPr>
      <p:grpSp>
        <p:nvGrpSpPr>
          <p:cNvPr id="443" name="Google Shape;443;p49"/>
          <p:cNvGrpSpPr/>
          <p:nvPr/>
        </p:nvGrpSpPr>
        <p:grpSpPr>
          <a:xfrm>
            <a:off x="-25" y="656526"/>
            <a:ext cx="9143972" cy="4268100"/>
            <a:chOff x="-25" y="656526"/>
            <a:chExt cx="9143972" cy="4268100"/>
          </a:xfrm>
        </p:grpSpPr>
        <p:sp>
          <p:nvSpPr>
            <p:cNvPr id="444" name="Google Shape;444;p49"/>
            <p:cNvSpPr/>
            <p:nvPr/>
          </p:nvSpPr>
          <p:spPr>
            <a:xfrm rot="-5400000">
              <a:off x="-110875" y="767376"/>
              <a:ext cx="4268100" cy="4046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445" name="Google Shape;445;p49"/>
            <p:cNvSpPr/>
            <p:nvPr/>
          </p:nvSpPr>
          <p:spPr>
            <a:xfrm rot="-5400000">
              <a:off x="2437854" y="767376"/>
              <a:ext cx="4268100" cy="4046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446" name="Google Shape;446;p49"/>
            <p:cNvSpPr/>
            <p:nvPr/>
          </p:nvSpPr>
          <p:spPr>
            <a:xfrm rot="-5400000">
              <a:off x="4986697" y="767376"/>
              <a:ext cx="4268100" cy="4046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grpSp>
      <p:sp>
        <p:nvSpPr>
          <p:cNvPr id="447" name="Google Shape;447;p49"/>
          <p:cNvSpPr txBox="1"/>
          <p:nvPr>
            <p:ph idx="1" type="body"/>
          </p:nvPr>
        </p:nvSpPr>
        <p:spPr>
          <a:xfrm>
            <a:off x="932400" y="2487400"/>
            <a:ext cx="7279200" cy="646500"/>
          </a:xfrm>
          <a:prstGeom prst="rect">
            <a:avLst/>
          </a:prstGeom>
        </p:spPr>
        <p:txBody>
          <a:bodyPr anchorCtr="0" anchor="t" bIns="91425" lIns="91425" spcFirstLastPara="1" rIns="91425" wrap="square" tIns="91425">
            <a:normAutofit/>
          </a:bodyPr>
          <a:lstStyle>
            <a:lvl1pPr indent="-323850" lvl="0" marL="457200">
              <a:spcBef>
                <a:spcPts val="0"/>
              </a:spcBef>
              <a:spcAft>
                <a:spcPts val="0"/>
              </a:spcAft>
              <a:buSzPts val="1500"/>
              <a:buFont typeface="Figtree"/>
              <a:buChar char="●"/>
              <a:defRPr/>
            </a:lvl1pPr>
            <a:lvl2pPr indent="-323850" lvl="1" marL="914400">
              <a:spcBef>
                <a:spcPts val="0"/>
              </a:spcBef>
              <a:spcAft>
                <a:spcPts val="0"/>
              </a:spcAft>
              <a:buSzPts val="1500"/>
              <a:buFont typeface="Figtree"/>
              <a:buChar char="○"/>
              <a:defRPr/>
            </a:lvl2pPr>
            <a:lvl3pPr indent="-323850" lvl="2" marL="1371600">
              <a:spcBef>
                <a:spcPts val="0"/>
              </a:spcBef>
              <a:spcAft>
                <a:spcPts val="0"/>
              </a:spcAft>
              <a:buSzPts val="1500"/>
              <a:buFont typeface="Figtree"/>
              <a:buChar char="■"/>
              <a:defRPr/>
            </a:lvl3pPr>
            <a:lvl4pPr indent="-323850" lvl="3" marL="1828800">
              <a:spcBef>
                <a:spcPts val="0"/>
              </a:spcBef>
              <a:spcAft>
                <a:spcPts val="0"/>
              </a:spcAft>
              <a:buSzPts val="1500"/>
              <a:buFont typeface="Figtree"/>
              <a:buChar char="●"/>
              <a:defRPr/>
            </a:lvl4pPr>
            <a:lvl5pPr indent="-323850" lvl="4" marL="2286000">
              <a:spcBef>
                <a:spcPts val="0"/>
              </a:spcBef>
              <a:spcAft>
                <a:spcPts val="0"/>
              </a:spcAft>
              <a:buSzPts val="1500"/>
              <a:buFont typeface="Figtree"/>
              <a:buChar char="○"/>
              <a:defRPr/>
            </a:lvl5pPr>
            <a:lvl6pPr indent="-323850" lvl="5" marL="2743200">
              <a:spcBef>
                <a:spcPts val="0"/>
              </a:spcBef>
              <a:spcAft>
                <a:spcPts val="0"/>
              </a:spcAft>
              <a:buSzPts val="1500"/>
              <a:buFont typeface="Figtree"/>
              <a:buChar char="■"/>
              <a:defRPr/>
            </a:lvl6pPr>
            <a:lvl7pPr indent="-323850" lvl="6" marL="3200400">
              <a:spcBef>
                <a:spcPts val="0"/>
              </a:spcBef>
              <a:spcAft>
                <a:spcPts val="0"/>
              </a:spcAft>
              <a:buSzPts val="1500"/>
              <a:buFont typeface="Figtree"/>
              <a:buChar char="●"/>
              <a:defRPr/>
            </a:lvl7pPr>
            <a:lvl8pPr indent="-323850" lvl="7" marL="3657600">
              <a:spcBef>
                <a:spcPts val="0"/>
              </a:spcBef>
              <a:spcAft>
                <a:spcPts val="0"/>
              </a:spcAft>
              <a:buSzPts val="1500"/>
              <a:buFont typeface="Figtree"/>
              <a:buChar char="○"/>
              <a:defRPr/>
            </a:lvl8pPr>
            <a:lvl9pPr indent="-323850" lvl="8" marL="4114800">
              <a:spcBef>
                <a:spcPts val="0"/>
              </a:spcBef>
              <a:spcAft>
                <a:spcPts val="0"/>
              </a:spcAft>
              <a:buSzPts val="1500"/>
              <a:buFont typeface="Figtree"/>
              <a:buChar char="■"/>
              <a:defRPr/>
            </a:lvl9pPr>
          </a:lstStyle>
          <a:p/>
        </p:txBody>
      </p:sp>
      <p:sp>
        <p:nvSpPr>
          <p:cNvPr id="448" name="Google Shape;448;p49"/>
          <p:cNvSpPr txBox="1"/>
          <p:nvPr>
            <p:ph type="title"/>
          </p:nvPr>
        </p:nvSpPr>
        <p:spPr>
          <a:xfrm>
            <a:off x="932400" y="1634950"/>
            <a:ext cx="7279200" cy="572700"/>
          </a:xfrm>
          <a:prstGeom prst="rect">
            <a:avLst/>
          </a:prstGeom>
        </p:spPr>
        <p:txBody>
          <a:bodyPr anchorCtr="0" anchor="b" bIns="0" lIns="0" spcFirstLastPara="1" rIns="0" wrap="square" tIns="0">
            <a:noAutofit/>
          </a:bodyPr>
          <a:lstStyle>
            <a:lvl1pPr lvl="0">
              <a:spcBef>
                <a:spcPts val="0"/>
              </a:spcBef>
              <a:spcAft>
                <a:spcPts val="0"/>
              </a:spcAft>
              <a:buSzPts val="3500"/>
              <a:buFont typeface="Figtree"/>
              <a:buNone/>
              <a:defRPr/>
            </a:lvl1pPr>
            <a:lvl2pPr lvl="1">
              <a:spcBef>
                <a:spcPts val="0"/>
              </a:spcBef>
              <a:spcAft>
                <a:spcPts val="0"/>
              </a:spcAft>
              <a:buSzPts val="3500"/>
              <a:buFont typeface="Figtree"/>
              <a:buNone/>
              <a:defRPr/>
            </a:lvl2pPr>
            <a:lvl3pPr lvl="2">
              <a:spcBef>
                <a:spcPts val="0"/>
              </a:spcBef>
              <a:spcAft>
                <a:spcPts val="0"/>
              </a:spcAft>
              <a:buSzPts val="3500"/>
              <a:buFont typeface="Figtree"/>
              <a:buNone/>
              <a:defRPr/>
            </a:lvl3pPr>
            <a:lvl4pPr lvl="3">
              <a:spcBef>
                <a:spcPts val="0"/>
              </a:spcBef>
              <a:spcAft>
                <a:spcPts val="0"/>
              </a:spcAft>
              <a:buSzPts val="3500"/>
              <a:buFont typeface="Figtree"/>
              <a:buNone/>
              <a:defRPr/>
            </a:lvl4pPr>
            <a:lvl5pPr lvl="4">
              <a:spcBef>
                <a:spcPts val="0"/>
              </a:spcBef>
              <a:spcAft>
                <a:spcPts val="0"/>
              </a:spcAft>
              <a:buSzPts val="3500"/>
              <a:buFont typeface="Figtree"/>
              <a:buNone/>
              <a:defRPr/>
            </a:lvl5pPr>
            <a:lvl6pPr lvl="5">
              <a:spcBef>
                <a:spcPts val="0"/>
              </a:spcBef>
              <a:spcAft>
                <a:spcPts val="0"/>
              </a:spcAft>
              <a:buSzPts val="3500"/>
              <a:buFont typeface="Figtree"/>
              <a:buNone/>
              <a:defRPr/>
            </a:lvl6pPr>
            <a:lvl7pPr lvl="6">
              <a:spcBef>
                <a:spcPts val="0"/>
              </a:spcBef>
              <a:spcAft>
                <a:spcPts val="0"/>
              </a:spcAft>
              <a:buSzPts val="3500"/>
              <a:buFont typeface="Figtree"/>
              <a:buNone/>
              <a:defRPr/>
            </a:lvl7pPr>
            <a:lvl8pPr lvl="7">
              <a:spcBef>
                <a:spcPts val="0"/>
              </a:spcBef>
              <a:spcAft>
                <a:spcPts val="0"/>
              </a:spcAft>
              <a:buSzPts val="3500"/>
              <a:buFont typeface="Figtree"/>
              <a:buNone/>
              <a:defRPr/>
            </a:lvl8pPr>
            <a:lvl9pPr lvl="8">
              <a:spcBef>
                <a:spcPts val="0"/>
              </a:spcBef>
              <a:spcAft>
                <a:spcPts val="0"/>
              </a:spcAft>
              <a:buSzPts val="3500"/>
              <a:buFont typeface="Figtree"/>
              <a:buNone/>
              <a:defRPr/>
            </a:lvl9pPr>
          </a:lstStyle>
          <a:p/>
        </p:txBody>
      </p:sp>
      <p:sp>
        <p:nvSpPr>
          <p:cNvPr id="449" name="Google Shape;449;p49"/>
          <p:cNvSpPr txBox="1"/>
          <p:nvPr>
            <p:ph idx="2" type="body"/>
          </p:nvPr>
        </p:nvSpPr>
        <p:spPr>
          <a:xfrm>
            <a:off x="932450" y="3270238"/>
            <a:ext cx="2116500" cy="226800"/>
          </a:xfrm>
          <a:prstGeom prst="rect">
            <a:avLst/>
          </a:prstGeom>
          <a:noFill/>
          <a:ln>
            <a:noFill/>
          </a:ln>
        </p:spPr>
        <p:txBody>
          <a:bodyPr anchorCtr="0" anchor="ctr" bIns="91425" lIns="91425" spcFirstLastPara="1" rIns="91425" wrap="square" tIns="91425">
            <a:noAutofit/>
          </a:bodyPr>
          <a:lstStyle>
            <a:lvl1pPr indent="-323850" lvl="0" marL="457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1pPr>
            <a:lvl2pPr indent="-323850" lvl="1" marL="914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2pPr>
            <a:lvl3pPr indent="-323850" lvl="2" marL="1371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3pPr>
            <a:lvl4pPr indent="-323850" lvl="3" marL="1828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4pPr>
            <a:lvl5pPr indent="-323850" lvl="4" marL="22860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5pPr>
            <a:lvl6pPr indent="-323850" lvl="5" marL="2743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6pPr>
            <a:lvl7pPr indent="-323850" lvl="6" marL="3200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7pPr>
            <a:lvl8pPr indent="-323850" lvl="7" marL="3657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8pPr>
            <a:lvl9pPr indent="-323850" lvl="8" marL="4114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9pPr>
          </a:lstStyle>
          <a:p/>
        </p:txBody>
      </p:sp>
      <p:sp>
        <p:nvSpPr>
          <p:cNvPr id="450" name="Google Shape;450;p49"/>
          <p:cNvSpPr txBox="1"/>
          <p:nvPr>
            <p:ph idx="3" type="body"/>
          </p:nvPr>
        </p:nvSpPr>
        <p:spPr>
          <a:xfrm>
            <a:off x="932450" y="3502400"/>
            <a:ext cx="2116500" cy="226800"/>
          </a:xfrm>
          <a:prstGeom prst="rect">
            <a:avLst/>
          </a:prstGeom>
          <a:noFill/>
          <a:ln>
            <a:noFill/>
          </a:ln>
        </p:spPr>
        <p:txBody>
          <a:bodyPr anchorCtr="0" anchor="ctr" bIns="91425" lIns="91425" spcFirstLastPara="1" rIns="91425" wrap="square" tIns="91425">
            <a:noAutofit/>
          </a:bodyPr>
          <a:lstStyle>
            <a:lvl1pPr indent="-323850" lvl="0" marL="457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1pPr>
            <a:lvl2pPr indent="-323850" lvl="1" marL="914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2pPr>
            <a:lvl3pPr indent="-323850" lvl="2" marL="1371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3pPr>
            <a:lvl4pPr indent="-323850" lvl="3" marL="1828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4pPr>
            <a:lvl5pPr indent="-323850" lvl="4" marL="22860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5pPr>
            <a:lvl6pPr indent="-323850" lvl="5" marL="2743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6pPr>
            <a:lvl7pPr indent="-323850" lvl="6" marL="3200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7pPr>
            <a:lvl8pPr indent="-323850" lvl="7" marL="3657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8pPr>
            <a:lvl9pPr indent="-323850" lvl="8" marL="4114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9pPr>
          </a:lstStyle>
          <a:p/>
        </p:txBody>
      </p:sp>
      <p:sp>
        <p:nvSpPr>
          <p:cNvPr id="451" name="Google Shape;451;p49"/>
          <p:cNvSpPr txBox="1"/>
          <p:nvPr>
            <p:ph idx="4" type="body"/>
          </p:nvPr>
        </p:nvSpPr>
        <p:spPr>
          <a:xfrm>
            <a:off x="3513750" y="3270238"/>
            <a:ext cx="2116500" cy="226800"/>
          </a:xfrm>
          <a:prstGeom prst="rect">
            <a:avLst/>
          </a:prstGeom>
          <a:noFill/>
          <a:ln>
            <a:noFill/>
          </a:ln>
        </p:spPr>
        <p:txBody>
          <a:bodyPr anchorCtr="0" anchor="ctr" bIns="91425" lIns="91425" spcFirstLastPara="1" rIns="91425" wrap="square" tIns="91425">
            <a:noAutofit/>
          </a:bodyPr>
          <a:lstStyle>
            <a:lvl1pPr indent="-323850" lvl="0" marL="457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1pPr>
            <a:lvl2pPr indent="-323850" lvl="1" marL="914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2pPr>
            <a:lvl3pPr indent="-323850" lvl="2" marL="1371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3pPr>
            <a:lvl4pPr indent="-323850" lvl="3" marL="1828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4pPr>
            <a:lvl5pPr indent="-323850" lvl="4" marL="22860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5pPr>
            <a:lvl6pPr indent="-323850" lvl="5" marL="2743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6pPr>
            <a:lvl7pPr indent="-323850" lvl="6" marL="3200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7pPr>
            <a:lvl8pPr indent="-323850" lvl="7" marL="3657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8pPr>
            <a:lvl9pPr indent="-323850" lvl="8" marL="4114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9pPr>
          </a:lstStyle>
          <a:p/>
        </p:txBody>
      </p:sp>
      <p:sp>
        <p:nvSpPr>
          <p:cNvPr id="452" name="Google Shape;452;p49"/>
          <p:cNvSpPr txBox="1"/>
          <p:nvPr>
            <p:ph idx="5" type="body"/>
          </p:nvPr>
        </p:nvSpPr>
        <p:spPr>
          <a:xfrm>
            <a:off x="3513750" y="3502400"/>
            <a:ext cx="2116500" cy="226800"/>
          </a:xfrm>
          <a:prstGeom prst="rect">
            <a:avLst/>
          </a:prstGeom>
          <a:noFill/>
          <a:ln>
            <a:noFill/>
          </a:ln>
        </p:spPr>
        <p:txBody>
          <a:bodyPr anchorCtr="0" anchor="ctr" bIns="91425" lIns="91425" spcFirstLastPara="1" rIns="91425" wrap="square" tIns="91425">
            <a:noAutofit/>
          </a:bodyPr>
          <a:lstStyle>
            <a:lvl1pPr indent="-323850" lvl="0" marL="457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1pPr>
            <a:lvl2pPr indent="-323850" lvl="1" marL="914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2pPr>
            <a:lvl3pPr indent="-323850" lvl="2" marL="1371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3pPr>
            <a:lvl4pPr indent="-323850" lvl="3" marL="1828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4pPr>
            <a:lvl5pPr indent="-323850" lvl="4" marL="22860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5pPr>
            <a:lvl6pPr indent="-323850" lvl="5" marL="2743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6pPr>
            <a:lvl7pPr indent="-323850" lvl="6" marL="3200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7pPr>
            <a:lvl8pPr indent="-323850" lvl="7" marL="3657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8pPr>
            <a:lvl9pPr indent="-323850" lvl="8" marL="4114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9pPr>
          </a:lstStyle>
          <a:p/>
        </p:txBody>
      </p:sp>
      <p:sp>
        <p:nvSpPr>
          <p:cNvPr id="453" name="Google Shape;453;p49"/>
          <p:cNvSpPr txBox="1"/>
          <p:nvPr>
            <p:ph idx="6" type="body"/>
          </p:nvPr>
        </p:nvSpPr>
        <p:spPr>
          <a:xfrm>
            <a:off x="6095150" y="3270238"/>
            <a:ext cx="2116500" cy="226800"/>
          </a:xfrm>
          <a:prstGeom prst="rect">
            <a:avLst/>
          </a:prstGeom>
          <a:noFill/>
          <a:ln>
            <a:noFill/>
          </a:ln>
        </p:spPr>
        <p:txBody>
          <a:bodyPr anchorCtr="0" anchor="ctr" bIns="91425" lIns="91425" spcFirstLastPara="1" rIns="91425" wrap="square" tIns="91425">
            <a:noAutofit/>
          </a:bodyPr>
          <a:lstStyle>
            <a:lvl1pPr indent="-323850" lvl="0" marL="457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1pPr>
            <a:lvl2pPr indent="-323850" lvl="1" marL="914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2pPr>
            <a:lvl3pPr indent="-323850" lvl="2" marL="1371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3pPr>
            <a:lvl4pPr indent="-323850" lvl="3" marL="1828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4pPr>
            <a:lvl5pPr indent="-323850" lvl="4" marL="22860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5pPr>
            <a:lvl6pPr indent="-323850" lvl="5" marL="2743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6pPr>
            <a:lvl7pPr indent="-323850" lvl="6" marL="3200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7pPr>
            <a:lvl8pPr indent="-323850" lvl="7" marL="3657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8pPr>
            <a:lvl9pPr indent="-323850" lvl="8" marL="4114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9pPr>
          </a:lstStyle>
          <a:p/>
        </p:txBody>
      </p:sp>
      <p:sp>
        <p:nvSpPr>
          <p:cNvPr id="454" name="Google Shape;454;p49"/>
          <p:cNvSpPr txBox="1"/>
          <p:nvPr>
            <p:ph idx="7" type="body"/>
          </p:nvPr>
        </p:nvSpPr>
        <p:spPr>
          <a:xfrm>
            <a:off x="6095150" y="3502400"/>
            <a:ext cx="2116500" cy="226800"/>
          </a:xfrm>
          <a:prstGeom prst="rect">
            <a:avLst/>
          </a:prstGeom>
          <a:noFill/>
          <a:ln>
            <a:noFill/>
          </a:ln>
        </p:spPr>
        <p:txBody>
          <a:bodyPr anchorCtr="0" anchor="ctr" bIns="91425" lIns="91425" spcFirstLastPara="1" rIns="91425" wrap="square" tIns="91425">
            <a:noAutofit/>
          </a:bodyPr>
          <a:lstStyle>
            <a:lvl1pPr indent="-323850" lvl="0" marL="457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1pPr>
            <a:lvl2pPr indent="-323850" lvl="1" marL="914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2pPr>
            <a:lvl3pPr indent="-323850" lvl="2" marL="1371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3pPr>
            <a:lvl4pPr indent="-323850" lvl="3" marL="1828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4pPr>
            <a:lvl5pPr indent="-323850" lvl="4" marL="22860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5pPr>
            <a:lvl6pPr indent="-323850" lvl="5" marL="2743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6pPr>
            <a:lvl7pPr indent="-323850" lvl="6" marL="3200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7pPr>
            <a:lvl8pPr indent="-323850" lvl="7" marL="3657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8pPr>
            <a:lvl9pPr indent="-323850" lvl="8" marL="4114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9pPr>
          </a:lstStyle>
          <a:p/>
        </p:txBody>
      </p:sp>
      <p:sp>
        <p:nvSpPr>
          <p:cNvPr id="455" name="Google Shape;455;p49"/>
          <p:cNvSpPr/>
          <p:nvPr/>
        </p:nvSpPr>
        <p:spPr>
          <a:xfrm>
            <a:off x="110838" y="113400"/>
            <a:ext cx="7947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456" name="Google Shape;456;p49"/>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457" name="Google Shape;457;p49"/>
          <p:cNvSpPr/>
          <p:nvPr/>
        </p:nvSpPr>
        <p:spPr>
          <a:xfrm>
            <a:off x="74437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458" name="Google Shape;458;p49"/>
          <p:cNvSpPr/>
          <p:nvPr/>
        </p:nvSpPr>
        <p:spPr>
          <a:xfrm>
            <a:off x="57764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cxnSp>
        <p:nvCxnSpPr>
          <p:cNvPr id="459" name="Google Shape;459;p49"/>
          <p:cNvCxnSpPr/>
          <p:nvPr/>
        </p:nvCxnSpPr>
        <p:spPr>
          <a:xfrm>
            <a:off x="111000" y="443900"/>
            <a:ext cx="8922000" cy="0"/>
          </a:xfrm>
          <a:prstGeom prst="straightConnector1">
            <a:avLst/>
          </a:prstGeom>
          <a:noFill/>
          <a:ln cap="flat" cmpd="sng" w="9525">
            <a:solidFill>
              <a:schemeClr val="lt1"/>
            </a:solidFill>
            <a:prstDash val="solid"/>
            <a:round/>
            <a:headEnd len="med" w="med" type="none"/>
            <a:tailEnd len="med" w="med" type="none"/>
          </a:ln>
        </p:spPr>
      </p:cxnSp>
      <p:sp>
        <p:nvSpPr>
          <p:cNvPr id="460" name="Google Shape;460;p49"/>
          <p:cNvSpPr txBox="1"/>
          <p:nvPr>
            <p:ph idx="8" type="subTitle"/>
          </p:nvPr>
        </p:nvSpPr>
        <p:spPr>
          <a:xfrm>
            <a:off x="5809350"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
        <p:nvSpPr>
          <p:cNvPr id="461" name="Google Shape;461;p49"/>
          <p:cNvSpPr txBox="1"/>
          <p:nvPr>
            <p:ph idx="9" type="subTitle"/>
          </p:nvPr>
        </p:nvSpPr>
        <p:spPr>
          <a:xfrm>
            <a:off x="7476775"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iz 2, response">
  <p:cSld name="BIG_NUMBER_1_1_1_1_1_2">
    <p:bg>
      <p:bgPr>
        <a:solidFill>
          <a:schemeClr val="accent3"/>
        </a:solidFill>
      </p:bgPr>
    </p:bg>
    <p:spTree>
      <p:nvGrpSpPr>
        <p:cNvPr id="462" name="Shape 462"/>
        <p:cNvGrpSpPr/>
        <p:nvPr/>
      </p:nvGrpSpPr>
      <p:grpSpPr>
        <a:xfrm>
          <a:off x="0" y="0"/>
          <a:ext cx="0" cy="0"/>
          <a:chOff x="0" y="0"/>
          <a:chExt cx="0" cy="0"/>
        </a:xfrm>
      </p:grpSpPr>
      <p:grpSp>
        <p:nvGrpSpPr>
          <p:cNvPr id="463" name="Google Shape;463;p50"/>
          <p:cNvGrpSpPr/>
          <p:nvPr/>
        </p:nvGrpSpPr>
        <p:grpSpPr>
          <a:xfrm>
            <a:off x="-25" y="656526"/>
            <a:ext cx="9143972" cy="4268100"/>
            <a:chOff x="-25" y="656526"/>
            <a:chExt cx="9143972" cy="4268100"/>
          </a:xfrm>
        </p:grpSpPr>
        <p:sp>
          <p:nvSpPr>
            <p:cNvPr id="464" name="Google Shape;464;p50"/>
            <p:cNvSpPr/>
            <p:nvPr/>
          </p:nvSpPr>
          <p:spPr>
            <a:xfrm rot="-5400000">
              <a:off x="-110875" y="767376"/>
              <a:ext cx="4268100" cy="4046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gtree SemiBold"/>
                <a:ea typeface="Figtree SemiBold"/>
                <a:cs typeface="Figtree SemiBold"/>
                <a:sym typeface="Figtree SemiBold"/>
              </a:endParaRPr>
            </a:p>
          </p:txBody>
        </p:sp>
        <p:sp>
          <p:nvSpPr>
            <p:cNvPr id="465" name="Google Shape;465;p50"/>
            <p:cNvSpPr/>
            <p:nvPr/>
          </p:nvSpPr>
          <p:spPr>
            <a:xfrm rot="-5400000">
              <a:off x="2437854" y="767376"/>
              <a:ext cx="4268100" cy="4046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gtree SemiBold"/>
                <a:ea typeface="Figtree SemiBold"/>
                <a:cs typeface="Figtree SemiBold"/>
                <a:sym typeface="Figtree SemiBold"/>
              </a:endParaRPr>
            </a:p>
          </p:txBody>
        </p:sp>
        <p:sp>
          <p:nvSpPr>
            <p:cNvPr id="466" name="Google Shape;466;p50"/>
            <p:cNvSpPr/>
            <p:nvPr/>
          </p:nvSpPr>
          <p:spPr>
            <a:xfrm rot="-5400000">
              <a:off x="4986697" y="767376"/>
              <a:ext cx="4268100" cy="4046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gtree SemiBold"/>
                <a:ea typeface="Figtree SemiBold"/>
                <a:cs typeface="Figtree SemiBold"/>
                <a:sym typeface="Figtree SemiBold"/>
              </a:endParaRPr>
            </a:p>
          </p:txBody>
        </p:sp>
      </p:grpSp>
      <p:sp>
        <p:nvSpPr>
          <p:cNvPr id="467" name="Google Shape;467;p50"/>
          <p:cNvSpPr/>
          <p:nvPr/>
        </p:nvSpPr>
        <p:spPr>
          <a:xfrm>
            <a:off x="110838" y="113400"/>
            <a:ext cx="7947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468" name="Google Shape;468;p50"/>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cxnSp>
        <p:nvCxnSpPr>
          <p:cNvPr id="469" name="Google Shape;469;p50"/>
          <p:cNvCxnSpPr/>
          <p:nvPr/>
        </p:nvCxnSpPr>
        <p:spPr>
          <a:xfrm>
            <a:off x="111000" y="443900"/>
            <a:ext cx="8922000" cy="0"/>
          </a:xfrm>
          <a:prstGeom prst="straightConnector1">
            <a:avLst/>
          </a:prstGeom>
          <a:noFill/>
          <a:ln cap="flat" cmpd="sng" w="9525">
            <a:solidFill>
              <a:schemeClr val="lt1"/>
            </a:solidFill>
            <a:prstDash val="solid"/>
            <a:round/>
            <a:headEnd len="med" w="med" type="none"/>
            <a:tailEnd len="med" w="med" type="none"/>
          </a:ln>
        </p:spPr>
      </p:cxnSp>
      <p:sp>
        <p:nvSpPr>
          <p:cNvPr id="470" name="Google Shape;470;p50"/>
          <p:cNvSpPr txBox="1"/>
          <p:nvPr>
            <p:ph type="ctrTitle"/>
          </p:nvPr>
        </p:nvSpPr>
        <p:spPr>
          <a:xfrm>
            <a:off x="1313250" y="2109413"/>
            <a:ext cx="6517500" cy="1362300"/>
          </a:xfrm>
          <a:prstGeom prst="rect">
            <a:avLst/>
          </a:prstGeom>
        </p:spPr>
        <p:txBody>
          <a:bodyPr anchorCtr="0" anchor="ctr" bIns="91425" lIns="91425" spcFirstLastPara="1" rIns="91425" wrap="square" tIns="91425">
            <a:normAutofit/>
          </a:bodyPr>
          <a:lstStyle>
            <a:lvl1pPr lvl="0">
              <a:spcBef>
                <a:spcPts val="0"/>
              </a:spcBef>
              <a:spcAft>
                <a:spcPts val="0"/>
              </a:spcAft>
              <a:buSzPts val="5000"/>
              <a:buNone/>
              <a:defRPr sz="5000"/>
            </a:lvl1pPr>
            <a:lvl2pPr lvl="1">
              <a:spcBef>
                <a:spcPts val="0"/>
              </a:spcBef>
              <a:spcAft>
                <a:spcPts val="0"/>
              </a:spcAft>
              <a:buSzPts val="5000"/>
              <a:buNone/>
              <a:defRPr sz="5000"/>
            </a:lvl2pPr>
            <a:lvl3pPr lvl="2">
              <a:spcBef>
                <a:spcPts val="0"/>
              </a:spcBef>
              <a:spcAft>
                <a:spcPts val="0"/>
              </a:spcAft>
              <a:buSzPts val="5000"/>
              <a:buNone/>
              <a:defRPr sz="5000"/>
            </a:lvl3pPr>
            <a:lvl4pPr lvl="3">
              <a:spcBef>
                <a:spcPts val="0"/>
              </a:spcBef>
              <a:spcAft>
                <a:spcPts val="0"/>
              </a:spcAft>
              <a:buSzPts val="5000"/>
              <a:buNone/>
              <a:defRPr sz="5000"/>
            </a:lvl4pPr>
            <a:lvl5pPr lvl="4">
              <a:spcBef>
                <a:spcPts val="0"/>
              </a:spcBef>
              <a:spcAft>
                <a:spcPts val="0"/>
              </a:spcAft>
              <a:buSzPts val="5000"/>
              <a:buNone/>
              <a:defRPr sz="5000"/>
            </a:lvl5pPr>
            <a:lvl6pPr lvl="5">
              <a:spcBef>
                <a:spcPts val="0"/>
              </a:spcBef>
              <a:spcAft>
                <a:spcPts val="0"/>
              </a:spcAft>
              <a:buSzPts val="5000"/>
              <a:buNone/>
              <a:defRPr sz="5000"/>
            </a:lvl6pPr>
            <a:lvl7pPr lvl="6">
              <a:spcBef>
                <a:spcPts val="0"/>
              </a:spcBef>
              <a:spcAft>
                <a:spcPts val="0"/>
              </a:spcAft>
              <a:buSzPts val="5000"/>
              <a:buNone/>
              <a:defRPr sz="5000"/>
            </a:lvl7pPr>
            <a:lvl8pPr lvl="7">
              <a:spcBef>
                <a:spcPts val="0"/>
              </a:spcBef>
              <a:spcAft>
                <a:spcPts val="0"/>
              </a:spcAft>
              <a:buSzPts val="5000"/>
              <a:buNone/>
              <a:defRPr sz="5000"/>
            </a:lvl8pPr>
            <a:lvl9pPr lvl="8">
              <a:spcBef>
                <a:spcPts val="0"/>
              </a:spcBef>
              <a:spcAft>
                <a:spcPts val="0"/>
              </a:spcAft>
              <a:buSzPts val="5000"/>
              <a:buNone/>
              <a:defRPr sz="5000"/>
            </a:lvl9pPr>
          </a:lstStyle>
          <a:p/>
        </p:txBody>
      </p:sp>
      <p:sp>
        <p:nvSpPr>
          <p:cNvPr id="471" name="Google Shape;471;p50"/>
          <p:cNvSpPr/>
          <p:nvPr/>
        </p:nvSpPr>
        <p:spPr>
          <a:xfrm>
            <a:off x="74437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472" name="Google Shape;472;p50"/>
          <p:cNvSpPr/>
          <p:nvPr/>
        </p:nvSpPr>
        <p:spPr>
          <a:xfrm>
            <a:off x="57764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473" name="Google Shape;473;p50"/>
          <p:cNvSpPr txBox="1"/>
          <p:nvPr>
            <p:ph idx="1" type="subTitle"/>
          </p:nvPr>
        </p:nvSpPr>
        <p:spPr>
          <a:xfrm>
            <a:off x="5809350"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
        <p:nvSpPr>
          <p:cNvPr id="474" name="Google Shape;474;p50"/>
          <p:cNvSpPr txBox="1"/>
          <p:nvPr>
            <p:ph idx="2" type="subTitle"/>
          </p:nvPr>
        </p:nvSpPr>
        <p:spPr>
          <a:xfrm>
            <a:off x="7476775"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lank" type="blank">
  <p:cSld name="BLANK">
    <p:bg>
      <p:bgPr>
        <a:solidFill>
          <a:schemeClr val="dk2"/>
        </a:solidFill>
      </p:bgPr>
    </p:bg>
    <p:spTree>
      <p:nvGrpSpPr>
        <p:cNvPr id="475" name="Shape 475"/>
        <p:cNvGrpSpPr/>
        <p:nvPr/>
      </p:nvGrpSpPr>
      <p:grpSpPr>
        <a:xfrm>
          <a:off x="0" y="0"/>
          <a:ext cx="0" cy="0"/>
          <a:chOff x="0" y="0"/>
          <a:chExt cx="0" cy="0"/>
        </a:xfrm>
      </p:grpSpPr>
      <p:sp>
        <p:nvSpPr>
          <p:cNvPr id="476" name="Google Shape;476;p51"/>
          <p:cNvSpPr/>
          <p:nvPr/>
        </p:nvSpPr>
        <p:spPr>
          <a:xfrm>
            <a:off x="110838" y="113400"/>
            <a:ext cx="7947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477" name="Google Shape;477;p51"/>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cxnSp>
        <p:nvCxnSpPr>
          <p:cNvPr id="478" name="Google Shape;478;p51"/>
          <p:cNvCxnSpPr/>
          <p:nvPr/>
        </p:nvCxnSpPr>
        <p:spPr>
          <a:xfrm>
            <a:off x="111000" y="443900"/>
            <a:ext cx="8922000" cy="0"/>
          </a:xfrm>
          <a:prstGeom prst="straightConnector1">
            <a:avLst/>
          </a:prstGeom>
          <a:noFill/>
          <a:ln cap="flat" cmpd="sng" w="9525">
            <a:solidFill>
              <a:schemeClr val="lt1"/>
            </a:solidFill>
            <a:prstDash val="solid"/>
            <a:round/>
            <a:headEnd len="med" w="med" type="none"/>
            <a:tailEnd len="med" w="med" type="none"/>
          </a:ln>
        </p:spPr>
      </p:cxnSp>
      <p:sp>
        <p:nvSpPr>
          <p:cNvPr id="479" name="Google Shape;479;p51"/>
          <p:cNvSpPr/>
          <p:nvPr/>
        </p:nvSpPr>
        <p:spPr>
          <a:xfrm>
            <a:off x="74437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480" name="Google Shape;480;p51"/>
          <p:cNvSpPr/>
          <p:nvPr/>
        </p:nvSpPr>
        <p:spPr>
          <a:xfrm>
            <a:off x="57764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481" name="Google Shape;481;p51"/>
          <p:cNvSpPr txBox="1"/>
          <p:nvPr>
            <p:ph idx="1" type="subTitle"/>
          </p:nvPr>
        </p:nvSpPr>
        <p:spPr>
          <a:xfrm>
            <a:off x="5809350"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
        <p:nvSpPr>
          <p:cNvPr id="482" name="Google Shape;482;p51"/>
          <p:cNvSpPr txBox="1"/>
          <p:nvPr>
            <p:ph idx="2" type="subTitle"/>
          </p:nvPr>
        </p:nvSpPr>
        <p:spPr>
          <a:xfrm>
            <a:off x="7476775"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483" name="Shape 483"/>
        <p:cNvGrpSpPr/>
        <p:nvPr/>
      </p:nvGrpSpPr>
      <p:grpSpPr>
        <a:xfrm>
          <a:off x="0" y="0"/>
          <a:ext cx="0" cy="0"/>
          <a:chOff x="0" y="0"/>
          <a:chExt cx="0" cy="0"/>
        </a:xfrm>
      </p:grpSpPr>
      <p:sp>
        <p:nvSpPr>
          <p:cNvPr id="484" name="Google Shape;484;p52"/>
          <p:cNvSpPr txBox="1"/>
          <p:nvPr>
            <p:ph type="title"/>
          </p:nvPr>
        </p:nvSpPr>
        <p:spPr>
          <a:xfrm>
            <a:off x="311700" y="445025"/>
            <a:ext cx="8520600" cy="572700"/>
          </a:xfrm>
          <a:prstGeom prst="rect">
            <a:avLst/>
          </a:prstGeom>
        </p:spPr>
        <p:txBody>
          <a:bodyPr anchorCtr="0" anchor="b" bIns="0" lIns="0" spcFirstLastPara="1" rIns="0" wrap="square" tIns="0">
            <a:norm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485" name="Google Shape;485;p52"/>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86" name="Google Shape;486;p5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3">
    <p:spTree>
      <p:nvGrpSpPr>
        <p:cNvPr id="487" name="Shape 487"/>
        <p:cNvGrpSpPr/>
        <p:nvPr/>
      </p:nvGrpSpPr>
      <p:grpSpPr>
        <a:xfrm>
          <a:off x="0" y="0"/>
          <a:ext cx="0" cy="0"/>
          <a:chOff x="0" y="0"/>
          <a:chExt cx="0" cy="0"/>
        </a:xfrm>
      </p:grpSpPr>
      <p:sp>
        <p:nvSpPr>
          <p:cNvPr id="488" name="Google Shape;488;p53"/>
          <p:cNvSpPr txBox="1"/>
          <p:nvPr>
            <p:ph type="title"/>
          </p:nvPr>
        </p:nvSpPr>
        <p:spPr>
          <a:xfrm>
            <a:off x="311700" y="445025"/>
            <a:ext cx="8520600" cy="572700"/>
          </a:xfrm>
          <a:prstGeom prst="rect">
            <a:avLst/>
          </a:prstGeom>
        </p:spPr>
        <p:txBody>
          <a:bodyPr anchorCtr="0" anchor="b" bIns="0" lIns="0" spcFirstLastPara="1" rIns="0" wrap="square" tIns="0">
            <a:norm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489" name="Google Shape;489;p53"/>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90" name="Google Shape;490;p5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_1">
    <p:spTree>
      <p:nvGrpSpPr>
        <p:cNvPr id="495" name="Shape 495"/>
        <p:cNvGrpSpPr/>
        <p:nvPr/>
      </p:nvGrpSpPr>
      <p:grpSpPr>
        <a:xfrm>
          <a:off x="0" y="0"/>
          <a:ext cx="0" cy="0"/>
          <a:chOff x="0" y="0"/>
          <a:chExt cx="0" cy="0"/>
        </a:xfrm>
      </p:grpSpPr>
      <p:sp>
        <p:nvSpPr>
          <p:cNvPr id="496" name="Google Shape;496;p55"/>
          <p:cNvSpPr txBox="1"/>
          <p:nvPr>
            <p:ph type="title"/>
          </p:nvPr>
        </p:nvSpPr>
        <p:spPr>
          <a:xfrm>
            <a:off x="311700" y="2150850"/>
            <a:ext cx="8520600" cy="841800"/>
          </a:xfrm>
          <a:prstGeom prst="rect">
            <a:avLst/>
          </a:prstGeom>
        </p:spPr>
        <p:txBody>
          <a:bodyPr anchorCtr="0" anchor="ctr" bIns="0" lIns="0" spcFirstLastPara="1" rIns="0" wrap="square" tIns="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97" name="Google Shape;497;p5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498" name="Shape 498"/>
        <p:cNvGrpSpPr/>
        <p:nvPr/>
      </p:nvGrpSpPr>
      <p:grpSpPr>
        <a:xfrm>
          <a:off x="0" y="0"/>
          <a:ext cx="0" cy="0"/>
          <a:chOff x="0" y="0"/>
          <a:chExt cx="0" cy="0"/>
        </a:xfrm>
      </p:grpSpPr>
      <p:sp>
        <p:nvSpPr>
          <p:cNvPr id="499" name="Google Shape;499;p56"/>
          <p:cNvSpPr txBox="1"/>
          <p:nvPr>
            <p:ph type="title"/>
          </p:nvPr>
        </p:nvSpPr>
        <p:spPr>
          <a:xfrm>
            <a:off x="311700" y="445025"/>
            <a:ext cx="8520600" cy="572700"/>
          </a:xfrm>
          <a:prstGeom prst="rect">
            <a:avLst/>
          </a:prstGeom>
        </p:spPr>
        <p:txBody>
          <a:bodyPr anchorCtr="0" anchor="b" bIns="0" lIns="0" spcFirstLastPara="1" rIns="0" wrap="square" tIns="0">
            <a:norm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500" name="Google Shape;500;p56"/>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01" name="Google Shape;501;p5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502" name="Shape 502"/>
        <p:cNvGrpSpPr/>
        <p:nvPr/>
      </p:nvGrpSpPr>
      <p:grpSpPr>
        <a:xfrm>
          <a:off x="0" y="0"/>
          <a:ext cx="0" cy="0"/>
          <a:chOff x="0" y="0"/>
          <a:chExt cx="0" cy="0"/>
        </a:xfrm>
      </p:grpSpPr>
      <p:sp>
        <p:nvSpPr>
          <p:cNvPr id="503" name="Google Shape;503;p57"/>
          <p:cNvSpPr txBox="1"/>
          <p:nvPr>
            <p:ph type="title"/>
          </p:nvPr>
        </p:nvSpPr>
        <p:spPr>
          <a:xfrm>
            <a:off x="311700" y="445025"/>
            <a:ext cx="8520600" cy="572700"/>
          </a:xfrm>
          <a:prstGeom prst="rect">
            <a:avLst/>
          </a:prstGeom>
        </p:spPr>
        <p:txBody>
          <a:bodyPr anchorCtr="0" anchor="b" bIns="0" lIns="0" spcFirstLastPara="1" rIns="0" wrap="square" tIns="0">
            <a:norm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504" name="Google Shape;504;p57"/>
          <p:cNvSpPr txBox="1"/>
          <p:nvPr>
            <p:ph idx="1" type="body"/>
          </p:nvPr>
        </p:nvSpPr>
        <p:spPr>
          <a:xfrm>
            <a:off x="311700" y="1152475"/>
            <a:ext cx="3999900" cy="34164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05" name="Google Shape;505;p5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06" name="Google Shape;506;p5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507" name="Shape 507"/>
        <p:cNvGrpSpPr/>
        <p:nvPr/>
      </p:nvGrpSpPr>
      <p:grpSpPr>
        <a:xfrm>
          <a:off x="0" y="0"/>
          <a:ext cx="0" cy="0"/>
          <a:chOff x="0" y="0"/>
          <a:chExt cx="0" cy="0"/>
        </a:xfrm>
      </p:grpSpPr>
      <p:sp>
        <p:nvSpPr>
          <p:cNvPr id="508" name="Google Shape;508;p58"/>
          <p:cNvSpPr txBox="1"/>
          <p:nvPr>
            <p:ph type="title"/>
          </p:nvPr>
        </p:nvSpPr>
        <p:spPr>
          <a:xfrm>
            <a:off x="311700" y="445025"/>
            <a:ext cx="8520600" cy="572700"/>
          </a:xfrm>
          <a:prstGeom prst="rect">
            <a:avLst/>
          </a:prstGeom>
        </p:spPr>
        <p:txBody>
          <a:bodyPr anchorCtr="0" anchor="b" bIns="0" lIns="0" spcFirstLastPara="1" rIns="0" wrap="square" tIns="0">
            <a:norm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509" name="Google Shape;509;p5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510" name="Shape 510"/>
        <p:cNvGrpSpPr/>
        <p:nvPr/>
      </p:nvGrpSpPr>
      <p:grpSpPr>
        <a:xfrm>
          <a:off x="0" y="0"/>
          <a:ext cx="0" cy="0"/>
          <a:chOff x="0" y="0"/>
          <a:chExt cx="0" cy="0"/>
        </a:xfrm>
      </p:grpSpPr>
      <p:sp>
        <p:nvSpPr>
          <p:cNvPr id="511" name="Google Shape;511;p59"/>
          <p:cNvSpPr txBox="1"/>
          <p:nvPr>
            <p:ph type="title"/>
          </p:nvPr>
        </p:nvSpPr>
        <p:spPr>
          <a:xfrm>
            <a:off x="311700" y="555600"/>
            <a:ext cx="2808000" cy="755700"/>
          </a:xfrm>
          <a:prstGeom prst="rect">
            <a:avLst/>
          </a:prstGeom>
        </p:spPr>
        <p:txBody>
          <a:bodyPr anchorCtr="0" anchor="b" bIns="0" lIns="0" spcFirstLastPara="1" rIns="0" wrap="square" tIns="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12" name="Google Shape;512;p59"/>
          <p:cNvSpPr txBox="1"/>
          <p:nvPr>
            <p:ph idx="1" type="body"/>
          </p:nvPr>
        </p:nvSpPr>
        <p:spPr>
          <a:xfrm>
            <a:off x="311700" y="1389600"/>
            <a:ext cx="2808000" cy="3179400"/>
          </a:xfrm>
          <a:prstGeom prst="rect">
            <a:avLst/>
          </a:prstGeom>
          <a:noFill/>
          <a:ln>
            <a:noFill/>
          </a:ln>
        </p:spPr>
        <p:txBody>
          <a:bodyPr anchorCtr="0" anchor="ctr"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13" name="Google Shape;513;p5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514" name="Shape 514"/>
        <p:cNvGrpSpPr/>
        <p:nvPr/>
      </p:nvGrpSpPr>
      <p:grpSpPr>
        <a:xfrm>
          <a:off x="0" y="0"/>
          <a:ext cx="0" cy="0"/>
          <a:chOff x="0" y="0"/>
          <a:chExt cx="0" cy="0"/>
        </a:xfrm>
      </p:grpSpPr>
      <p:sp>
        <p:nvSpPr>
          <p:cNvPr id="515" name="Google Shape;515;p60"/>
          <p:cNvSpPr txBox="1"/>
          <p:nvPr>
            <p:ph type="title"/>
          </p:nvPr>
        </p:nvSpPr>
        <p:spPr>
          <a:xfrm>
            <a:off x="490250" y="450150"/>
            <a:ext cx="6367800" cy="4090800"/>
          </a:xfrm>
          <a:prstGeom prst="rect">
            <a:avLst/>
          </a:prstGeom>
        </p:spPr>
        <p:txBody>
          <a:bodyPr anchorCtr="0" anchor="ctr" bIns="0" lIns="0" spcFirstLastPara="1" rIns="0" wrap="square" tIns="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16" name="Google Shape;516;p6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_1">
    <p:spTree>
      <p:nvGrpSpPr>
        <p:cNvPr id="517" name="Shape 517"/>
        <p:cNvGrpSpPr/>
        <p:nvPr/>
      </p:nvGrpSpPr>
      <p:grpSpPr>
        <a:xfrm>
          <a:off x="0" y="0"/>
          <a:ext cx="0" cy="0"/>
          <a:chOff x="0" y="0"/>
          <a:chExt cx="0" cy="0"/>
        </a:xfrm>
      </p:grpSpPr>
      <p:sp>
        <p:nvSpPr>
          <p:cNvPr id="518" name="Google Shape;518;p6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61"/>
          <p:cNvSpPr txBox="1"/>
          <p:nvPr>
            <p:ph type="title"/>
          </p:nvPr>
        </p:nvSpPr>
        <p:spPr>
          <a:xfrm>
            <a:off x="265500" y="1233175"/>
            <a:ext cx="4045200" cy="1482300"/>
          </a:xfrm>
          <a:prstGeom prst="rect">
            <a:avLst/>
          </a:prstGeom>
        </p:spPr>
        <p:txBody>
          <a:bodyPr anchorCtr="0" anchor="b" bIns="0" lIns="0" spcFirstLastPara="1" rIns="0" wrap="square" tIns="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520" name="Google Shape;520;p61"/>
          <p:cNvSpPr txBox="1"/>
          <p:nvPr>
            <p:ph idx="1" type="subTitle"/>
          </p:nvPr>
        </p:nvSpPr>
        <p:spPr>
          <a:xfrm>
            <a:off x="265500" y="2803075"/>
            <a:ext cx="4045200" cy="12351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521" name="Google Shape;521;p6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22" name="Google Shape;522;p6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_1">
    <p:spTree>
      <p:nvGrpSpPr>
        <p:cNvPr id="523" name="Shape 523"/>
        <p:cNvGrpSpPr/>
        <p:nvPr/>
      </p:nvGrpSpPr>
      <p:grpSpPr>
        <a:xfrm>
          <a:off x="0" y="0"/>
          <a:ext cx="0" cy="0"/>
          <a:chOff x="0" y="0"/>
          <a:chExt cx="0" cy="0"/>
        </a:xfrm>
      </p:grpSpPr>
      <p:sp>
        <p:nvSpPr>
          <p:cNvPr id="524" name="Google Shape;524;p6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spcBef>
                <a:spcPts val="0"/>
              </a:spcBef>
              <a:spcAft>
                <a:spcPts val="0"/>
              </a:spcAft>
              <a:buSzPts val="1400"/>
              <a:buNone/>
              <a:defRPr/>
            </a:lvl1pPr>
          </a:lstStyle>
          <a:p/>
        </p:txBody>
      </p:sp>
      <p:sp>
        <p:nvSpPr>
          <p:cNvPr id="525" name="Google Shape;525;p6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_3">
    <p:spTree>
      <p:nvGrpSpPr>
        <p:cNvPr id="526" name="Shape 526"/>
        <p:cNvGrpSpPr/>
        <p:nvPr/>
      </p:nvGrpSpPr>
      <p:grpSpPr>
        <a:xfrm>
          <a:off x="0" y="0"/>
          <a:ext cx="0" cy="0"/>
          <a:chOff x="0" y="0"/>
          <a:chExt cx="0" cy="0"/>
        </a:xfrm>
      </p:grpSpPr>
      <p:sp>
        <p:nvSpPr>
          <p:cNvPr id="527" name="Google Shape;527;p63"/>
          <p:cNvSpPr txBox="1"/>
          <p:nvPr>
            <p:ph hasCustomPrompt="1" type="title"/>
          </p:nvPr>
        </p:nvSpPr>
        <p:spPr>
          <a:xfrm>
            <a:off x="311700" y="1106125"/>
            <a:ext cx="8520600" cy="1963500"/>
          </a:xfrm>
          <a:prstGeom prst="rect">
            <a:avLst/>
          </a:prstGeom>
        </p:spPr>
        <p:txBody>
          <a:bodyPr anchorCtr="0" anchor="b" bIns="0" lIns="0" spcFirstLastPara="1" rIns="0" wrap="square" tIns="0">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528" name="Google Shape;528;p63"/>
          <p:cNvSpPr txBox="1"/>
          <p:nvPr>
            <p:ph idx="1" type="body"/>
          </p:nvPr>
        </p:nvSpPr>
        <p:spPr>
          <a:xfrm>
            <a:off x="311700" y="3152225"/>
            <a:ext cx="8520600" cy="1300800"/>
          </a:xfrm>
          <a:prstGeom prst="rect">
            <a:avLst/>
          </a:prstGeom>
          <a:noFill/>
          <a:ln>
            <a:noFill/>
          </a:ln>
        </p:spPr>
        <p:txBody>
          <a:bodyPr anchorCtr="0" anchor="ctr" bIns="91425" lIns="91425" spcFirstLastPara="1" rIns="91425" wrap="square" tIns="91425">
            <a:noAutofit/>
          </a:bodyPr>
          <a:lstStyle>
            <a:lvl1pPr indent="-317500" lvl="0" marL="457200" algn="ctr">
              <a:spcBef>
                <a:spcPts val="0"/>
              </a:spcBef>
              <a:spcAft>
                <a:spcPts val="0"/>
              </a:spcAft>
              <a:buSzPts val="14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9" name="Google Shape;529;p6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
  <p:cSld name="BLANK_1">
    <p:spTree>
      <p:nvGrpSpPr>
        <p:cNvPr id="530" name="Shape 530"/>
        <p:cNvGrpSpPr/>
        <p:nvPr/>
      </p:nvGrpSpPr>
      <p:grpSpPr>
        <a:xfrm>
          <a:off x="0" y="0"/>
          <a:ext cx="0" cy="0"/>
          <a:chOff x="0" y="0"/>
          <a:chExt cx="0" cy="0"/>
        </a:xfrm>
      </p:grpSpPr>
      <p:sp>
        <p:nvSpPr>
          <p:cNvPr id="531" name="Google Shape;531;p6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532" name="Shape 532"/>
        <p:cNvGrpSpPr/>
        <p:nvPr/>
      </p:nvGrpSpPr>
      <p:grpSpPr>
        <a:xfrm>
          <a:off x="0" y="0"/>
          <a:ext cx="0" cy="0"/>
          <a:chOff x="0" y="0"/>
          <a:chExt cx="0" cy="0"/>
        </a:xfrm>
      </p:grpSpPr>
      <p:sp>
        <p:nvSpPr>
          <p:cNvPr id="533" name="Google Shape;533;p65"/>
          <p:cNvSpPr txBox="1"/>
          <p:nvPr>
            <p:ph type="title"/>
          </p:nvPr>
        </p:nvSpPr>
        <p:spPr>
          <a:xfrm>
            <a:off x="677325" y="1832775"/>
            <a:ext cx="3217200" cy="1484100"/>
          </a:xfrm>
          <a:prstGeom prst="rect">
            <a:avLst/>
          </a:prstGeom>
        </p:spPr>
        <p:txBody>
          <a:bodyPr anchorCtr="0" anchor="ctr" bIns="0" lIns="0" spcFirstLastPara="1" rIns="0" wrap="square" tIns="0">
            <a:normAutofit/>
          </a:bodyPr>
          <a:lstStyle>
            <a:lvl1pPr lvl="0">
              <a:spcBef>
                <a:spcPts val="0"/>
              </a:spcBef>
              <a:spcAft>
                <a:spcPts val="0"/>
              </a:spcAft>
              <a:buSzPts val="4200"/>
              <a:buNone/>
              <a:defRPr sz="42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534" name="Google Shape;534;p6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35" name="Google Shape;535;p65"/>
          <p:cNvSpPr txBox="1"/>
          <p:nvPr>
            <p:ph idx="1" type="subTitle"/>
          </p:nvPr>
        </p:nvSpPr>
        <p:spPr>
          <a:xfrm>
            <a:off x="4406650" y="393750"/>
            <a:ext cx="4409700" cy="54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36" name="Google Shape;536;p65"/>
          <p:cNvSpPr txBox="1"/>
          <p:nvPr>
            <p:ph idx="2" type="subTitle"/>
          </p:nvPr>
        </p:nvSpPr>
        <p:spPr>
          <a:xfrm>
            <a:off x="4406650" y="1151705"/>
            <a:ext cx="4409700" cy="54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37" name="Google Shape;537;p65"/>
          <p:cNvSpPr txBox="1"/>
          <p:nvPr>
            <p:ph idx="3" type="subTitle"/>
          </p:nvPr>
        </p:nvSpPr>
        <p:spPr>
          <a:xfrm>
            <a:off x="4406650" y="3425570"/>
            <a:ext cx="4409700" cy="54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38" name="Google Shape;538;p65"/>
          <p:cNvSpPr txBox="1"/>
          <p:nvPr>
            <p:ph idx="4" type="subTitle"/>
          </p:nvPr>
        </p:nvSpPr>
        <p:spPr>
          <a:xfrm>
            <a:off x="4406650" y="1909660"/>
            <a:ext cx="4409700" cy="54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39" name="Google Shape;539;p65"/>
          <p:cNvSpPr txBox="1"/>
          <p:nvPr>
            <p:ph idx="5" type="subTitle"/>
          </p:nvPr>
        </p:nvSpPr>
        <p:spPr>
          <a:xfrm>
            <a:off x="4406650" y="4183525"/>
            <a:ext cx="4409700" cy="54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40" name="Google Shape;540;p65"/>
          <p:cNvSpPr txBox="1"/>
          <p:nvPr>
            <p:ph idx="6" type="subTitle"/>
          </p:nvPr>
        </p:nvSpPr>
        <p:spPr>
          <a:xfrm>
            <a:off x="4406650" y="2667615"/>
            <a:ext cx="4409700" cy="54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541" name="Shape 541"/>
        <p:cNvGrpSpPr/>
        <p:nvPr/>
      </p:nvGrpSpPr>
      <p:grpSpPr>
        <a:xfrm>
          <a:off x="0" y="0"/>
          <a:ext cx="0" cy="0"/>
          <a:chOff x="0" y="0"/>
          <a:chExt cx="0" cy="0"/>
        </a:xfrm>
      </p:grpSpPr>
      <p:sp>
        <p:nvSpPr>
          <p:cNvPr id="542" name="Google Shape;542;p66"/>
          <p:cNvSpPr txBox="1"/>
          <p:nvPr>
            <p:ph type="title"/>
          </p:nvPr>
        </p:nvSpPr>
        <p:spPr>
          <a:xfrm>
            <a:off x="311700" y="445025"/>
            <a:ext cx="8520600" cy="572700"/>
          </a:xfrm>
          <a:prstGeom prst="rect">
            <a:avLst/>
          </a:prstGeom>
        </p:spPr>
        <p:txBody>
          <a:bodyPr anchorCtr="0" anchor="b" bIns="0" lIns="0" spcFirstLastPara="1" rIns="0" wrap="square" tIns="0">
            <a:norm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543" name="Google Shape;543;p66"/>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323850" lvl="0" marL="457200">
              <a:spcBef>
                <a:spcPts val="0"/>
              </a:spcBef>
              <a:spcAft>
                <a:spcPts val="0"/>
              </a:spcAft>
              <a:buSzPts val="15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544" name="Google Shape;544;p66"/>
          <p:cNvSpPr/>
          <p:nvPr>
            <p:ph idx="2" type="pic"/>
          </p:nvPr>
        </p:nvSpPr>
        <p:spPr>
          <a:xfrm>
            <a:off x="4992024" y="1152775"/>
            <a:ext cx="3840300" cy="3416400"/>
          </a:xfrm>
          <a:prstGeom prst="rect">
            <a:avLst/>
          </a:prstGeom>
          <a:noFill/>
          <a:ln>
            <a:noFill/>
          </a:ln>
        </p:spPr>
      </p:sp>
      <p:sp>
        <p:nvSpPr>
          <p:cNvPr id="545" name="Google Shape;545;p6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
    <p:spTree>
      <p:nvGrpSpPr>
        <p:cNvPr id="546" name="Shape 546"/>
        <p:cNvGrpSpPr/>
        <p:nvPr/>
      </p:nvGrpSpPr>
      <p:grpSpPr>
        <a:xfrm>
          <a:off x="0" y="0"/>
          <a:ext cx="0" cy="0"/>
          <a:chOff x="0" y="0"/>
          <a:chExt cx="0" cy="0"/>
        </a:xfrm>
      </p:grpSpPr>
      <p:sp>
        <p:nvSpPr>
          <p:cNvPr id="547" name="Google Shape;547;p6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48" name="Google Shape;548;p67"/>
          <p:cNvSpPr txBox="1"/>
          <p:nvPr>
            <p:ph type="title"/>
          </p:nvPr>
        </p:nvSpPr>
        <p:spPr>
          <a:xfrm>
            <a:off x="483175" y="450025"/>
            <a:ext cx="8184600" cy="758100"/>
          </a:xfrm>
          <a:prstGeom prst="rect">
            <a:avLst/>
          </a:prstGeom>
        </p:spPr>
        <p:txBody>
          <a:bodyPr anchorCtr="0" anchor="ctr" bIns="0" lIns="0" spcFirstLastPara="1" rIns="0" wrap="square" tIns="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9" name="Google Shape;549;p67"/>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323850" lvl="0" marL="457200">
              <a:spcBef>
                <a:spcPts val="0"/>
              </a:spcBef>
              <a:spcAft>
                <a:spcPts val="0"/>
              </a:spcAft>
              <a:buSzPts val="15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550" name="Google Shape;550;p67"/>
          <p:cNvSpPr txBox="1"/>
          <p:nvPr>
            <p:ph idx="2" type="body"/>
          </p:nvPr>
        </p:nvSpPr>
        <p:spPr>
          <a:xfrm>
            <a:off x="5048000" y="2237788"/>
            <a:ext cx="3619800" cy="23736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51" name="Google Shape;551;p67"/>
          <p:cNvSpPr txBox="1"/>
          <p:nvPr>
            <p:ph idx="3" type="subTitle"/>
          </p:nvPr>
        </p:nvSpPr>
        <p:spPr>
          <a:xfrm>
            <a:off x="483150" y="1336161"/>
            <a:ext cx="3619800" cy="54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2" name="Google Shape;552;p67"/>
          <p:cNvSpPr txBox="1"/>
          <p:nvPr>
            <p:ph idx="4" type="subTitle"/>
          </p:nvPr>
        </p:nvSpPr>
        <p:spPr>
          <a:xfrm>
            <a:off x="5048000" y="1336161"/>
            <a:ext cx="3619800" cy="54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553" name="Shape 553"/>
        <p:cNvGrpSpPr/>
        <p:nvPr/>
      </p:nvGrpSpPr>
      <p:grpSpPr>
        <a:xfrm>
          <a:off x="0" y="0"/>
          <a:ext cx="0" cy="0"/>
          <a:chOff x="0" y="0"/>
          <a:chExt cx="0" cy="0"/>
        </a:xfrm>
      </p:grpSpPr>
      <p:sp>
        <p:nvSpPr>
          <p:cNvPr id="554" name="Google Shape;554;p6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55" name="Google Shape;555;p68"/>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323850" lvl="0" marL="457200">
              <a:spcBef>
                <a:spcPts val="0"/>
              </a:spcBef>
              <a:spcAft>
                <a:spcPts val="0"/>
              </a:spcAft>
              <a:buSzPts val="15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556" name="Google Shape;556;p68"/>
          <p:cNvSpPr txBox="1"/>
          <p:nvPr>
            <p:ph idx="2" type="body"/>
          </p:nvPr>
        </p:nvSpPr>
        <p:spPr>
          <a:xfrm>
            <a:off x="3347725" y="2417500"/>
            <a:ext cx="2455500" cy="23736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57" name="Google Shape;557;p68"/>
          <p:cNvSpPr txBox="1"/>
          <p:nvPr>
            <p:ph idx="3" type="body"/>
          </p:nvPr>
        </p:nvSpPr>
        <p:spPr>
          <a:xfrm>
            <a:off x="6212275" y="2417500"/>
            <a:ext cx="2455500" cy="23736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58" name="Google Shape;558;p68"/>
          <p:cNvSpPr txBox="1"/>
          <p:nvPr>
            <p:ph type="title"/>
          </p:nvPr>
        </p:nvSpPr>
        <p:spPr>
          <a:xfrm>
            <a:off x="483175" y="450025"/>
            <a:ext cx="8184600" cy="758100"/>
          </a:xfrm>
          <a:prstGeom prst="rect">
            <a:avLst/>
          </a:prstGeom>
        </p:spPr>
        <p:txBody>
          <a:bodyPr anchorCtr="0" anchor="ctr" bIns="0" lIns="0" spcFirstLastPara="1" rIns="0" wrap="square" tIns="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59" name="Google Shape;559;p68"/>
          <p:cNvSpPr txBox="1"/>
          <p:nvPr>
            <p:ph idx="4" type="subTitle"/>
          </p:nvPr>
        </p:nvSpPr>
        <p:spPr>
          <a:xfrm>
            <a:off x="483175" y="1336150"/>
            <a:ext cx="2455500" cy="778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60" name="Google Shape;560;p68"/>
          <p:cNvSpPr txBox="1"/>
          <p:nvPr>
            <p:ph idx="5" type="subTitle"/>
          </p:nvPr>
        </p:nvSpPr>
        <p:spPr>
          <a:xfrm>
            <a:off x="3347725" y="1336150"/>
            <a:ext cx="2455500" cy="778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61" name="Google Shape;561;p68"/>
          <p:cNvSpPr txBox="1"/>
          <p:nvPr>
            <p:ph idx="6" type="subTitle"/>
          </p:nvPr>
        </p:nvSpPr>
        <p:spPr>
          <a:xfrm>
            <a:off x="6212275" y="1336150"/>
            <a:ext cx="2455500" cy="778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562" name="Shape 562"/>
        <p:cNvGrpSpPr/>
        <p:nvPr/>
      </p:nvGrpSpPr>
      <p:grpSpPr>
        <a:xfrm>
          <a:off x="0" y="0"/>
          <a:ext cx="0" cy="0"/>
          <a:chOff x="0" y="0"/>
          <a:chExt cx="0" cy="0"/>
        </a:xfrm>
      </p:grpSpPr>
      <p:sp>
        <p:nvSpPr>
          <p:cNvPr id="563" name="Google Shape;563;p6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64" name="Google Shape;564;p69"/>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565" name="Google Shape;565;p69"/>
          <p:cNvSpPr txBox="1"/>
          <p:nvPr>
            <p:ph idx="2" type="body"/>
          </p:nvPr>
        </p:nvSpPr>
        <p:spPr>
          <a:xfrm>
            <a:off x="4938725" y="1759093"/>
            <a:ext cx="3838500" cy="11385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66" name="Google Shape;566;p69"/>
          <p:cNvSpPr txBox="1"/>
          <p:nvPr>
            <p:ph idx="3" type="body"/>
          </p:nvPr>
        </p:nvSpPr>
        <p:spPr>
          <a:xfrm>
            <a:off x="366750" y="3648575"/>
            <a:ext cx="3838500" cy="11385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67" name="Google Shape;567;p69"/>
          <p:cNvSpPr txBox="1"/>
          <p:nvPr>
            <p:ph idx="4" type="body"/>
          </p:nvPr>
        </p:nvSpPr>
        <p:spPr>
          <a:xfrm>
            <a:off x="4938750" y="3648575"/>
            <a:ext cx="3838500" cy="11385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68" name="Google Shape;568;p69"/>
          <p:cNvSpPr txBox="1"/>
          <p:nvPr>
            <p:ph type="title"/>
          </p:nvPr>
        </p:nvSpPr>
        <p:spPr>
          <a:xfrm>
            <a:off x="366750" y="450025"/>
            <a:ext cx="8184600" cy="758100"/>
          </a:xfrm>
          <a:prstGeom prst="rect">
            <a:avLst/>
          </a:prstGeom>
        </p:spPr>
        <p:txBody>
          <a:bodyPr anchorCtr="0" anchor="ctr" bIns="0" lIns="0" spcFirstLastPara="1" rIns="0" wrap="square" tIns="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69" name="Google Shape;569;p69"/>
          <p:cNvSpPr txBox="1"/>
          <p:nvPr>
            <p:ph idx="5" type="subTitle"/>
          </p:nvPr>
        </p:nvSpPr>
        <p:spPr>
          <a:xfrm>
            <a:off x="366763" y="1277907"/>
            <a:ext cx="3838500" cy="481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70" name="Google Shape;570;p69"/>
          <p:cNvSpPr txBox="1"/>
          <p:nvPr>
            <p:ph idx="6" type="subTitle"/>
          </p:nvPr>
        </p:nvSpPr>
        <p:spPr>
          <a:xfrm>
            <a:off x="4938738" y="1277907"/>
            <a:ext cx="3838500" cy="481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71" name="Google Shape;571;p69"/>
          <p:cNvSpPr txBox="1"/>
          <p:nvPr>
            <p:ph idx="7" type="subTitle"/>
          </p:nvPr>
        </p:nvSpPr>
        <p:spPr>
          <a:xfrm>
            <a:off x="4938761" y="3167363"/>
            <a:ext cx="3838500" cy="481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72" name="Google Shape;572;p69"/>
          <p:cNvSpPr txBox="1"/>
          <p:nvPr>
            <p:ph idx="8" type="subTitle"/>
          </p:nvPr>
        </p:nvSpPr>
        <p:spPr>
          <a:xfrm>
            <a:off x="366750" y="3167363"/>
            <a:ext cx="3838500" cy="481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573" name="Shape 573"/>
        <p:cNvGrpSpPr/>
        <p:nvPr/>
      </p:nvGrpSpPr>
      <p:grpSpPr>
        <a:xfrm>
          <a:off x="0" y="0"/>
          <a:ext cx="0" cy="0"/>
          <a:chOff x="0" y="0"/>
          <a:chExt cx="0" cy="0"/>
        </a:xfrm>
      </p:grpSpPr>
      <p:sp>
        <p:nvSpPr>
          <p:cNvPr id="574" name="Google Shape;574;p70"/>
          <p:cNvSpPr txBox="1"/>
          <p:nvPr>
            <p:ph type="title"/>
          </p:nvPr>
        </p:nvSpPr>
        <p:spPr>
          <a:xfrm>
            <a:off x="311700" y="445025"/>
            <a:ext cx="8520600" cy="572700"/>
          </a:xfrm>
          <a:prstGeom prst="rect">
            <a:avLst/>
          </a:prstGeom>
        </p:spPr>
        <p:txBody>
          <a:bodyPr anchorCtr="0" anchor="b" bIns="0" lIns="0" spcFirstLastPara="1" rIns="0" wrap="square" tIns="0">
            <a:norm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575" name="Google Shape;575;p7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76" name="Google Shape;576;p7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577" name="Shape 577"/>
        <p:cNvGrpSpPr/>
        <p:nvPr/>
      </p:nvGrpSpPr>
      <p:grpSpPr>
        <a:xfrm>
          <a:off x="0" y="0"/>
          <a:ext cx="0" cy="0"/>
          <a:chOff x="0" y="0"/>
          <a:chExt cx="0" cy="0"/>
        </a:xfrm>
      </p:grpSpPr>
      <p:sp>
        <p:nvSpPr>
          <p:cNvPr id="578" name="Google Shape;578;p71"/>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79" name="Google Shape;579;p71"/>
          <p:cNvSpPr/>
          <p:nvPr>
            <p:ph idx="2" type="pic"/>
          </p:nvPr>
        </p:nvSpPr>
        <p:spPr>
          <a:xfrm>
            <a:off x="4804825" y="1133300"/>
            <a:ext cx="4027500" cy="2392800"/>
          </a:xfrm>
          <a:prstGeom prst="rect">
            <a:avLst/>
          </a:prstGeom>
          <a:noFill/>
          <a:ln>
            <a:noFill/>
          </a:ln>
        </p:spPr>
      </p:sp>
      <p:sp>
        <p:nvSpPr>
          <p:cNvPr id="580" name="Google Shape;580;p71"/>
          <p:cNvSpPr/>
          <p:nvPr>
            <p:ph idx="3" type="pic"/>
          </p:nvPr>
        </p:nvSpPr>
        <p:spPr>
          <a:xfrm>
            <a:off x="311725" y="1133300"/>
            <a:ext cx="4027500" cy="2392800"/>
          </a:xfrm>
          <a:prstGeom prst="rect">
            <a:avLst/>
          </a:prstGeom>
          <a:noFill/>
          <a:ln>
            <a:noFill/>
          </a:ln>
        </p:spPr>
      </p:sp>
      <p:sp>
        <p:nvSpPr>
          <p:cNvPr id="581" name="Google Shape;581;p71"/>
          <p:cNvSpPr txBox="1"/>
          <p:nvPr>
            <p:ph idx="4" type="body"/>
          </p:nvPr>
        </p:nvSpPr>
        <p:spPr>
          <a:xfrm>
            <a:off x="4804825" y="4080225"/>
            <a:ext cx="4027500" cy="926100"/>
          </a:xfrm>
          <a:prstGeom prst="rect">
            <a:avLst/>
          </a:prstGeom>
          <a:noFill/>
          <a:ln>
            <a:noFill/>
          </a:ln>
        </p:spPr>
        <p:txBody>
          <a:bodyPr anchorCtr="0" anchor="ctr"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82" name="Google Shape;582;p7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83" name="Google Shape;583;p71"/>
          <p:cNvSpPr txBox="1"/>
          <p:nvPr>
            <p:ph type="title"/>
          </p:nvPr>
        </p:nvSpPr>
        <p:spPr>
          <a:xfrm>
            <a:off x="311700" y="445025"/>
            <a:ext cx="8520600" cy="572700"/>
          </a:xfrm>
          <a:prstGeom prst="rect">
            <a:avLst/>
          </a:prstGeom>
        </p:spPr>
        <p:txBody>
          <a:bodyPr anchorCtr="0" anchor="b" bIns="0" lIns="0" spcFirstLastPara="1" rIns="0" wrap="square" tIns="0">
            <a:norm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584" name="Google Shape;584;p71"/>
          <p:cNvSpPr txBox="1"/>
          <p:nvPr>
            <p:ph idx="5" type="subTitle"/>
          </p:nvPr>
        </p:nvSpPr>
        <p:spPr>
          <a:xfrm>
            <a:off x="311725" y="3582900"/>
            <a:ext cx="4027500" cy="481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85" name="Google Shape;585;p71"/>
          <p:cNvSpPr txBox="1"/>
          <p:nvPr>
            <p:ph idx="6" type="subTitle"/>
          </p:nvPr>
        </p:nvSpPr>
        <p:spPr>
          <a:xfrm>
            <a:off x="4804825" y="3582900"/>
            <a:ext cx="4027500" cy="481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586" name="Shape 586"/>
        <p:cNvGrpSpPr/>
        <p:nvPr/>
      </p:nvGrpSpPr>
      <p:grpSpPr>
        <a:xfrm>
          <a:off x="0" y="0"/>
          <a:ext cx="0" cy="0"/>
          <a:chOff x="0" y="0"/>
          <a:chExt cx="0" cy="0"/>
        </a:xfrm>
      </p:grpSpPr>
      <p:sp>
        <p:nvSpPr>
          <p:cNvPr id="587" name="Google Shape;587;p72"/>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88" name="Google Shape;588;p72"/>
          <p:cNvSpPr/>
          <p:nvPr>
            <p:ph idx="2" type="pic"/>
          </p:nvPr>
        </p:nvSpPr>
        <p:spPr>
          <a:xfrm>
            <a:off x="6205225" y="1128325"/>
            <a:ext cx="2627100" cy="2273100"/>
          </a:xfrm>
          <a:prstGeom prst="rect">
            <a:avLst/>
          </a:prstGeom>
          <a:noFill/>
          <a:ln>
            <a:noFill/>
          </a:ln>
        </p:spPr>
      </p:sp>
      <p:sp>
        <p:nvSpPr>
          <p:cNvPr id="589" name="Google Shape;589;p72"/>
          <p:cNvSpPr/>
          <p:nvPr>
            <p:ph idx="3" type="pic"/>
          </p:nvPr>
        </p:nvSpPr>
        <p:spPr>
          <a:xfrm>
            <a:off x="311725" y="1128325"/>
            <a:ext cx="2627100" cy="2273100"/>
          </a:xfrm>
          <a:prstGeom prst="rect">
            <a:avLst/>
          </a:prstGeom>
          <a:noFill/>
          <a:ln>
            <a:noFill/>
          </a:ln>
        </p:spPr>
      </p:sp>
      <p:sp>
        <p:nvSpPr>
          <p:cNvPr id="590" name="Google Shape;590;p72"/>
          <p:cNvSpPr txBox="1"/>
          <p:nvPr>
            <p:ph idx="4" type="body"/>
          </p:nvPr>
        </p:nvSpPr>
        <p:spPr>
          <a:xfrm>
            <a:off x="6205225" y="3911700"/>
            <a:ext cx="2627100" cy="1018500"/>
          </a:xfrm>
          <a:prstGeom prst="rect">
            <a:avLst/>
          </a:prstGeom>
          <a:noFill/>
          <a:ln>
            <a:noFill/>
          </a:ln>
        </p:spPr>
        <p:txBody>
          <a:bodyPr anchorCtr="0" anchor="ctr"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91" name="Google Shape;591;p72"/>
          <p:cNvSpPr/>
          <p:nvPr>
            <p:ph idx="5" type="pic"/>
          </p:nvPr>
        </p:nvSpPr>
        <p:spPr>
          <a:xfrm>
            <a:off x="3255250" y="1128325"/>
            <a:ext cx="2627100" cy="2273100"/>
          </a:xfrm>
          <a:prstGeom prst="rect">
            <a:avLst/>
          </a:prstGeom>
          <a:noFill/>
          <a:ln>
            <a:noFill/>
          </a:ln>
        </p:spPr>
      </p:sp>
      <p:sp>
        <p:nvSpPr>
          <p:cNvPr id="592" name="Google Shape;592;p72"/>
          <p:cNvSpPr txBox="1"/>
          <p:nvPr>
            <p:ph idx="6" type="body"/>
          </p:nvPr>
        </p:nvSpPr>
        <p:spPr>
          <a:xfrm>
            <a:off x="3255250" y="3911700"/>
            <a:ext cx="2627100" cy="1018500"/>
          </a:xfrm>
          <a:prstGeom prst="rect">
            <a:avLst/>
          </a:prstGeom>
          <a:noFill/>
          <a:ln>
            <a:noFill/>
          </a:ln>
        </p:spPr>
        <p:txBody>
          <a:bodyPr anchorCtr="0" anchor="ctr"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93" name="Google Shape;593;p7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94" name="Google Shape;594;p72"/>
          <p:cNvSpPr txBox="1"/>
          <p:nvPr>
            <p:ph type="title"/>
          </p:nvPr>
        </p:nvSpPr>
        <p:spPr>
          <a:xfrm>
            <a:off x="311700" y="445025"/>
            <a:ext cx="8520600" cy="572700"/>
          </a:xfrm>
          <a:prstGeom prst="rect">
            <a:avLst/>
          </a:prstGeom>
        </p:spPr>
        <p:txBody>
          <a:bodyPr anchorCtr="0" anchor="b" bIns="0" lIns="0" spcFirstLastPara="1" rIns="0" wrap="square" tIns="0">
            <a:norm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595" name="Google Shape;595;p72"/>
          <p:cNvSpPr txBox="1"/>
          <p:nvPr>
            <p:ph idx="7" type="subTitle"/>
          </p:nvPr>
        </p:nvSpPr>
        <p:spPr>
          <a:xfrm>
            <a:off x="311725" y="3430500"/>
            <a:ext cx="2627100" cy="481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96" name="Google Shape;596;p72"/>
          <p:cNvSpPr txBox="1"/>
          <p:nvPr>
            <p:ph idx="8" type="subTitle"/>
          </p:nvPr>
        </p:nvSpPr>
        <p:spPr>
          <a:xfrm>
            <a:off x="6205225" y="3430500"/>
            <a:ext cx="2627100" cy="481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97" name="Google Shape;597;p72"/>
          <p:cNvSpPr txBox="1"/>
          <p:nvPr>
            <p:ph idx="9" type="subTitle"/>
          </p:nvPr>
        </p:nvSpPr>
        <p:spPr>
          <a:xfrm>
            <a:off x="3255250" y="3430500"/>
            <a:ext cx="2627100" cy="481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598" name="Shape 598"/>
        <p:cNvGrpSpPr/>
        <p:nvPr/>
      </p:nvGrpSpPr>
      <p:grpSpPr>
        <a:xfrm>
          <a:off x="0" y="0"/>
          <a:ext cx="0" cy="0"/>
          <a:chOff x="0" y="0"/>
          <a:chExt cx="0" cy="0"/>
        </a:xfrm>
      </p:grpSpPr>
      <p:sp>
        <p:nvSpPr>
          <p:cNvPr id="599" name="Google Shape;599;p73"/>
          <p:cNvSpPr/>
          <p:nvPr>
            <p:ph idx="2" type="pic"/>
          </p:nvPr>
        </p:nvSpPr>
        <p:spPr>
          <a:xfrm>
            <a:off x="311700" y="445025"/>
            <a:ext cx="8520600" cy="4218300"/>
          </a:xfrm>
          <a:prstGeom prst="rect">
            <a:avLst/>
          </a:prstGeom>
          <a:noFill/>
          <a:ln>
            <a:noFill/>
          </a:ln>
        </p:spPr>
      </p:sp>
      <p:sp>
        <p:nvSpPr>
          <p:cNvPr id="600" name="Google Shape;600;p7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601" name="Shape 601"/>
        <p:cNvGrpSpPr/>
        <p:nvPr/>
      </p:nvGrpSpPr>
      <p:grpSpPr>
        <a:xfrm>
          <a:off x="0" y="0"/>
          <a:ext cx="0" cy="0"/>
          <a:chOff x="0" y="0"/>
          <a:chExt cx="0" cy="0"/>
        </a:xfrm>
      </p:grpSpPr>
      <p:sp>
        <p:nvSpPr>
          <p:cNvPr id="602" name="Google Shape;602;p7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603" name="Google Shape;603;p74"/>
          <p:cNvSpPr/>
          <p:nvPr>
            <p:ph idx="2" type="pic"/>
          </p:nvPr>
        </p:nvSpPr>
        <p:spPr>
          <a:xfrm>
            <a:off x="3389600" y="118913"/>
            <a:ext cx="1643700" cy="1535100"/>
          </a:xfrm>
          <a:prstGeom prst="rect">
            <a:avLst/>
          </a:prstGeom>
          <a:noFill/>
          <a:ln>
            <a:noFill/>
          </a:ln>
        </p:spPr>
      </p:sp>
      <p:sp>
        <p:nvSpPr>
          <p:cNvPr id="604" name="Google Shape;604;p74"/>
          <p:cNvSpPr/>
          <p:nvPr>
            <p:ph idx="3" type="pic"/>
          </p:nvPr>
        </p:nvSpPr>
        <p:spPr>
          <a:xfrm>
            <a:off x="5195935" y="118913"/>
            <a:ext cx="1643700" cy="1535100"/>
          </a:xfrm>
          <a:prstGeom prst="rect">
            <a:avLst/>
          </a:prstGeom>
          <a:noFill/>
          <a:ln>
            <a:noFill/>
          </a:ln>
        </p:spPr>
      </p:sp>
      <p:sp>
        <p:nvSpPr>
          <p:cNvPr id="605" name="Google Shape;605;p74"/>
          <p:cNvSpPr/>
          <p:nvPr>
            <p:ph idx="4" type="pic"/>
          </p:nvPr>
        </p:nvSpPr>
        <p:spPr>
          <a:xfrm>
            <a:off x="7002270" y="118913"/>
            <a:ext cx="1643700" cy="1535100"/>
          </a:xfrm>
          <a:prstGeom prst="rect">
            <a:avLst/>
          </a:prstGeom>
          <a:noFill/>
          <a:ln>
            <a:noFill/>
          </a:ln>
        </p:spPr>
      </p:sp>
      <p:sp>
        <p:nvSpPr>
          <p:cNvPr id="606" name="Google Shape;606;p74"/>
          <p:cNvSpPr/>
          <p:nvPr>
            <p:ph idx="5" type="pic"/>
          </p:nvPr>
        </p:nvSpPr>
        <p:spPr>
          <a:xfrm>
            <a:off x="3389588" y="1804212"/>
            <a:ext cx="1643700" cy="1535100"/>
          </a:xfrm>
          <a:prstGeom prst="rect">
            <a:avLst/>
          </a:prstGeom>
          <a:noFill/>
          <a:ln>
            <a:noFill/>
          </a:ln>
        </p:spPr>
      </p:sp>
      <p:sp>
        <p:nvSpPr>
          <p:cNvPr id="607" name="Google Shape;607;p74"/>
          <p:cNvSpPr/>
          <p:nvPr>
            <p:ph idx="6" type="pic"/>
          </p:nvPr>
        </p:nvSpPr>
        <p:spPr>
          <a:xfrm>
            <a:off x="5195922" y="1804212"/>
            <a:ext cx="1643700" cy="1535100"/>
          </a:xfrm>
          <a:prstGeom prst="rect">
            <a:avLst/>
          </a:prstGeom>
          <a:noFill/>
          <a:ln>
            <a:noFill/>
          </a:ln>
        </p:spPr>
      </p:sp>
      <p:sp>
        <p:nvSpPr>
          <p:cNvPr id="608" name="Google Shape;608;p74"/>
          <p:cNvSpPr/>
          <p:nvPr>
            <p:ph idx="7" type="pic"/>
          </p:nvPr>
        </p:nvSpPr>
        <p:spPr>
          <a:xfrm>
            <a:off x="7002257" y="1804212"/>
            <a:ext cx="1643700" cy="1535100"/>
          </a:xfrm>
          <a:prstGeom prst="rect">
            <a:avLst/>
          </a:prstGeom>
          <a:noFill/>
          <a:ln>
            <a:noFill/>
          </a:ln>
        </p:spPr>
      </p:sp>
      <p:sp>
        <p:nvSpPr>
          <p:cNvPr id="609" name="Google Shape;609;p74"/>
          <p:cNvSpPr txBox="1"/>
          <p:nvPr>
            <p:ph type="title"/>
          </p:nvPr>
        </p:nvSpPr>
        <p:spPr>
          <a:xfrm>
            <a:off x="351550" y="445025"/>
            <a:ext cx="2596800" cy="1706400"/>
          </a:xfrm>
          <a:prstGeom prst="rect">
            <a:avLst/>
          </a:prstGeom>
        </p:spPr>
        <p:txBody>
          <a:bodyPr anchorCtr="0" anchor="b" bIns="0" lIns="0" spcFirstLastPara="1" rIns="0" wrap="square" tIns="0">
            <a:sp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610" name="Google Shape;610;p74"/>
          <p:cNvSpPr/>
          <p:nvPr>
            <p:ph idx="8" type="pic"/>
          </p:nvPr>
        </p:nvSpPr>
        <p:spPr>
          <a:xfrm>
            <a:off x="3389588" y="3489487"/>
            <a:ext cx="1643700" cy="1535100"/>
          </a:xfrm>
          <a:prstGeom prst="rect">
            <a:avLst/>
          </a:prstGeom>
          <a:noFill/>
          <a:ln>
            <a:noFill/>
          </a:ln>
        </p:spPr>
      </p:sp>
      <p:sp>
        <p:nvSpPr>
          <p:cNvPr id="611" name="Google Shape;611;p74"/>
          <p:cNvSpPr/>
          <p:nvPr>
            <p:ph idx="9" type="pic"/>
          </p:nvPr>
        </p:nvSpPr>
        <p:spPr>
          <a:xfrm>
            <a:off x="5195922" y="3489487"/>
            <a:ext cx="1643700" cy="1535100"/>
          </a:xfrm>
          <a:prstGeom prst="rect">
            <a:avLst/>
          </a:prstGeom>
          <a:noFill/>
          <a:ln>
            <a:noFill/>
          </a:ln>
        </p:spPr>
      </p:sp>
      <p:sp>
        <p:nvSpPr>
          <p:cNvPr id="612" name="Google Shape;612;p7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2"/>
        </a:solidFill>
      </p:bgPr>
    </p:bg>
    <p:spTree>
      <p:nvGrpSpPr>
        <p:cNvPr id="613" name="Shape 613"/>
        <p:cNvGrpSpPr/>
        <p:nvPr/>
      </p:nvGrpSpPr>
      <p:grpSpPr>
        <a:xfrm>
          <a:off x="0" y="0"/>
          <a:ext cx="0" cy="0"/>
          <a:chOff x="0" y="0"/>
          <a:chExt cx="0" cy="0"/>
        </a:xfrm>
      </p:grpSpPr>
      <p:grpSp>
        <p:nvGrpSpPr>
          <p:cNvPr id="614" name="Google Shape;614;p75"/>
          <p:cNvGrpSpPr/>
          <p:nvPr/>
        </p:nvGrpSpPr>
        <p:grpSpPr>
          <a:xfrm>
            <a:off x="81" y="-57"/>
            <a:ext cx="9144360" cy="5143800"/>
            <a:chOff x="81" y="-57"/>
            <a:chExt cx="9144360" cy="5143800"/>
          </a:xfrm>
        </p:grpSpPr>
        <p:sp>
          <p:nvSpPr>
            <p:cNvPr id="615" name="Google Shape;615;p75"/>
            <p:cNvSpPr/>
            <p:nvPr/>
          </p:nvSpPr>
          <p:spPr>
            <a:xfrm rot="-5400000">
              <a:off x="-735519" y="735543"/>
              <a:ext cx="5143800" cy="3672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616" name="Google Shape;616;p75"/>
            <p:cNvSpPr/>
            <p:nvPr/>
          </p:nvSpPr>
          <p:spPr>
            <a:xfrm rot="-5400000">
              <a:off x="2000361" y="735543"/>
              <a:ext cx="5143800" cy="3672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617" name="Google Shape;617;p75"/>
            <p:cNvSpPr/>
            <p:nvPr/>
          </p:nvSpPr>
          <p:spPr>
            <a:xfrm rot="-5400000">
              <a:off x="4736241" y="735543"/>
              <a:ext cx="5143800" cy="3672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grpSp>
      <p:sp>
        <p:nvSpPr>
          <p:cNvPr id="618" name="Google Shape;618;p75"/>
          <p:cNvSpPr txBox="1"/>
          <p:nvPr>
            <p:ph type="ctrTitle"/>
          </p:nvPr>
        </p:nvSpPr>
        <p:spPr>
          <a:xfrm>
            <a:off x="429300" y="1681700"/>
            <a:ext cx="8285400" cy="1362300"/>
          </a:xfrm>
          <a:prstGeom prst="rect">
            <a:avLst/>
          </a:prstGeom>
        </p:spPr>
        <p:txBody>
          <a:bodyPr anchorCtr="0" anchor="b" bIns="91425" lIns="91425" spcFirstLastPara="1" rIns="91425" wrap="square" tIns="91425">
            <a:noAutofit/>
          </a:bodyPr>
          <a:lstStyle>
            <a:lvl1pPr lvl="0">
              <a:spcBef>
                <a:spcPts val="0"/>
              </a:spcBef>
              <a:spcAft>
                <a:spcPts val="0"/>
              </a:spcAft>
              <a:buSzPts val="4500"/>
              <a:buFont typeface="Figtree ExtraBold"/>
              <a:buNone/>
              <a:defRPr b="0" sz="4500">
                <a:latin typeface="Figtree ExtraBold"/>
                <a:ea typeface="Figtree ExtraBold"/>
                <a:cs typeface="Figtree ExtraBold"/>
                <a:sym typeface="Figtree ExtraBold"/>
              </a:defRPr>
            </a:lvl1pPr>
            <a:lvl2pPr lvl="1">
              <a:spcBef>
                <a:spcPts val="0"/>
              </a:spcBef>
              <a:spcAft>
                <a:spcPts val="0"/>
              </a:spcAft>
              <a:buSzPts val="4500"/>
              <a:buFont typeface="Figtree ExtraBold"/>
              <a:buNone/>
              <a:defRPr b="0" sz="4500">
                <a:latin typeface="Figtree ExtraBold"/>
                <a:ea typeface="Figtree ExtraBold"/>
                <a:cs typeface="Figtree ExtraBold"/>
                <a:sym typeface="Figtree ExtraBold"/>
              </a:defRPr>
            </a:lvl2pPr>
            <a:lvl3pPr lvl="2">
              <a:spcBef>
                <a:spcPts val="0"/>
              </a:spcBef>
              <a:spcAft>
                <a:spcPts val="0"/>
              </a:spcAft>
              <a:buSzPts val="4500"/>
              <a:buFont typeface="Figtree ExtraBold"/>
              <a:buNone/>
              <a:defRPr b="0" sz="4500">
                <a:latin typeface="Figtree ExtraBold"/>
                <a:ea typeface="Figtree ExtraBold"/>
                <a:cs typeface="Figtree ExtraBold"/>
                <a:sym typeface="Figtree ExtraBold"/>
              </a:defRPr>
            </a:lvl3pPr>
            <a:lvl4pPr lvl="3">
              <a:spcBef>
                <a:spcPts val="0"/>
              </a:spcBef>
              <a:spcAft>
                <a:spcPts val="0"/>
              </a:spcAft>
              <a:buSzPts val="4500"/>
              <a:buFont typeface="Figtree ExtraBold"/>
              <a:buNone/>
              <a:defRPr b="0" sz="4500">
                <a:latin typeface="Figtree ExtraBold"/>
                <a:ea typeface="Figtree ExtraBold"/>
                <a:cs typeface="Figtree ExtraBold"/>
                <a:sym typeface="Figtree ExtraBold"/>
              </a:defRPr>
            </a:lvl4pPr>
            <a:lvl5pPr lvl="4">
              <a:spcBef>
                <a:spcPts val="0"/>
              </a:spcBef>
              <a:spcAft>
                <a:spcPts val="0"/>
              </a:spcAft>
              <a:buSzPts val="4500"/>
              <a:buFont typeface="Figtree ExtraBold"/>
              <a:buNone/>
              <a:defRPr b="0" sz="4500">
                <a:latin typeface="Figtree ExtraBold"/>
                <a:ea typeface="Figtree ExtraBold"/>
                <a:cs typeface="Figtree ExtraBold"/>
                <a:sym typeface="Figtree ExtraBold"/>
              </a:defRPr>
            </a:lvl5pPr>
            <a:lvl6pPr lvl="5">
              <a:spcBef>
                <a:spcPts val="0"/>
              </a:spcBef>
              <a:spcAft>
                <a:spcPts val="0"/>
              </a:spcAft>
              <a:buSzPts val="4500"/>
              <a:buFont typeface="Figtree ExtraBold"/>
              <a:buNone/>
              <a:defRPr b="0" sz="4500">
                <a:latin typeface="Figtree ExtraBold"/>
                <a:ea typeface="Figtree ExtraBold"/>
                <a:cs typeface="Figtree ExtraBold"/>
                <a:sym typeface="Figtree ExtraBold"/>
              </a:defRPr>
            </a:lvl6pPr>
            <a:lvl7pPr lvl="6">
              <a:spcBef>
                <a:spcPts val="0"/>
              </a:spcBef>
              <a:spcAft>
                <a:spcPts val="0"/>
              </a:spcAft>
              <a:buSzPts val="4500"/>
              <a:buFont typeface="Figtree ExtraBold"/>
              <a:buNone/>
              <a:defRPr b="0" sz="4500">
                <a:latin typeface="Figtree ExtraBold"/>
                <a:ea typeface="Figtree ExtraBold"/>
                <a:cs typeface="Figtree ExtraBold"/>
                <a:sym typeface="Figtree ExtraBold"/>
              </a:defRPr>
            </a:lvl7pPr>
            <a:lvl8pPr lvl="7">
              <a:spcBef>
                <a:spcPts val="0"/>
              </a:spcBef>
              <a:spcAft>
                <a:spcPts val="0"/>
              </a:spcAft>
              <a:buSzPts val="4500"/>
              <a:buFont typeface="Figtree ExtraBold"/>
              <a:buNone/>
              <a:defRPr b="0" sz="4500">
                <a:latin typeface="Figtree ExtraBold"/>
                <a:ea typeface="Figtree ExtraBold"/>
                <a:cs typeface="Figtree ExtraBold"/>
                <a:sym typeface="Figtree ExtraBold"/>
              </a:defRPr>
            </a:lvl8pPr>
            <a:lvl9pPr lvl="8">
              <a:spcBef>
                <a:spcPts val="0"/>
              </a:spcBef>
              <a:spcAft>
                <a:spcPts val="0"/>
              </a:spcAft>
              <a:buSzPts val="4500"/>
              <a:buFont typeface="Figtree ExtraBold"/>
              <a:buNone/>
              <a:defRPr b="0" sz="4500">
                <a:latin typeface="Figtree ExtraBold"/>
                <a:ea typeface="Figtree ExtraBold"/>
                <a:cs typeface="Figtree ExtraBold"/>
                <a:sym typeface="Figtree ExtraBold"/>
              </a:defRPr>
            </a:lvl9pPr>
          </a:lstStyle>
          <a:p/>
        </p:txBody>
      </p:sp>
      <p:sp>
        <p:nvSpPr>
          <p:cNvPr id="619" name="Google Shape;619;p75"/>
          <p:cNvSpPr txBox="1"/>
          <p:nvPr>
            <p:ph idx="1" type="subTitle"/>
          </p:nvPr>
        </p:nvSpPr>
        <p:spPr>
          <a:xfrm>
            <a:off x="429300" y="3116325"/>
            <a:ext cx="8285400" cy="6498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dk1"/>
              </a:buClr>
              <a:buSzPts val="1500"/>
              <a:buFont typeface="Figtree"/>
              <a:buNone/>
              <a:defRPr sz="1500">
                <a:solidFill>
                  <a:schemeClr val="dk1"/>
                </a:solidFill>
                <a:latin typeface="Figtree"/>
                <a:ea typeface="Figtree"/>
                <a:cs typeface="Figtree"/>
                <a:sym typeface="Figtree"/>
              </a:defRPr>
            </a:lvl1pPr>
            <a:lvl2pPr lvl="1" algn="ctr">
              <a:spcBef>
                <a:spcPts val="0"/>
              </a:spcBef>
              <a:spcAft>
                <a:spcPts val="0"/>
              </a:spcAft>
              <a:buClr>
                <a:schemeClr val="dk1"/>
              </a:buClr>
              <a:buSzPts val="1500"/>
              <a:buFont typeface="Figtree"/>
              <a:buNone/>
              <a:defRPr sz="1500">
                <a:solidFill>
                  <a:schemeClr val="dk1"/>
                </a:solidFill>
                <a:latin typeface="Figtree"/>
                <a:ea typeface="Figtree"/>
                <a:cs typeface="Figtree"/>
                <a:sym typeface="Figtree"/>
              </a:defRPr>
            </a:lvl2pPr>
            <a:lvl3pPr lvl="2" algn="ctr">
              <a:spcBef>
                <a:spcPts val="0"/>
              </a:spcBef>
              <a:spcAft>
                <a:spcPts val="0"/>
              </a:spcAft>
              <a:buClr>
                <a:schemeClr val="dk1"/>
              </a:buClr>
              <a:buSzPts val="1500"/>
              <a:buFont typeface="Figtree"/>
              <a:buNone/>
              <a:defRPr sz="1500">
                <a:solidFill>
                  <a:schemeClr val="dk1"/>
                </a:solidFill>
                <a:latin typeface="Figtree"/>
                <a:ea typeface="Figtree"/>
                <a:cs typeface="Figtree"/>
                <a:sym typeface="Figtree"/>
              </a:defRPr>
            </a:lvl3pPr>
            <a:lvl4pPr lvl="3" algn="ctr">
              <a:spcBef>
                <a:spcPts val="0"/>
              </a:spcBef>
              <a:spcAft>
                <a:spcPts val="0"/>
              </a:spcAft>
              <a:buClr>
                <a:schemeClr val="dk1"/>
              </a:buClr>
              <a:buSzPts val="1500"/>
              <a:buFont typeface="Figtree"/>
              <a:buNone/>
              <a:defRPr sz="1500">
                <a:solidFill>
                  <a:schemeClr val="dk1"/>
                </a:solidFill>
                <a:latin typeface="Figtree"/>
                <a:ea typeface="Figtree"/>
                <a:cs typeface="Figtree"/>
                <a:sym typeface="Figtree"/>
              </a:defRPr>
            </a:lvl4pPr>
            <a:lvl5pPr lvl="4" algn="ctr">
              <a:spcBef>
                <a:spcPts val="0"/>
              </a:spcBef>
              <a:spcAft>
                <a:spcPts val="0"/>
              </a:spcAft>
              <a:buClr>
                <a:schemeClr val="dk1"/>
              </a:buClr>
              <a:buSzPts val="1500"/>
              <a:buFont typeface="Figtree"/>
              <a:buNone/>
              <a:defRPr sz="1500">
                <a:solidFill>
                  <a:schemeClr val="dk1"/>
                </a:solidFill>
                <a:latin typeface="Figtree"/>
                <a:ea typeface="Figtree"/>
                <a:cs typeface="Figtree"/>
                <a:sym typeface="Figtree"/>
              </a:defRPr>
            </a:lvl5pPr>
            <a:lvl6pPr lvl="5" algn="ctr">
              <a:spcBef>
                <a:spcPts val="0"/>
              </a:spcBef>
              <a:spcAft>
                <a:spcPts val="0"/>
              </a:spcAft>
              <a:buClr>
                <a:schemeClr val="dk1"/>
              </a:buClr>
              <a:buSzPts val="1500"/>
              <a:buFont typeface="Figtree"/>
              <a:buNone/>
              <a:defRPr sz="1500">
                <a:solidFill>
                  <a:schemeClr val="dk1"/>
                </a:solidFill>
                <a:latin typeface="Figtree"/>
                <a:ea typeface="Figtree"/>
                <a:cs typeface="Figtree"/>
                <a:sym typeface="Figtree"/>
              </a:defRPr>
            </a:lvl6pPr>
            <a:lvl7pPr lvl="6" algn="ctr">
              <a:spcBef>
                <a:spcPts val="0"/>
              </a:spcBef>
              <a:spcAft>
                <a:spcPts val="0"/>
              </a:spcAft>
              <a:buClr>
                <a:schemeClr val="dk1"/>
              </a:buClr>
              <a:buSzPts val="1500"/>
              <a:buFont typeface="Figtree"/>
              <a:buNone/>
              <a:defRPr sz="1500">
                <a:solidFill>
                  <a:schemeClr val="dk1"/>
                </a:solidFill>
                <a:latin typeface="Figtree"/>
                <a:ea typeface="Figtree"/>
                <a:cs typeface="Figtree"/>
                <a:sym typeface="Figtree"/>
              </a:defRPr>
            </a:lvl7pPr>
            <a:lvl8pPr lvl="7" algn="ctr">
              <a:spcBef>
                <a:spcPts val="0"/>
              </a:spcBef>
              <a:spcAft>
                <a:spcPts val="0"/>
              </a:spcAft>
              <a:buClr>
                <a:schemeClr val="dk1"/>
              </a:buClr>
              <a:buSzPts val="1500"/>
              <a:buFont typeface="Figtree"/>
              <a:buNone/>
              <a:defRPr sz="1500">
                <a:solidFill>
                  <a:schemeClr val="dk1"/>
                </a:solidFill>
                <a:latin typeface="Figtree"/>
                <a:ea typeface="Figtree"/>
                <a:cs typeface="Figtree"/>
                <a:sym typeface="Figtree"/>
              </a:defRPr>
            </a:lvl8pPr>
            <a:lvl9pPr lvl="8" algn="ctr">
              <a:spcBef>
                <a:spcPts val="0"/>
              </a:spcBef>
              <a:spcAft>
                <a:spcPts val="0"/>
              </a:spcAft>
              <a:buClr>
                <a:schemeClr val="dk1"/>
              </a:buClr>
              <a:buSzPts val="1500"/>
              <a:buFont typeface="Figtree"/>
              <a:buNone/>
              <a:defRPr sz="1500">
                <a:solidFill>
                  <a:schemeClr val="dk1"/>
                </a:solidFill>
                <a:latin typeface="Figtree"/>
                <a:ea typeface="Figtree"/>
                <a:cs typeface="Figtree"/>
                <a:sym typeface="Figtree"/>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and body" type="secHead">
  <p:cSld name="SECTION_HEADER">
    <p:bg>
      <p:bgPr>
        <a:solidFill>
          <a:schemeClr val="lt2"/>
        </a:solidFill>
      </p:bgPr>
    </p:bg>
    <p:spTree>
      <p:nvGrpSpPr>
        <p:cNvPr id="620" name="Shape 620"/>
        <p:cNvGrpSpPr/>
        <p:nvPr/>
      </p:nvGrpSpPr>
      <p:grpSpPr>
        <a:xfrm>
          <a:off x="0" y="0"/>
          <a:ext cx="0" cy="0"/>
          <a:chOff x="0" y="0"/>
          <a:chExt cx="0" cy="0"/>
        </a:xfrm>
      </p:grpSpPr>
      <p:grpSp>
        <p:nvGrpSpPr>
          <p:cNvPr id="621" name="Google Shape;621;p76"/>
          <p:cNvGrpSpPr/>
          <p:nvPr/>
        </p:nvGrpSpPr>
        <p:grpSpPr>
          <a:xfrm>
            <a:off x="1500" y="656450"/>
            <a:ext cx="9144473" cy="4268250"/>
            <a:chOff x="1500" y="656450"/>
            <a:chExt cx="9144473" cy="4268250"/>
          </a:xfrm>
        </p:grpSpPr>
        <p:sp>
          <p:nvSpPr>
            <p:cNvPr id="622" name="Google Shape;622;p76"/>
            <p:cNvSpPr/>
            <p:nvPr/>
          </p:nvSpPr>
          <p:spPr>
            <a:xfrm rot="-5400000">
              <a:off x="3342986" y="195800"/>
              <a:ext cx="2461500" cy="3382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623" name="Google Shape;623;p76"/>
            <p:cNvSpPr/>
            <p:nvPr/>
          </p:nvSpPr>
          <p:spPr>
            <a:xfrm rot="-5400000">
              <a:off x="462150" y="195800"/>
              <a:ext cx="2461500" cy="3382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624" name="Google Shape;624;p76"/>
            <p:cNvSpPr/>
            <p:nvPr/>
          </p:nvSpPr>
          <p:spPr>
            <a:xfrm>
              <a:off x="2401856" y="1764425"/>
              <a:ext cx="1463100" cy="2052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a:ea typeface="Figtree"/>
                <a:cs typeface="Figtree"/>
                <a:sym typeface="Figtree"/>
              </a:endParaRPr>
            </a:p>
          </p:txBody>
        </p:sp>
        <p:sp>
          <p:nvSpPr>
            <p:cNvPr id="625" name="Google Shape;625;p76"/>
            <p:cNvSpPr/>
            <p:nvPr/>
          </p:nvSpPr>
          <p:spPr>
            <a:xfrm rot="-5400000">
              <a:off x="6223823" y="195800"/>
              <a:ext cx="2461500" cy="3382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626" name="Google Shape;626;p76"/>
            <p:cNvSpPr/>
            <p:nvPr/>
          </p:nvSpPr>
          <p:spPr>
            <a:xfrm rot="-5400000">
              <a:off x="3342986" y="2002550"/>
              <a:ext cx="2461500" cy="3382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627" name="Google Shape;627;p76"/>
            <p:cNvSpPr/>
            <p:nvPr/>
          </p:nvSpPr>
          <p:spPr>
            <a:xfrm rot="-5400000">
              <a:off x="462150" y="2002550"/>
              <a:ext cx="2461500" cy="3382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628" name="Google Shape;628;p76"/>
            <p:cNvSpPr/>
            <p:nvPr/>
          </p:nvSpPr>
          <p:spPr>
            <a:xfrm rot="-5400000">
              <a:off x="6223823" y="2002550"/>
              <a:ext cx="2461500" cy="3382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629" name="Google Shape;629;p76"/>
            <p:cNvSpPr/>
            <p:nvPr/>
          </p:nvSpPr>
          <p:spPr>
            <a:xfrm>
              <a:off x="5282615" y="1764425"/>
              <a:ext cx="1463100" cy="2052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a:ea typeface="Figtree"/>
                <a:cs typeface="Figtree"/>
                <a:sym typeface="Figtree"/>
              </a:endParaRPr>
            </a:p>
          </p:txBody>
        </p:sp>
      </p:grpSp>
      <p:sp>
        <p:nvSpPr>
          <p:cNvPr id="630" name="Google Shape;630;p76"/>
          <p:cNvSpPr txBox="1"/>
          <p:nvPr>
            <p:ph idx="1" type="body"/>
          </p:nvPr>
        </p:nvSpPr>
        <p:spPr>
          <a:xfrm>
            <a:off x="932400" y="2949400"/>
            <a:ext cx="7279200" cy="8772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Font typeface="Figtree"/>
              <a:buChar char="●"/>
              <a:defRPr/>
            </a:lvl1pPr>
            <a:lvl2pPr indent="-323850" lvl="1" marL="914400">
              <a:spcBef>
                <a:spcPts val="0"/>
              </a:spcBef>
              <a:spcAft>
                <a:spcPts val="0"/>
              </a:spcAft>
              <a:buSzPts val="1500"/>
              <a:buFont typeface="Figtree"/>
              <a:buChar char="○"/>
              <a:defRPr/>
            </a:lvl2pPr>
            <a:lvl3pPr indent="-323850" lvl="2" marL="1371600">
              <a:spcBef>
                <a:spcPts val="0"/>
              </a:spcBef>
              <a:spcAft>
                <a:spcPts val="0"/>
              </a:spcAft>
              <a:buSzPts val="1500"/>
              <a:buFont typeface="Figtree"/>
              <a:buChar char="■"/>
              <a:defRPr/>
            </a:lvl3pPr>
            <a:lvl4pPr indent="-323850" lvl="3" marL="1828800">
              <a:spcBef>
                <a:spcPts val="0"/>
              </a:spcBef>
              <a:spcAft>
                <a:spcPts val="0"/>
              </a:spcAft>
              <a:buSzPts val="1500"/>
              <a:buFont typeface="Figtree"/>
              <a:buChar char="●"/>
              <a:defRPr/>
            </a:lvl4pPr>
            <a:lvl5pPr indent="-323850" lvl="4" marL="2286000">
              <a:spcBef>
                <a:spcPts val="0"/>
              </a:spcBef>
              <a:spcAft>
                <a:spcPts val="0"/>
              </a:spcAft>
              <a:buSzPts val="1500"/>
              <a:buFont typeface="Figtree"/>
              <a:buChar char="○"/>
              <a:defRPr/>
            </a:lvl5pPr>
            <a:lvl6pPr indent="-323850" lvl="5" marL="2743200">
              <a:spcBef>
                <a:spcPts val="0"/>
              </a:spcBef>
              <a:spcAft>
                <a:spcPts val="0"/>
              </a:spcAft>
              <a:buSzPts val="1500"/>
              <a:buFont typeface="Figtree"/>
              <a:buChar char="■"/>
              <a:defRPr/>
            </a:lvl6pPr>
            <a:lvl7pPr indent="-323850" lvl="6" marL="3200400">
              <a:spcBef>
                <a:spcPts val="0"/>
              </a:spcBef>
              <a:spcAft>
                <a:spcPts val="0"/>
              </a:spcAft>
              <a:buSzPts val="1500"/>
              <a:buFont typeface="Figtree"/>
              <a:buChar char="●"/>
              <a:defRPr/>
            </a:lvl7pPr>
            <a:lvl8pPr indent="-323850" lvl="7" marL="3657600">
              <a:spcBef>
                <a:spcPts val="0"/>
              </a:spcBef>
              <a:spcAft>
                <a:spcPts val="0"/>
              </a:spcAft>
              <a:buSzPts val="1500"/>
              <a:buFont typeface="Figtree"/>
              <a:buChar char="○"/>
              <a:defRPr/>
            </a:lvl8pPr>
            <a:lvl9pPr indent="-323850" lvl="8" marL="4114800">
              <a:spcBef>
                <a:spcPts val="0"/>
              </a:spcBef>
              <a:spcAft>
                <a:spcPts val="0"/>
              </a:spcAft>
              <a:buSzPts val="1500"/>
              <a:buFont typeface="Figtree"/>
              <a:buChar char="■"/>
              <a:defRPr/>
            </a:lvl9pPr>
          </a:lstStyle>
          <a:p/>
        </p:txBody>
      </p:sp>
      <p:sp>
        <p:nvSpPr>
          <p:cNvPr id="631" name="Google Shape;631;p76"/>
          <p:cNvSpPr txBox="1"/>
          <p:nvPr>
            <p:ph type="title"/>
          </p:nvPr>
        </p:nvSpPr>
        <p:spPr>
          <a:xfrm>
            <a:off x="932400" y="1881350"/>
            <a:ext cx="7279200" cy="572700"/>
          </a:xfrm>
          <a:prstGeom prst="rect">
            <a:avLst/>
          </a:prstGeom>
        </p:spPr>
        <p:txBody>
          <a:bodyPr anchorCtr="0" anchor="b" bIns="0" lIns="0" spcFirstLastPara="1" rIns="0" wrap="square" tIns="0">
            <a:noAutofit/>
          </a:bodyPr>
          <a:lstStyle>
            <a:lvl1pPr lvl="0">
              <a:spcBef>
                <a:spcPts val="0"/>
              </a:spcBef>
              <a:spcAft>
                <a:spcPts val="0"/>
              </a:spcAft>
              <a:buSzPts val="3500"/>
              <a:buFont typeface="Figtree"/>
              <a:buNone/>
              <a:defRPr/>
            </a:lvl1pPr>
            <a:lvl2pPr lvl="1">
              <a:spcBef>
                <a:spcPts val="0"/>
              </a:spcBef>
              <a:spcAft>
                <a:spcPts val="0"/>
              </a:spcAft>
              <a:buSzPts val="3500"/>
              <a:buFont typeface="Figtree"/>
              <a:buNone/>
              <a:defRPr/>
            </a:lvl2pPr>
            <a:lvl3pPr lvl="2">
              <a:spcBef>
                <a:spcPts val="0"/>
              </a:spcBef>
              <a:spcAft>
                <a:spcPts val="0"/>
              </a:spcAft>
              <a:buSzPts val="3500"/>
              <a:buFont typeface="Figtree"/>
              <a:buNone/>
              <a:defRPr/>
            </a:lvl3pPr>
            <a:lvl4pPr lvl="3">
              <a:spcBef>
                <a:spcPts val="0"/>
              </a:spcBef>
              <a:spcAft>
                <a:spcPts val="0"/>
              </a:spcAft>
              <a:buSzPts val="3500"/>
              <a:buFont typeface="Figtree"/>
              <a:buNone/>
              <a:defRPr/>
            </a:lvl4pPr>
            <a:lvl5pPr lvl="4">
              <a:spcBef>
                <a:spcPts val="0"/>
              </a:spcBef>
              <a:spcAft>
                <a:spcPts val="0"/>
              </a:spcAft>
              <a:buSzPts val="3500"/>
              <a:buFont typeface="Figtree"/>
              <a:buNone/>
              <a:defRPr/>
            </a:lvl5pPr>
            <a:lvl6pPr lvl="5">
              <a:spcBef>
                <a:spcPts val="0"/>
              </a:spcBef>
              <a:spcAft>
                <a:spcPts val="0"/>
              </a:spcAft>
              <a:buSzPts val="3500"/>
              <a:buFont typeface="Figtree"/>
              <a:buNone/>
              <a:defRPr/>
            </a:lvl6pPr>
            <a:lvl7pPr lvl="6">
              <a:spcBef>
                <a:spcPts val="0"/>
              </a:spcBef>
              <a:spcAft>
                <a:spcPts val="0"/>
              </a:spcAft>
              <a:buSzPts val="3500"/>
              <a:buFont typeface="Figtree"/>
              <a:buNone/>
              <a:defRPr/>
            </a:lvl7pPr>
            <a:lvl8pPr lvl="7">
              <a:spcBef>
                <a:spcPts val="0"/>
              </a:spcBef>
              <a:spcAft>
                <a:spcPts val="0"/>
              </a:spcAft>
              <a:buSzPts val="3500"/>
              <a:buFont typeface="Figtree"/>
              <a:buNone/>
              <a:defRPr/>
            </a:lvl8pPr>
            <a:lvl9pPr lvl="8">
              <a:spcBef>
                <a:spcPts val="0"/>
              </a:spcBef>
              <a:spcAft>
                <a:spcPts val="0"/>
              </a:spcAft>
              <a:buSzPts val="3500"/>
              <a:buFont typeface="Figtree"/>
              <a:buNone/>
              <a:defRPr/>
            </a:lvl9pPr>
          </a:lstStyle>
          <a:p/>
        </p:txBody>
      </p:sp>
      <p:sp>
        <p:nvSpPr>
          <p:cNvPr id="632" name="Google Shape;632;p76"/>
          <p:cNvSpPr/>
          <p:nvPr/>
        </p:nvSpPr>
        <p:spPr>
          <a:xfrm>
            <a:off x="110838" y="113400"/>
            <a:ext cx="7947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633" name="Google Shape;633;p76"/>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cxnSp>
        <p:nvCxnSpPr>
          <p:cNvPr id="634" name="Google Shape;634;p76"/>
          <p:cNvCxnSpPr/>
          <p:nvPr/>
        </p:nvCxnSpPr>
        <p:spPr>
          <a:xfrm>
            <a:off x="111000" y="443900"/>
            <a:ext cx="8922000" cy="0"/>
          </a:xfrm>
          <a:prstGeom prst="straightConnector1">
            <a:avLst/>
          </a:prstGeom>
          <a:noFill/>
          <a:ln cap="flat" cmpd="sng" w="9525">
            <a:solidFill>
              <a:schemeClr val="lt1"/>
            </a:solidFill>
            <a:prstDash val="solid"/>
            <a:round/>
            <a:headEnd len="med" w="med" type="none"/>
            <a:tailEnd len="med" w="med" type="none"/>
          </a:ln>
        </p:spPr>
      </p:cxnSp>
      <p:sp>
        <p:nvSpPr>
          <p:cNvPr id="635" name="Google Shape;635;p76"/>
          <p:cNvSpPr/>
          <p:nvPr/>
        </p:nvSpPr>
        <p:spPr>
          <a:xfrm>
            <a:off x="74437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636" name="Google Shape;636;p76"/>
          <p:cNvSpPr/>
          <p:nvPr/>
        </p:nvSpPr>
        <p:spPr>
          <a:xfrm>
            <a:off x="57764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637" name="Google Shape;637;p76"/>
          <p:cNvSpPr txBox="1"/>
          <p:nvPr>
            <p:ph idx="2" type="subTitle"/>
          </p:nvPr>
        </p:nvSpPr>
        <p:spPr>
          <a:xfrm>
            <a:off x="5809350"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
        <p:nvSpPr>
          <p:cNvPr id="638" name="Google Shape;638;p76"/>
          <p:cNvSpPr txBox="1"/>
          <p:nvPr>
            <p:ph idx="3" type="subTitle"/>
          </p:nvPr>
        </p:nvSpPr>
        <p:spPr>
          <a:xfrm>
            <a:off x="7476775"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SECTION_HEADER_1">
    <p:bg>
      <p:bgPr>
        <a:solidFill>
          <a:schemeClr val="lt2"/>
        </a:solidFill>
      </p:bgPr>
    </p:bg>
    <p:spTree>
      <p:nvGrpSpPr>
        <p:cNvPr id="639" name="Shape 639"/>
        <p:cNvGrpSpPr/>
        <p:nvPr/>
      </p:nvGrpSpPr>
      <p:grpSpPr>
        <a:xfrm>
          <a:off x="0" y="0"/>
          <a:ext cx="0" cy="0"/>
          <a:chOff x="0" y="0"/>
          <a:chExt cx="0" cy="0"/>
        </a:xfrm>
      </p:grpSpPr>
      <p:sp>
        <p:nvSpPr>
          <p:cNvPr id="640" name="Google Shape;640;p77"/>
          <p:cNvSpPr txBox="1"/>
          <p:nvPr>
            <p:ph idx="1" type="body"/>
          </p:nvPr>
        </p:nvSpPr>
        <p:spPr>
          <a:xfrm>
            <a:off x="932400" y="2949400"/>
            <a:ext cx="7279200" cy="8772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Font typeface="Figtree"/>
              <a:buChar char="●"/>
              <a:defRPr/>
            </a:lvl1pPr>
            <a:lvl2pPr indent="-323850" lvl="1" marL="914400">
              <a:spcBef>
                <a:spcPts val="0"/>
              </a:spcBef>
              <a:spcAft>
                <a:spcPts val="0"/>
              </a:spcAft>
              <a:buSzPts val="1500"/>
              <a:buFont typeface="Figtree"/>
              <a:buChar char="○"/>
              <a:defRPr/>
            </a:lvl2pPr>
            <a:lvl3pPr indent="-323850" lvl="2" marL="1371600">
              <a:spcBef>
                <a:spcPts val="0"/>
              </a:spcBef>
              <a:spcAft>
                <a:spcPts val="0"/>
              </a:spcAft>
              <a:buSzPts val="1500"/>
              <a:buFont typeface="Figtree"/>
              <a:buChar char="■"/>
              <a:defRPr/>
            </a:lvl3pPr>
            <a:lvl4pPr indent="-323850" lvl="3" marL="1828800">
              <a:spcBef>
                <a:spcPts val="0"/>
              </a:spcBef>
              <a:spcAft>
                <a:spcPts val="0"/>
              </a:spcAft>
              <a:buSzPts val="1500"/>
              <a:buFont typeface="Figtree"/>
              <a:buChar char="●"/>
              <a:defRPr/>
            </a:lvl4pPr>
            <a:lvl5pPr indent="-323850" lvl="4" marL="2286000">
              <a:spcBef>
                <a:spcPts val="0"/>
              </a:spcBef>
              <a:spcAft>
                <a:spcPts val="0"/>
              </a:spcAft>
              <a:buSzPts val="1500"/>
              <a:buFont typeface="Figtree"/>
              <a:buChar char="○"/>
              <a:defRPr/>
            </a:lvl5pPr>
            <a:lvl6pPr indent="-323850" lvl="5" marL="2743200">
              <a:spcBef>
                <a:spcPts val="0"/>
              </a:spcBef>
              <a:spcAft>
                <a:spcPts val="0"/>
              </a:spcAft>
              <a:buSzPts val="1500"/>
              <a:buFont typeface="Figtree"/>
              <a:buChar char="■"/>
              <a:defRPr/>
            </a:lvl6pPr>
            <a:lvl7pPr indent="-323850" lvl="6" marL="3200400">
              <a:spcBef>
                <a:spcPts val="0"/>
              </a:spcBef>
              <a:spcAft>
                <a:spcPts val="0"/>
              </a:spcAft>
              <a:buSzPts val="1500"/>
              <a:buFont typeface="Figtree"/>
              <a:buChar char="●"/>
              <a:defRPr/>
            </a:lvl7pPr>
            <a:lvl8pPr indent="-323850" lvl="7" marL="3657600">
              <a:spcBef>
                <a:spcPts val="0"/>
              </a:spcBef>
              <a:spcAft>
                <a:spcPts val="0"/>
              </a:spcAft>
              <a:buSzPts val="1500"/>
              <a:buFont typeface="Figtree"/>
              <a:buChar char="○"/>
              <a:defRPr/>
            </a:lvl8pPr>
            <a:lvl9pPr indent="-323850" lvl="8" marL="4114800">
              <a:spcBef>
                <a:spcPts val="0"/>
              </a:spcBef>
              <a:spcAft>
                <a:spcPts val="0"/>
              </a:spcAft>
              <a:buSzPts val="1500"/>
              <a:buFont typeface="Figtree"/>
              <a:buChar char="■"/>
              <a:defRPr/>
            </a:lvl9pPr>
          </a:lstStyle>
          <a:p/>
        </p:txBody>
      </p:sp>
      <p:sp>
        <p:nvSpPr>
          <p:cNvPr id="641" name="Google Shape;641;p77"/>
          <p:cNvSpPr txBox="1"/>
          <p:nvPr>
            <p:ph type="title"/>
          </p:nvPr>
        </p:nvSpPr>
        <p:spPr>
          <a:xfrm>
            <a:off x="932400" y="1881350"/>
            <a:ext cx="7279200" cy="572700"/>
          </a:xfrm>
          <a:prstGeom prst="rect">
            <a:avLst/>
          </a:prstGeom>
        </p:spPr>
        <p:txBody>
          <a:bodyPr anchorCtr="0" anchor="b" bIns="0" lIns="0" spcFirstLastPara="1" rIns="0" wrap="square" tIns="0">
            <a:noAutofit/>
          </a:bodyPr>
          <a:lstStyle>
            <a:lvl1pPr lvl="0">
              <a:spcBef>
                <a:spcPts val="0"/>
              </a:spcBef>
              <a:spcAft>
                <a:spcPts val="0"/>
              </a:spcAft>
              <a:buSzPts val="3500"/>
              <a:buFont typeface="Figtree"/>
              <a:buNone/>
              <a:defRPr/>
            </a:lvl1pPr>
            <a:lvl2pPr lvl="1">
              <a:spcBef>
                <a:spcPts val="0"/>
              </a:spcBef>
              <a:spcAft>
                <a:spcPts val="0"/>
              </a:spcAft>
              <a:buSzPts val="3500"/>
              <a:buFont typeface="Figtree"/>
              <a:buNone/>
              <a:defRPr/>
            </a:lvl2pPr>
            <a:lvl3pPr lvl="2">
              <a:spcBef>
                <a:spcPts val="0"/>
              </a:spcBef>
              <a:spcAft>
                <a:spcPts val="0"/>
              </a:spcAft>
              <a:buSzPts val="3500"/>
              <a:buFont typeface="Figtree"/>
              <a:buNone/>
              <a:defRPr/>
            </a:lvl3pPr>
            <a:lvl4pPr lvl="3">
              <a:spcBef>
                <a:spcPts val="0"/>
              </a:spcBef>
              <a:spcAft>
                <a:spcPts val="0"/>
              </a:spcAft>
              <a:buSzPts val="3500"/>
              <a:buFont typeface="Figtree"/>
              <a:buNone/>
              <a:defRPr/>
            </a:lvl4pPr>
            <a:lvl5pPr lvl="4">
              <a:spcBef>
                <a:spcPts val="0"/>
              </a:spcBef>
              <a:spcAft>
                <a:spcPts val="0"/>
              </a:spcAft>
              <a:buSzPts val="3500"/>
              <a:buFont typeface="Figtree"/>
              <a:buNone/>
              <a:defRPr/>
            </a:lvl5pPr>
            <a:lvl6pPr lvl="5">
              <a:spcBef>
                <a:spcPts val="0"/>
              </a:spcBef>
              <a:spcAft>
                <a:spcPts val="0"/>
              </a:spcAft>
              <a:buSzPts val="3500"/>
              <a:buFont typeface="Figtree"/>
              <a:buNone/>
              <a:defRPr/>
            </a:lvl6pPr>
            <a:lvl7pPr lvl="6">
              <a:spcBef>
                <a:spcPts val="0"/>
              </a:spcBef>
              <a:spcAft>
                <a:spcPts val="0"/>
              </a:spcAft>
              <a:buSzPts val="3500"/>
              <a:buFont typeface="Figtree"/>
              <a:buNone/>
              <a:defRPr/>
            </a:lvl7pPr>
            <a:lvl8pPr lvl="7">
              <a:spcBef>
                <a:spcPts val="0"/>
              </a:spcBef>
              <a:spcAft>
                <a:spcPts val="0"/>
              </a:spcAft>
              <a:buSzPts val="3500"/>
              <a:buFont typeface="Figtree"/>
              <a:buNone/>
              <a:defRPr/>
            </a:lvl8pPr>
            <a:lvl9pPr lvl="8">
              <a:spcBef>
                <a:spcPts val="0"/>
              </a:spcBef>
              <a:spcAft>
                <a:spcPts val="0"/>
              </a:spcAft>
              <a:buSzPts val="3500"/>
              <a:buFont typeface="Figtree"/>
              <a:buNone/>
              <a:defRPr/>
            </a:lvl9pPr>
          </a:lstStyle>
          <a:p/>
        </p:txBody>
      </p:sp>
      <p:sp>
        <p:nvSpPr>
          <p:cNvPr id="642" name="Google Shape;642;p77"/>
          <p:cNvSpPr/>
          <p:nvPr/>
        </p:nvSpPr>
        <p:spPr>
          <a:xfrm>
            <a:off x="110838" y="113400"/>
            <a:ext cx="7947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643" name="Google Shape;643;p77"/>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cxnSp>
        <p:nvCxnSpPr>
          <p:cNvPr id="644" name="Google Shape;644;p77"/>
          <p:cNvCxnSpPr/>
          <p:nvPr/>
        </p:nvCxnSpPr>
        <p:spPr>
          <a:xfrm>
            <a:off x="111000" y="443900"/>
            <a:ext cx="8922000" cy="0"/>
          </a:xfrm>
          <a:prstGeom prst="straightConnector1">
            <a:avLst/>
          </a:prstGeom>
          <a:noFill/>
          <a:ln cap="flat" cmpd="sng" w="9525">
            <a:solidFill>
              <a:schemeClr val="lt1"/>
            </a:solidFill>
            <a:prstDash val="solid"/>
            <a:round/>
            <a:headEnd len="med" w="med" type="none"/>
            <a:tailEnd len="med" w="med" type="none"/>
          </a:ln>
        </p:spPr>
      </p:cxnSp>
      <p:sp>
        <p:nvSpPr>
          <p:cNvPr id="645" name="Google Shape;645;p77"/>
          <p:cNvSpPr/>
          <p:nvPr/>
        </p:nvSpPr>
        <p:spPr>
          <a:xfrm>
            <a:off x="74437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646" name="Google Shape;646;p77"/>
          <p:cNvSpPr/>
          <p:nvPr/>
        </p:nvSpPr>
        <p:spPr>
          <a:xfrm>
            <a:off x="57764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647" name="Google Shape;647;p77"/>
          <p:cNvSpPr txBox="1"/>
          <p:nvPr>
            <p:ph idx="2" type="subTitle"/>
          </p:nvPr>
        </p:nvSpPr>
        <p:spPr>
          <a:xfrm>
            <a:off x="5809350"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
        <p:nvSpPr>
          <p:cNvPr id="648" name="Google Shape;648;p77"/>
          <p:cNvSpPr txBox="1"/>
          <p:nvPr>
            <p:ph idx="3" type="subTitle"/>
          </p:nvPr>
        </p:nvSpPr>
        <p:spPr>
          <a:xfrm>
            <a:off x="7476775"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 type="tx">
  <p:cSld name="TITLE_AND_BODY">
    <p:bg>
      <p:bgPr>
        <a:solidFill>
          <a:schemeClr val="accent1"/>
        </a:solidFill>
      </p:bgPr>
    </p:bg>
    <p:spTree>
      <p:nvGrpSpPr>
        <p:cNvPr id="649" name="Shape 649"/>
        <p:cNvGrpSpPr/>
        <p:nvPr/>
      </p:nvGrpSpPr>
      <p:grpSpPr>
        <a:xfrm>
          <a:off x="0" y="0"/>
          <a:ext cx="0" cy="0"/>
          <a:chOff x="0" y="0"/>
          <a:chExt cx="0" cy="0"/>
        </a:xfrm>
      </p:grpSpPr>
      <p:sp>
        <p:nvSpPr>
          <p:cNvPr id="650" name="Google Shape;650;p78"/>
          <p:cNvSpPr/>
          <p:nvPr/>
        </p:nvSpPr>
        <p:spPr>
          <a:xfrm>
            <a:off x="0" y="635100"/>
            <a:ext cx="4572000" cy="42894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1" name="Google Shape;651;p78"/>
          <p:cNvSpPr/>
          <p:nvPr>
            <p:ph idx="2" type="pic"/>
          </p:nvPr>
        </p:nvSpPr>
        <p:spPr>
          <a:xfrm>
            <a:off x="4572000" y="635100"/>
            <a:ext cx="4572000" cy="4289400"/>
          </a:xfrm>
          <a:prstGeom prst="roundRect">
            <a:avLst>
              <a:gd fmla="val 50000" name="adj"/>
            </a:avLst>
          </a:prstGeom>
          <a:noFill/>
          <a:ln>
            <a:noFill/>
          </a:ln>
        </p:spPr>
      </p:sp>
      <p:sp>
        <p:nvSpPr>
          <p:cNvPr id="652" name="Google Shape;652;p78"/>
          <p:cNvSpPr txBox="1"/>
          <p:nvPr>
            <p:ph type="title"/>
          </p:nvPr>
        </p:nvSpPr>
        <p:spPr>
          <a:xfrm>
            <a:off x="639300" y="1960688"/>
            <a:ext cx="3293400" cy="523200"/>
          </a:xfrm>
          <a:prstGeom prst="rect">
            <a:avLst/>
          </a:prstGeom>
        </p:spPr>
        <p:txBody>
          <a:bodyPr anchorCtr="0" anchor="b" bIns="0" lIns="0" spcFirstLastPara="1" rIns="0" wrap="square" tIns="0">
            <a:noAutofit/>
          </a:bodyPr>
          <a:lstStyle>
            <a:lvl1pPr lvl="0">
              <a:spcBef>
                <a:spcPts val="0"/>
              </a:spcBef>
              <a:spcAft>
                <a:spcPts val="0"/>
              </a:spcAft>
              <a:buSzPts val="2000"/>
              <a:buFont typeface="Figtree"/>
              <a:buNone/>
              <a:defRPr sz="2000"/>
            </a:lvl1pPr>
            <a:lvl2pPr lvl="1">
              <a:spcBef>
                <a:spcPts val="0"/>
              </a:spcBef>
              <a:spcAft>
                <a:spcPts val="0"/>
              </a:spcAft>
              <a:buSzPts val="2000"/>
              <a:buFont typeface="Figtree"/>
              <a:buNone/>
              <a:defRPr sz="2000"/>
            </a:lvl2pPr>
            <a:lvl3pPr lvl="2">
              <a:spcBef>
                <a:spcPts val="0"/>
              </a:spcBef>
              <a:spcAft>
                <a:spcPts val="0"/>
              </a:spcAft>
              <a:buSzPts val="2000"/>
              <a:buFont typeface="Figtree"/>
              <a:buNone/>
              <a:defRPr sz="2000"/>
            </a:lvl3pPr>
            <a:lvl4pPr lvl="3">
              <a:spcBef>
                <a:spcPts val="0"/>
              </a:spcBef>
              <a:spcAft>
                <a:spcPts val="0"/>
              </a:spcAft>
              <a:buSzPts val="2000"/>
              <a:buFont typeface="Figtree"/>
              <a:buNone/>
              <a:defRPr sz="2000"/>
            </a:lvl4pPr>
            <a:lvl5pPr lvl="4">
              <a:spcBef>
                <a:spcPts val="0"/>
              </a:spcBef>
              <a:spcAft>
                <a:spcPts val="0"/>
              </a:spcAft>
              <a:buSzPts val="2000"/>
              <a:buFont typeface="Figtree"/>
              <a:buNone/>
              <a:defRPr sz="2000"/>
            </a:lvl5pPr>
            <a:lvl6pPr lvl="5">
              <a:spcBef>
                <a:spcPts val="0"/>
              </a:spcBef>
              <a:spcAft>
                <a:spcPts val="0"/>
              </a:spcAft>
              <a:buSzPts val="2000"/>
              <a:buFont typeface="Figtree"/>
              <a:buNone/>
              <a:defRPr sz="2000"/>
            </a:lvl6pPr>
            <a:lvl7pPr lvl="6">
              <a:spcBef>
                <a:spcPts val="0"/>
              </a:spcBef>
              <a:spcAft>
                <a:spcPts val="0"/>
              </a:spcAft>
              <a:buSzPts val="2000"/>
              <a:buFont typeface="Figtree"/>
              <a:buNone/>
              <a:defRPr sz="2000"/>
            </a:lvl7pPr>
            <a:lvl8pPr lvl="7">
              <a:spcBef>
                <a:spcPts val="0"/>
              </a:spcBef>
              <a:spcAft>
                <a:spcPts val="0"/>
              </a:spcAft>
              <a:buSzPts val="2000"/>
              <a:buFont typeface="Figtree"/>
              <a:buNone/>
              <a:defRPr sz="2000"/>
            </a:lvl8pPr>
            <a:lvl9pPr lvl="8">
              <a:spcBef>
                <a:spcPts val="0"/>
              </a:spcBef>
              <a:spcAft>
                <a:spcPts val="0"/>
              </a:spcAft>
              <a:buSzPts val="2000"/>
              <a:buFont typeface="Figtree"/>
              <a:buNone/>
              <a:defRPr sz="2000"/>
            </a:lvl9pPr>
          </a:lstStyle>
          <a:p/>
        </p:txBody>
      </p:sp>
      <p:sp>
        <p:nvSpPr>
          <p:cNvPr id="653" name="Google Shape;653;p78"/>
          <p:cNvSpPr txBox="1"/>
          <p:nvPr>
            <p:ph idx="1" type="body"/>
          </p:nvPr>
        </p:nvSpPr>
        <p:spPr>
          <a:xfrm>
            <a:off x="639300" y="2675513"/>
            <a:ext cx="3293400" cy="877200"/>
          </a:xfrm>
          <a:prstGeom prst="rect">
            <a:avLst/>
          </a:prstGeom>
        </p:spPr>
        <p:txBody>
          <a:bodyPr anchorCtr="0" anchor="t" bIns="0" lIns="0" spcFirstLastPara="1" rIns="0" wrap="square" tIns="0">
            <a:noAutofit/>
          </a:bodyPr>
          <a:lstStyle>
            <a:lvl1pPr indent="-323850" lvl="0" marL="457200">
              <a:spcBef>
                <a:spcPts val="0"/>
              </a:spcBef>
              <a:spcAft>
                <a:spcPts val="0"/>
              </a:spcAft>
              <a:buSzPts val="1500"/>
              <a:buFont typeface="Figtree"/>
              <a:buChar char="●"/>
              <a:defRPr/>
            </a:lvl1pPr>
            <a:lvl2pPr indent="-323850" lvl="1" marL="914400">
              <a:spcBef>
                <a:spcPts val="0"/>
              </a:spcBef>
              <a:spcAft>
                <a:spcPts val="0"/>
              </a:spcAft>
              <a:buSzPts val="1500"/>
              <a:buFont typeface="Figtree"/>
              <a:buChar char="○"/>
              <a:defRPr/>
            </a:lvl2pPr>
            <a:lvl3pPr indent="-323850" lvl="2" marL="1371600">
              <a:spcBef>
                <a:spcPts val="0"/>
              </a:spcBef>
              <a:spcAft>
                <a:spcPts val="0"/>
              </a:spcAft>
              <a:buSzPts val="1500"/>
              <a:buFont typeface="Figtree"/>
              <a:buChar char="■"/>
              <a:defRPr/>
            </a:lvl3pPr>
            <a:lvl4pPr indent="-323850" lvl="3" marL="1828800">
              <a:spcBef>
                <a:spcPts val="0"/>
              </a:spcBef>
              <a:spcAft>
                <a:spcPts val="0"/>
              </a:spcAft>
              <a:buSzPts val="1500"/>
              <a:buFont typeface="Figtree"/>
              <a:buChar char="●"/>
              <a:defRPr/>
            </a:lvl4pPr>
            <a:lvl5pPr indent="-323850" lvl="4" marL="2286000">
              <a:spcBef>
                <a:spcPts val="0"/>
              </a:spcBef>
              <a:spcAft>
                <a:spcPts val="0"/>
              </a:spcAft>
              <a:buSzPts val="1500"/>
              <a:buFont typeface="Figtree"/>
              <a:buChar char="○"/>
              <a:defRPr/>
            </a:lvl5pPr>
            <a:lvl6pPr indent="-323850" lvl="5" marL="2743200">
              <a:spcBef>
                <a:spcPts val="0"/>
              </a:spcBef>
              <a:spcAft>
                <a:spcPts val="0"/>
              </a:spcAft>
              <a:buSzPts val="1500"/>
              <a:buFont typeface="Figtree"/>
              <a:buChar char="■"/>
              <a:defRPr/>
            </a:lvl6pPr>
            <a:lvl7pPr indent="-323850" lvl="6" marL="3200400">
              <a:spcBef>
                <a:spcPts val="0"/>
              </a:spcBef>
              <a:spcAft>
                <a:spcPts val="0"/>
              </a:spcAft>
              <a:buSzPts val="1500"/>
              <a:buFont typeface="Figtree"/>
              <a:buChar char="●"/>
              <a:defRPr/>
            </a:lvl7pPr>
            <a:lvl8pPr indent="-323850" lvl="7" marL="3657600">
              <a:spcBef>
                <a:spcPts val="0"/>
              </a:spcBef>
              <a:spcAft>
                <a:spcPts val="0"/>
              </a:spcAft>
              <a:buSzPts val="1500"/>
              <a:buFont typeface="Figtree"/>
              <a:buChar char="○"/>
              <a:defRPr/>
            </a:lvl8pPr>
            <a:lvl9pPr indent="-323850" lvl="8" marL="4114800">
              <a:spcBef>
                <a:spcPts val="0"/>
              </a:spcBef>
              <a:spcAft>
                <a:spcPts val="0"/>
              </a:spcAft>
              <a:buSzPts val="1500"/>
              <a:buFont typeface="Figtree"/>
              <a:buChar char="■"/>
              <a:defRPr/>
            </a:lvl9pPr>
          </a:lstStyle>
          <a:p/>
        </p:txBody>
      </p:sp>
      <p:sp>
        <p:nvSpPr>
          <p:cNvPr id="654" name="Google Shape;654;p78"/>
          <p:cNvSpPr/>
          <p:nvPr/>
        </p:nvSpPr>
        <p:spPr>
          <a:xfrm>
            <a:off x="110838" y="113400"/>
            <a:ext cx="7947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655" name="Google Shape;655;p78"/>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cxnSp>
        <p:nvCxnSpPr>
          <p:cNvPr id="656" name="Google Shape;656;p78"/>
          <p:cNvCxnSpPr/>
          <p:nvPr/>
        </p:nvCxnSpPr>
        <p:spPr>
          <a:xfrm>
            <a:off x="111000" y="443900"/>
            <a:ext cx="8922000" cy="0"/>
          </a:xfrm>
          <a:prstGeom prst="straightConnector1">
            <a:avLst/>
          </a:prstGeom>
          <a:noFill/>
          <a:ln cap="flat" cmpd="sng" w="9525">
            <a:solidFill>
              <a:schemeClr val="lt1"/>
            </a:solidFill>
            <a:prstDash val="solid"/>
            <a:round/>
            <a:headEnd len="med" w="med" type="none"/>
            <a:tailEnd len="med" w="med" type="none"/>
          </a:ln>
        </p:spPr>
      </p:cxnSp>
      <p:sp>
        <p:nvSpPr>
          <p:cNvPr id="657" name="Google Shape;657;p78"/>
          <p:cNvSpPr/>
          <p:nvPr/>
        </p:nvSpPr>
        <p:spPr>
          <a:xfrm>
            <a:off x="74437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658" name="Google Shape;658;p78"/>
          <p:cNvSpPr/>
          <p:nvPr/>
        </p:nvSpPr>
        <p:spPr>
          <a:xfrm>
            <a:off x="57764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659" name="Google Shape;659;p78"/>
          <p:cNvSpPr txBox="1"/>
          <p:nvPr>
            <p:ph idx="3" type="subTitle"/>
          </p:nvPr>
        </p:nvSpPr>
        <p:spPr>
          <a:xfrm>
            <a:off x="5809350"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
        <p:nvSpPr>
          <p:cNvPr id="660" name="Google Shape;660;p78"/>
          <p:cNvSpPr txBox="1"/>
          <p:nvPr>
            <p:ph idx="4" type="subTitle"/>
          </p:nvPr>
        </p:nvSpPr>
        <p:spPr>
          <a:xfrm>
            <a:off x="7476775"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points 1" type="twoColTx">
  <p:cSld name="TITLE_AND_TWO_COLUMNS">
    <p:bg>
      <p:bgPr>
        <a:solidFill>
          <a:schemeClr val="accent2"/>
        </a:solidFill>
      </p:bgPr>
    </p:bg>
    <p:spTree>
      <p:nvGrpSpPr>
        <p:cNvPr id="661" name="Shape 661"/>
        <p:cNvGrpSpPr/>
        <p:nvPr/>
      </p:nvGrpSpPr>
      <p:grpSpPr>
        <a:xfrm>
          <a:off x="0" y="0"/>
          <a:ext cx="0" cy="0"/>
          <a:chOff x="0" y="0"/>
          <a:chExt cx="0" cy="0"/>
        </a:xfrm>
      </p:grpSpPr>
      <p:sp>
        <p:nvSpPr>
          <p:cNvPr id="662" name="Google Shape;662;p79"/>
          <p:cNvSpPr/>
          <p:nvPr/>
        </p:nvSpPr>
        <p:spPr>
          <a:xfrm>
            <a:off x="110838" y="113400"/>
            <a:ext cx="7947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663" name="Google Shape;663;p79"/>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cxnSp>
        <p:nvCxnSpPr>
          <p:cNvPr id="664" name="Google Shape;664;p79"/>
          <p:cNvCxnSpPr/>
          <p:nvPr/>
        </p:nvCxnSpPr>
        <p:spPr>
          <a:xfrm>
            <a:off x="111000" y="443900"/>
            <a:ext cx="8922000" cy="0"/>
          </a:xfrm>
          <a:prstGeom prst="straightConnector1">
            <a:avLst/>
          </a:prstGeom>
          <a:noFill/>
          <a:ln cap="flat" cmpd="sng" w="9525">
            <a:solidFill>
              <a:schemeClr val="lt1"/>
            </a:solidFill>
            <a:prstDash val="solid"/>
            <a:round/>
            <a:headEnd len="med" w="med" type="none"/>
            <a:tailEnd len="med" w="med" type="none"/>
          </a:ln>
        </p:spPr>
      </p:cxnSp>
      <p:sp>
        <p:nvSpPr>
          <p:cNvPr id="665" name="Google Shape;665;p79"/>
          <p:cNvSpPr txBox="1"/>
          <p:nvPr>
            <p:ph type="title"/>
          </p:nvPr>
        </p:nvSpPr>
        <p:spPr>
          <a:xfrm>
            <a:off x="437250" y="768288"/>
            <a:ext cx="8269500" cy="384900"/>
          </a:xfrm>
          <a:prstGeom prst="rect">
            <a:avLst/>
          </a:prstGeom>
        </p:spPr>
        <p:txBody>
          <a:bodyPr anchorCtr="0" anchor="t" bIns="0" lIns="0" spcFirstLastPara="1" rIns="0" wrap="square" tIns="0">
            <a:noAutofit/>
          </a:bodyPr>
          <a:lstStyle>
            <a:lvl1pPr lvl="0">
              <a:spcBef>
                <a:spcPts val="0"/>
              </a:spcBef>
              <a:spcAft>
                <a:spcPts val="0"/>
              </a:spcAft>
              <a:buSzPts val="2500"/>
              <a:buFont typeface="Figtree"/>
              <a:buNone/>
              <a:defRPr sz="2500"/>
            </a:lvl1pPr>
            <a:lvl2pPr lvl="1">
              <a:spcBef>
                <a:spcPts val="0"/>
              </a:spcBef>
              <a:spcAft>
                <a:spcPts val="0"/>
              </a:spcAft>
              <a:buSzPts val="2500"/>
              <a:buFont typeface="Figtree"/>
              <a:buNone/>
              <a:defRPr sz="2500"/>
            </a:lvl2pPr>
            <a:lvl3pPr lvl="2">
              <a:spcBef>
                <a:spcPts val="0"/>
              </a:spcBef>
              <a:spcAft>
                <a:spcPts val="0"/>
              </a:spcAft>
              <a:buSzPts val="2500"/>
              <a:buFont typeface="Figtree"/>
              <a:buNone/>
              <a:defRPr sz="2500"/>
            </a:lvl3pPr>
            <a:lvl4pPr lvl="3">
              <a:spcBef>
                <a:spcPts val="0"/>
              </a:spcBef>
              <a:spcAft>
                <a:spcPts val="0"/>
              </a:spcAft>
              <a:buSzPts val="2500"/>
              <a:buFont typeface="Figtree"/>
              <a:buNone/>
              <a:defRPr sz="2500"/>
            </a:lvl4pPr>
            <a:lvl5pPr lvl="4">
              <a:spcBef>
                <a:spcPts val="0"/>
              </a:spcBef>
              <a:spcAft>
                <a:spcPts val="0"/>
              </a:spcAft>
              <a:buSzPts val="2500"/>
              <a:buFont typeface="Figtree"/>
              <a:buNone/>
              <a:defRPr sz="2500"/>
            </a:lvl5pPr>
            <a:lvl6pPr lvl="5">
              <a:spcBef>
                <a:spcPts val="0"/>
              </a:spcBef>
              <a:spcAft>
                <a:spcPts val="0"/>
              </a:spcAft>
              <a:buSzPts val="2500"/>
              <a:buFont typeface="Figtree"/>
              <a:buNone/>
              <a:defRPr sz="2500"/>
            </a:lvl6pPr>
            <a:lvl7pPr lvl="6">
              <a:spcBef>
                <a:spcPts val="0"/>
              </a:spcBef>
              <a:spcAft>
                <a:spcPts val="0"/>
              </a:spcAft>
              <a:buSzPts val="2500"/>
              <a:buFont typeface="Figtree"/>
              <a:buNone/>
              <a:defRPr sz="2500"/>
            </a:lvl7pPr>
            <a:lvl8pPr lvl="7">
              <a:spcBef>
                <a:spcPts val="0"/>
              </a:spcBef>
              <a:spcAft>
                <a:spcPts val="0"/>
              </a:spcAft>
              <a:buSzPts val="2500"/>
              <a:buFont typeface="Figtree"/>
              <a:buNone/>
              <a:defRPr sz="2500"/>
            </a:lvl8pPr>
            <a:lvl9pPr lvl="8">
              <a:spcBef>
                <a:spcPts val="0"/>
              </a:spcBef>
              <a:spcAft>
                <a:spcPts val="0"/>
              </a:spcAft>
              <a:buSzPts val="2500"/>
              <a:buFont typeface="Figtree"/>
              <a:buNone/>
              <a:defRPr sz="2500"/>
            </a:lvl9pPr>
          </a:lstStyle>
          <a:p/>
        </p:txBody>
      </p:sp>
      <p:grpSp>
        <p:nvGrpSpPr>
          <p:cNvPr id="666" name="Google Shape;666;p79"/>
          <p:cNvGrpSpPr/>
          <p:nvPr/>
        </p:nvGrpSpPr>
        <p:grpSpPr>
          <a:xfrm>
            <a:off x="1275" y="1477575"/>
            <a:ext cx="9142725" cy="3447039"/>
            <a:chOff x="1275" y="1477575"/>
            <a:chExt cx="9142725" cy="3447039"/>
          </a:xfrm>
        </p:grpSpPr>
        <p:sp>
          <p:nvSpPr>
            <p:cNvPr id="667" name="Google Shape;667;p79"/>
            <p:cNvSpPr/>
            <p:nvPr/>
          </p:nvSpPr>
          <p:spPr>
            <a:xfrm rot="5400000">
              <a:off x="644025" y="834825"/>
              <a:ext cx="1762500" cy="3048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668" name="Google Shape;668;p79"/>
            <p:cNvSpPr/>
            <p:nvPr/>
          </p:nvSpPr>
          <p:spPr>
            <a:xfrm rot="5400000">
              <a:off x="3690750" y="834825"/>
              <a:ext cx="1762500" cy="3048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669" name="Google Shape;669;p79"/>
            <p:cNvSpPr/>
            <p:nvPr/>
          </p:nvSpPr>
          <p:spPr>
            <a:xfrm rot="5400000">
              <a:off x="6738750" y="834825"/>
              <a:ext cx="1762500" cy="3048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670" name="Google Shape;670;p79"/>
            <p:cNvSpPr/>
            <p:nvPr/>
          </p:nvSpPr>
          <p:spPr>
            <a:xfrm rot="5400000">
              <a:off x="644025" y="2519364"/>
              <a:ext cx="1762500" cy="3048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671" name="Google Shape;671;p79"/>
            <p:cNvSpPr/>
            <p:nvPr/>
          </p:nvSpPr>
          <p:spPr>
            <a:xfrm rot="5400000">
              <a:off x="3691388" y="2519364"/>
              <a:ext cx="1762500" cy="3048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672" name="Google Shape;672;p79"/>
            <p:cNvSpPr/>
            <p:nvPr/>
          </p:nvSpPr>
          <p:spPr>
            <a:xfrm rot="5400000">
              <a:off x="6738750" y="2519364"/>
              <a:ext cx="1762500" cy="3048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grpSp>
      <p:sp>
        <p:nvSpPr>
          <p:cNvPr id="673" name="Google Shape;673;p79"/>
          <p:cNvSpPr txBox="1"/>
          <p:nvPr>
            <p:ph idx="2" type="title"/>
          </p:nvPr>
        </p:nvSpPr>
        <p:spPr>
          <a:xfrm>
            <a:off x="3409838" y="1857100"/>
            <a:ext cx="2325600" cy="200100"/>
          </a:xfrm>
          <a:prstGeom prst="rect">
            <a:avLst/>
          </a:prstGeom>
        </p:spPr>
        <p:txBody>
          <a:bodyPr anchorCtr="0" anchor="t" bIns="0" lIns="0" spcFirstLastPara="1" rIns="0" wrap="square" tIns="0">
            <a:noAutofit/>
          </a:bodyPr>
          <a:lstStyle>
            <a:lvl1pPr lvl="0">
              <a:spcBef>
                <a:spcPts val="0"/>
              </a:spcBef>
              <a:spcAft>
                <a:spcPts val="0"/>
              </a:spcAft>
              <a:buSzPts val="1300"/>
              <a:buFont typeface="Figtree"/>
              <a:buNone/>
              <a:defRPr sz="1300"/>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674" name="Google Shape;674;p79"/>
          <p:cNvSpPr txBox="1"/>
          <p:nvPr>
            <p:ph idx="1" type="body"/>
          </p:nvPr>
        </p:nvSpPr>
        <p:spPr>
          <a:xfrm>
            <a:off x="3409838" y="2183125"/>
            <a:ext cx="2325600" cy="677400"/>
          </a:xfrm>
          <a:prstGeom prst="rect">
            <a:avLst/>
          </a:prstGeom>
          <a:noFill/>
          <a:ln>
            <a:noFill/>
          </a:ln>
        </p:spPr>
        <p:txBody>
          <a:bodyPr anchorCtr="0" anchor="t" bIns="0" lIns="0" spcFirstLastPara="1" rIns="0" wrap="square" tIns="0">
            <a:no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675" name="Google Shape;675;p79"/>
          <p:cNvSpPr txBox="1"/>
          <p:nvPr>
            <p:ph idx="3" type="title"/>
          </p:nvPr>
        </p:nvSpPr>
        <p:spPr>
          <a:xfrm>
            <a:off x="362475" y="1857100"/>
            <a:ext cx="2325600" cy="200100"/>
          </a:xfrm>
          <a:prstGeom prst="rect">
            <a:avLst/>
          </a:prstGeom>
        </p:spPr>
        <p:txBody>
          <a:bodyPr anchorCtr="0" anchor="t" bIns="0" lIns="0" spcFirstLastPara="1" rIns="0" wrap="square" tIns="0">
            <a:noAutofit/>
          </a:bodyPr>
          <a:lstStyle>
            <a:lvl1pPr lvl="0">
              <a:spcBef>
                <a:spcPts val="0"/>
              </a:spcBef>
              <a:spcAft>
                <a:spcPts val="0"/>
              </a:spcAft>
              <a:buSzPts val="1300"/>
              <a:buFont typeface="Figtree"/>
              <a:buNone/>
              <a:defRPr sz="1300"/>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676" name="Google Shape;676;p79"/>
          <p:cNvSpPr txBox="1"/>
          <p:nvPr>
            <p:ph idx="4" type="body"/>
          </p:nvPr>
        </p:nvSpPr>
        <p:spPr>
          <a:xfrm>
            <a:off x="362475" y="2183125"/>
            <a:ext cx="2325600" cy="677400"/>
          </a:xfrm>
          <a:prstGeom prst="rect">
            <a:avLst/>
          </a:prstGeom>
          <a:noFill/>
          <a:ln>
            <a:noFill/>
          </a:ln>
        </p:spPr>
        <p:txBody>
          <a:bodyPr anchorCtr="0" anchor="t" bIns="0" lIns="0" spcFirstLastPara="1" rIns="0" wrap="square" tIns="0">
            <a:no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677" name="Google Shape;677;p79"/>
          <p:cNvSpPr txBox="1"/>
          <p:nvPr>
            <p:ph idx="5" type="title"/>
          </p:nvPr>
        </p:nvSpPr>
        <p:spPr>
          <a:xfrm>
            <a:off x="6457200" y="1857100"/>
            <a:ext cx="2325600" cy="200100"/>
          </a:xfrm>
          <a:prstGeom prst="rect">
            <a:avLst/>
          </a:prstGeom>
        </p:spPr>
        <p:txBody>
          <a:bodyPr anchorCtr="0" anchor="t" bIns="0" lIns="0" spcFirstLastPara="1" rIns="0" wrap="square" tIns="0">
            <a:noAutofit/>
          </a:bodyPr>
          <a:lstStyle>
            <a:lvl1pPr lvl="0">
              <a:spcBef>
                <a:spcPts val="0"/>
              </a:spcBef>
              <a:spcAft>
                <a:spcPts val="0"/>
              </a:spcAft>
              <a:buSzPts val="1300"/>
              <a:buFont typeface="Figtree"/>
              <a:buNone/>
              <a:defRPr sz="1300"/>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678" name="Google Shape;678;p79"/>
          <p:cNvSpPr txBox="1"/>
          <p:nvPr>
            <p:ph idx="6" type="body"/>
          </p:nvPr>
        </p:nvSpPr>
        <p:spPr>
          <a:xfrm>
            <a:off x="6457200" y="2183125"/>
            <a:ext cx="2325600" cy="677400"/>
          </a:xfrm>
          <a:prstGeom prst="rect">
            <a:avLst/>
          </a:prstGeom>
          <a:noFill/>
          <a:ln>
            <a:noFill/>
          </a:ln>
        </p:spPr>
        <p:txBody>
          <a:bodyPr anchorCtr="0" anchor="t" bIns="0" lIns="0" spcFirstLastPara="1" rIns="0" wrap="square" tIns="0">
            <a:no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679" name="Google Shape;679;p79"/>
          <p:cNvSpPr txBox="1"/>
          <p:nvPr>
            <p:ph idx="7" type="title"/>
          </p:nvPr>
        </p:nvSpPr>
        <p:spPr>
          <a:xfrm>
            <a:off x="362475" y="3541650"/>
            <a:ext cx="2325600" cy="200100"/>
          </a:xfrm>
          <a:prstGeom prst="rect">
            <a:avLst/>
          </a:prstGeom>
        </p:spPr>
        <p:txBody>
          <a:bodyPr anchorCtr="0" anchor="t" bIns="0" lIns="0" spcFirstLastPara="1" rIns="0" wrap="square" tIns="0">
            <a:noAutofit/>
          </a:bodyPr>
          <a:lstStyle>
            <a:lvl1pPr lvl="0">
              <a:spcBef>
                <a:spcPts val="0"/>
              </a:spcBef>
              <a:spcAft>
                <a:spcPts val="0"/>
              </a:spcAft>
              <a:buSzPts val="1300"/>
              <a:buFont typeface="Figtree"/>
              <a:buNone/>
              <a:defRPr sz="1300"/>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680" name="Google Shape;680;p79"/>
          <p:cNvSpPr txBox="1"/>
          <p:nvPr>
            <p:ph idx="8" type="body"/>
          </p:nvPr>
        </p:nvSpPr>
        <p:spPr>
          <a:xfrm>
            <a:off x="362475" y="3867675"/>
            <a:ext cx="2325600" cy="677400"/>
          </a:xfrm>
          <a:prstGeom prst="rect">
            <a:avLst/>
          </a:prstGeom>
          <a:noFill/>
          <a:ln>
            <a:noFill/>
          </a:ln>
        </p:spPr>
        <p:txBody>
          <a:bodyPr anchorCtr="0" anchor="t" bIns="0" lIns="0" spcFirstLastPara="1" rIns="0" wrap="square" tIns="0">
            <a:no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681" name="Google Shape;681;p79"/>
          <p:cNvSpPr txBox="1"/>
          <p:nvPr>
            <p:ph idx="9" type="title"/>
          </p:nvPr>
        </p:nvSpPr>
        <p:spPr>
          <a:xfrm>
            <a:off x="3409200" y="3541650"/>
            <a:ext cx="2325600" cy="200100"/>
          </a:xfrm>
          <a:prstGeom prst="rect">
            <a:avLst/>
          </a:prstGeom>
        </p:spPr>
        <p:txBody>
          <a:bodyPr anchorCtr="0" anchor="t" bIns="0" lIns="0" spcFirstLastPara="1" rIns="0" wrap="square" tIns="0">
            <a:noAutofit/>
          </a:bodyPr>
          <a:lstStyle>
            <a:lvl1pPr lvl="0">
              <a:spcBef>
                <a:spcPts val="0"/>
              </a:spcBef>
              <a:spcAft>
                <a:spcPts val="0"/>
              </a:spcAft>
              <a:buSzPts val="1300"/>
              <a:buFont typeface="Figtree"/>
              <a:buNone/>
              <a:defRPr sz="1300"/>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682" name="Google Shape;682;p79"/>
          <p:cNvSpPr txBox="1"/>
          <p:nvPr>
            <p:ph idx="13" type="body"/>
          </p:nvPr>
        </p:nvSpPr>
        <p:spPr>
          <a:xfrm>
            <a:off x="3409200" y="3867675"/>
            <a:ext cx="2325600" cy="677400"/>
          </a:xfrm>
          <a:prstGeom prst="rect">
            <a:avLst/>
          </a:prstGeom>
          <a:noFill/>
          <a:ln>
            <a:noFill/>
          </a:ln>
        </p:spPr>
        <p:txBody>
          <a:bodyPr anchorCtr="0" anchor="t" bIns="0" lIns="0" spcFirstLastPara="1" rIns="0" wrap="square" tIns="0">
            <a:no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683" name="Google Shape;683;p79"/>
          <p:cNvSpPr txBox="1"/>
          <p:nvPr>
            <p:ph idx="14" type="title"/>
          </p:nvPr>
        </p:nvSpPr>
        <p:spPr>
          <a:xfrm>
            <a:off x="6381150" y="3541650"/>
            <a:ext cx="2325600" cy="200100"/>
          </a:xfrm>
          <a:prstGeom prst="rect">
            <a:avLst/>
          </a:prstGeom>
        </p:spPr>
        <p:txBody>
          <a:bodyPr anchorCtr="0" anchor="t" bIns="0" lIns="0" spcFirstLastPara="1" rIns="0" wrap="square" tIns="0">
            <a:noAutofit/>
          </a:bodyPr>
          <a:lstStyle>
            <a:lvl1pPr lvl="0">
              <a:spcBef>
                <a:spcPts val="0"/>
              </a:spcBef>
              <a:spcAft>
                <a:spcPts val="0"/>
              </a:spcAft>
              <a:buSzPts val="1300"/>
              <a:buFont typeface="Figtree"/>
              <a:buNone/>
              <a:defRPr sz="1300"/>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684" name="Google Shape;684;p79"/>
          <p:cNvSpPr txBox="1"/>
          <p:nvPr>
            <p:ph idx="15" type="body"/>
          </p:nvPr>
        </p:nvSpPr>
        <p:spPr>
          <a:xfrm>
            <a:off x="6381150" y="3867675"/>
            <a:ext cx="2325600" cy="677400"/>
          </a:xfrm>
          <a:prstGeom prst="rect">
            <a:avLst/>
          </a:prstGeom>
          <a:noFill/>
          <a:ln>
            <a:noFill/>
          </a:ln>
        </p:spPr>
        <p:txBody>
          <a:bodyPr anchorCtr="0" anchor="t" bIns="0" lIns="0" spcFirstLastPara="1" rIns="0" wrap="square" tIns="0">
            <a:no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685" name="Google Shape;685;p79"/>
          <p:cNvSpPr/>
          <p:nvPr/>
        </p:nvSpPr>
        <p:spPr>
          <a:xfrm>
            <a:off x="74437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686" name="Google Shape;686;p79"/>
          <p:cNvSpPr/>
          <p:nvPr/>
        </p:nvSpPr>
        <p:spPr>
          <a:xfrm>
            <a:off x="57764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687" name="Google Shape;687;p79"/>
          <p:cNvSpPr txBox="1"/>
          <p:nvPr>
            <p:ph idx="16" type="subTitle"/>
          </p:nvPr>
        </p:nvSpPr>
        <p:spPr>
          <a:xfrm>
            <a:off x="5809350"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
        <p:nvSpPr>
          <p:cNvPr id="688" name="Google Shape;688;p79"/>
          <p:cNvSpPr txBox="1"/>
          <p:nvPr>
            <p:ph idx="17" type="subTitle"/>
          </p:nvPr>
        </p:nvSpPr>
        <p:spPr>
          <a:xfrm>
            <a:off x="7476775"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wo column 1" type="titleOnly">
  <p:cSld name="TITLE_ONLY">
    <p:bg>
      <p:bgPr>
        <a:solidFill>
          <a:schemeClr val="accent3"/>
        </a:solidFill>
      </p:bgPr>
    </p:bg>
    <p:spTree>
      <p:nvGrpSpPr>
        <p:cNvPr id="689" name="Shape 689"/>
        <p:cNvGrpSpPr/>
        <p:nvPr/>
      </p:nvGrpSpPr>
      <p:grpSpPr>
        <a:xfrm>
          <a:off x="0" y="0"/>
          <a:ext cx="0" cy="0"/>
          <a:chOff x="0" y="0"/>
          <a:chExt cx="0" cy="0"/>
        </a:xfrm>
      </p:grpSpPr>
      <p:sp>
        <p:nvSpPr>
          <p:cNvPr id="690" name="Google Shape;690;p80"/>
          <p:cNvSpPr/>
          <p:nvPr/>
        </p:nvSpPr>
        <p:spPr>
          <a:xfrm>
            <a:off x="110838" y="113400"/>
            <a:ext cx="7947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691" name="Google Shape;691;p80"/>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cxnSp>
        <p:nvCxnSpPr>
          <p:cNvPr id="692" name="Google Shape;692;p80"/>
          <p:cNvCxnSpPr/>
          <p:nvPr/>
        </p:nvCxnSpPr>
        <p:spPr>
          <a:xfrm>
            <a:off x="111000" y="443900"/>
            <a:ext cx="8922000" cy="0"/>
          </a:xfrm>
          <a:prstGeom prst="straightConnector1">
            <a:avLst/>
          </a:prstGeom>
          <a:noFill/>
          <a:ln cap="flat" cmpd="sng" w="9525">
            <a:solidFill>
              <a:schemeClr val="lt1"/>
            </a:solidFill>
            <a:prstDash val="solid"/>
            <a:round/>
            <a:headEnd len="med" w="med" type="none"/>
            <a:tailEnd len="med" w="med" type="none"/>
          </a:ln>
        </p:spPr>
      </p:cxnSp>
      <p:grpSp>
        <p:nvGrpSpPr>
          <p:cNvPr id="693" name="Google Shape;693;p80"/>
          <p:cNvGrpSpPr/>
          <p:nvPr/>
        </p:nvGrpSpPr>
        <p:grpSpPr>
          <a:xfrm>
            <a:off x="1" y="656600"/>
            <a:ext cx="9143948" cy="4268310"/>
            <a:chOff x="1" y="656600"/>
            <a:chExt cx="9143948" cy="4268310"/>
          </a:xfrm>
        </p:grpSpPr>
        <p:sp>
          <p:nvSpPr>
            <p:cNvPr id="694" name="Google Shape;694;p80"/>
            <p:cNvSpPr/>
            <p:nvPr/>
          </p:nvSpPr>
          <p:spPr>
            <a:xfrm>
              <a:off x="1" y="656600"/>
              <a:ext cx="2416500" cy="2409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95" name="Google Shape;695;p80"/>
            <p:cNvSpPr/>
            <p:nvPr/>
          </p:nvSpPr>
          <p:spPr>
            <a:xfrm>
              <a:off x="2193874" y="656600"/>
              <a:ext cx="2416500" cy="2409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96" name="Google Shape;696;p80"/>
            <p:cNvSpPr/>
            <p:nvPr/>
          </p:nvSpPr>
          <p:spPr>
            <a:xfrm>
              <a:off x="1" y="2515310"/>
              <a:ext cx="2416500" cy="2409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97" name="Google Shape;697;p80"/>
            <p:cNvSpPr/>
            <p:nvPr/>
          </p:nvSpPr>
          <p:spPr>
            <a:xfrm>
              <a:off x="2193874" y="2515310"/>
              <a:ext cx="2416500" cy="2409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98" name="Google Shape;698;p80"/>
            <p:cNvSpPr/>
            <p:nvPr/>
          </p:nvSpPr>
          <p:spPr>
            <a:xfrm>
              <a:off x="873232" y="1523415"/>
              <a:ext cx="2864400" cy="25347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99" name="Google Shape;699;p80"/>
            <p:cNvSpPr/>
            <p:nvPr/>
          </p:nvSpPr>
          <p:spPr>
            <a:xfrm>
              <a:off x="4533576" y="656600"/>
              <a:ext cx="2416500" cy="2409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00" name="Google Shape;700;p80"/>
            <p:cNvSpPr/>
            <p:nvPr/>
          </p:nvSpPr>
          <p:spPr>
            <a:xfrm>
              <a:off x="6727449" y="656600"/>
              <a:ext cx="2416500" cy="2409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01" name="Google Shape;701;p80"/>
            <p:cNvSpPr/>
            <p:nvPr/>
          </p:nvSpPr>
          <p:spPr>
            <a:xfrm>
              <a:off x="4533576" y="2515310"/>
              <a:ext cx="2416500" cy="2409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02" name="Google Shape;702;p80"/>
            <p:cNvSpPr/>
            <p:nvPr/>
          </p:nvSpPr>
          <p:spPr>
            <a:xfrm>
              <a:off x="6727449" y="2515310"/>
              <a:ext cx="2416500" cy="2409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03" name="Google Shape;703;p80"/>
            <p:cNvSpPr/>
            <p:nvPr/>
          </p:nvSpPr>
          <p:spPr>
            <a:xfrm>
              <a:off x="5406807" y="1523415"/>
              <a:ext cx="2864400" cy="25347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704" name="Google Shape;704;p80"/>
          <p:cNvSpPr txBox="1"/>
          <p:nvPr>
            <p:ph type="title"/>
          </p:nvPr>
        </p:nvSpPr>
        <p:spPr>
          <a:xfrm>
            <a:off x="420375" y="2504337"/>
            <a:ext cx="3731100" cy="572700"/>
          </a:xfrm>
          <a:prstGeom prst="rect">
            <a:avLst/>
          </a:prstGeom>
        </p:spPr>
        <p:txBody>
          <a:bodyPr anchorCtr="0" anchor="ctr" bIns="0" lIns="0" spcFirstLastPara="1" rIns="0" wrap="square" tIns="0">
            <a:noAutofit/>
          </a:bodyPr>
          <a:lstStyle>
            <a:lvl1pPr lvl="0">
              <a:spcBef>
                <a:spcPts val="0"/>
              </a:spcBef>
              <a:spcAft>
                <a:spcPts val="0"/>
              </a:spcAft>
              <a:buSzPts val="3500"/>
              <a:buFont typeface="Figtree"/>
              <a:buNone/>
              <a:defRPr/>
            </a:lvl1pPr>
            <a:lvl2pPr lvl="1">
              <a:spcBef>
                <a:spcPts val="0"/>
              </a:spcBef>
              <a:spcAft>
                <a:spcPts val="0"/>
              </a:spcAft>
              <a:buSzPts val="3500"/>
              <a:buFont typeface="Figtree"/>
              <a:buNone/>
              <a:defRPr/>
            </a:lvl2pPr>
            <a:lvl3pPr lvl="2">
              <a:spcBef>
                <a:spcPts val="0"/>
              </a:spcBef>
              <a:spcAft>
                <a:spcPts val="0"/>
              </a:spcAft>
              <a:buSzPts val="3500"/>
              <a:buFont typeface="Figtree"/>
              <a:buNone/>
              <a:defRPr/>
            </a:lvl3pPr>
            <a:lvl4pPr lvl="3">
              <a:spcBef>
                <a:spcPts val="0"/>
              </a:spcBef>
              <a:spcAft>
                <a:spcPts val="0"/>
              </a:spcAft>
              <a:buSzPts val="3500"/>
              <a:buFont typeface="Figtree"/>
              <a:buNone/>
              <a:defRPr/>
            </a:lvl4pPr>
            <a:lvl5pPr lvl="4">
              <a:spcBef>
                <a:spcPts val="0"/>
              </a:spcBef>
              <a:spcAft>
                <a:spcPts val="0"/>
              </a:spcAft>
              <a:buSzPts val="3500"/>
              <a:buFont typeface="Figtree"/>
              <a:buNone/>
              <a:defRPr/>
            </a:lvl5pPr>
            <a:lvl6pPr lvl="5">
              <a:spcBef>
                <a:spcPts val="0"/>
              </a:spcBef>
              <a:spcAft>
                <a:spcPts val="0"/>
              </a:spcAft>
              <a:buSzPts val="3500"/>
              <a:buFont typeface="Figtree"/>
              <a:buNone/>
              <a:defRPr/>
            </a:lvl6pPr>
            <a:lvl7pPr lvl="6">
              <a:spcBef>
                <a:spcPts val="0"/>
              </a:spcBef>
              <a:spcAft>
                <a:spcPts val="0"/>
              </a:spcAft>
              <a:buSzPts val="3500"/>
              <a:buFont typeface="Figtree"/>
              <a:buNone/>
              <a:defRPr/>
            </a:lvl7pPr>
            <a:lvl8pPr lvl="7">
              <a:spcBef>
                <a:spcPts val="0"/>
              </a:spcBef>
              <a:spcAft>
                <a:spcPts val="0"/>
              </a:spcAft>
              <a:buSzPts val="3500"/>
              <a:buFont typeface="Figtree"/>
              <a:buNone/>
              <a:defRPr/>
            </a:lvl8pPr>
            <a:lvl9pPr lvl="8">
              <a:spcBef>
                <a:spcPts val="0"/>
              </a:spcBef>
              <a:spcAft>
                <a:spcPts val="0"/>
              </a:spcAft>
              <a:buSzPts val="3500"/>
              <a:buFont typeface="Figtree"/>
              <a:buNone/>
              <a:defRPr/>
            </a:lvl9pPr>
          </a:lstStyle>
          <a:p/>
        </p:txBody>
      </p:sp>
      <p:sp>
        <p:nvSpPr>
          <p:cNvPr id="705" name="Google Shape;705;p80"/>
          <p:cNvSpPr txBox="1"/>
          <p:nvPr>
            <p:ph idx="2" type="title"/>
          </p:nvPr>
        </p:nvSpPr>
        <p:spPr>
          <a:xfrm>
            <a:off x="5675995" y="1768438"/>
            <a:ext cx="2325600" cy="200100"/>
          </a:xfrm>
          <a:prstGeom prst="rect">
            <a:avLst/>
          </a:prstGeom>
        </p:spPr>
        <p:txBody>
          <a:bodyPr anchorCtr="0" anchor="b" bIns="0" lIns="0" spcFirstLastPara="1" rIns="0" wrap="square" tIns="0">
            <a:noAutofit/>
          </a:bodyPr>
          <a:lstStyle>
            <a:lvl1pPr lvl="0">
              <a:spcBef>
                <a:spcPts val="0"/>
              </a:spcBef>
              <a:spcAft>
                <a:spcPts val="0"/>
              </a:spcAft>
              <a:buSzPts val="1300"/>
              <a:buFont typeface="Figtree ExtraBold"/>
              <a:buNone/>
              <a:defRPr b="0" sz="1300">
                <a:latin typeface="Figtree ExtraBold"/>
                <a:ea typeface="Figtree ExtraBold"/>
                <a:cs typeface="Figtree ExtraBold"/>
                <a:sym typeface="Figtree ExtraBold"/>
              </a:defRPr>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706" name="Google Shape;706;p80"/>
          <p:cNvSpPr txBox="1"/>
          <p:nvPr>
            <p:ph idx="1" type="body"/>
          </p:nvPr>
        </p:nvSpPr>
        <p:spPr>
          <a:xfrm>
            <a:off x="5675995" y="2094463"/>
            <a:ext cx="2325600" cy="677400"/>
          </a:xfrm>
          <a:prstGeom prst="rect">
            <a:avLst/>
          </a:prstGeom>
          <a:noFill/>
          <a:ln>
            <a:noFill/>
          </a:ln>
        </p:spPr>
        <p:txBody>
          <a:bodyPr anchorCtr="0" anchor="t" bIns="0" lIns="0" spcFirstLastPara="1" rIns="0" wrap="square" tIns="0">
            <a:no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707" name="Google Shape;707;p80"/>
          <p:cNvSpPr txBox="1"/>
          <p:nvPr>
            <p:ph idx="3" type="title"/>
          </p:nvPr>
        </p:nvSpPr>
        <p:spPr>
          <a:xfrm>
            <a:off x="5675995" y="3148188"/>
            <a:ext cx="2325600" cy="200100"/>
          </a:xfrm>
          <a:prstGeom prst="rect">
            <a:avLst/>
          </a:prstGeom>
        </p:spPr>
        <p:txBody>
          <a:bodyPr anchorCtr="0" anchor="b" bIns="0" lIns="0" spcFirstLastPara="1" rIns="0" wrap="square" tIns="0">
            <a:noAutofit/>
          </a:bodyPr>
          <a:lstStyle>
            <a:lvl1pPr lvl="0">
              <a:spcBef>
                <a:spcPts val="0"/>
              </a:spcBef>
              <a:spcAft>
                <a:spcPts val="0"/>
              </a:spcAft>
              <a:buSzPts val="1300"/>
              <a:buFont typeface="Figtree ExtraBold"/>
              <a:buNone/>
              <a:defRPr b="0" sz="1300">
                <a:latin typeface="Figtree ExtraBold"/>
                <a:ea typeface="Figtree ExtraBold"/>
                <a:cs typeface="Figtree ExtraBold"/>
                <a:sym typeface="Figtree ExtraBold"/>
              </a:defRPr>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708" name="Google Shape;708;p80"/>
          <p:cNvSpPr txBox="1"/>
          <p:nvPr>
            <p:ph idx="4" type="body"/>
          </p:nvPr>
        </p:nvSpPr>
        <p:spPr>
          <a:xfrm>
            <a:off x="5675995" y="3474213"/>
            <a:ext cx="2325600" cy="677400"/>
          </a:xfrm>
          <a:prstGeom prst="rect">
            <a:avLst/>
          </a:prstGeom>
          <a:noFill/>
          <a:ln>
            <a:noFill/>
          </a:ln>
        </p:spPr>
        <p:txBody>
          <a:bodyPr anchorCtr="0" anchor="t" bIns="0" lIns="0" spcFirstLastPara="1" rIns="0" wrap="square" tIns="0">
            <a:no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709" name="Google Shape;709;p80"/>
          <p:cNvSpPr/>
          <p:nvPr/>
        </p:nvSpPr>
        <p:spPr>
          <a:xfrm>
            <a:off x="74437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710" name="Google Shape;710;p80"/>
          <p:cNvSpPr/>
          <p:nvPr/>
        </p:nvSpPr>
        <p:spPr>
          <a:xfrm>
            <a:off x="57764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711" name="Google Shape;711;p80"/>
          <p:cNvSpPr txBox="1"/>
          <p:nvPr>
            <p:ph idx="5" type="subTitle"/>
          </p:nvPr>
        </p:nvSpPr>
        <p:spPr>
          <a:xfrm>
            <a:off x="5809350"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
        <p:nvSpPr>
          <p:cNvPr id="712" name="Google Shape;712;p80"/>
          <p:cNvSpPr txBox="1"/>
          <p:nvPr>
            <p:ph idx="6" type="subTitle"/>
          </p:nvPr>
        </p:nvSpPr>
        <p:spPr>
          <a:xfrm>
            <a:off x="7476775"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rizontal two column 1">
  <p:cSld name="ONE_COLUMN_TEXT">
    <p:bg>
      <p:bgPr>
        <a:solidFill>
          <a:schemeClr val="dk2"/>
        </a:solidFill>
      </p:bgPr>
    </p:bg>
    <p:spTree>
      <p:nvGrpSpPr>
        <p:cNvPr id="713" name="Shape 713"/>
        <p:cNvGrpSpPr/>
        <p:nvPr/>
      </p:nvGrpSpPr>
      <p:grpSpPr>
        <a:xfrm>
          <a:off x="0" y="0"/>
          <a:ext cx="0" cy="0"/>
          <a:chOff x="0" y="0"/>
          <a:chExt cx="0" cy="0"/>
        </a:xfrm>
      </p:grpSpPr>
      <p:sp>
        <p:nvSpPr>
          <p:cNvPr id="714" name="Google Shape;714;p81"/>
          <p:cNvSpPr/>
          <p:nvPr/>
        </p:nvSpPr>
        <p:spPr>
          <a:xfrm>
            <a:off x="110838" y="113400"/>
            <a:ext cx="7947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715" name="Google Shape;715;p81"/>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cxnSp>
        <p:nvCxnSpPr>
          <p:cNvPr id="716" name="Google Shape;716;p81"/>
          <p:cNvCxnSpPr/>
          <p:nvPr/>
        </p:nvCxnSpPr>
        <p:spPr>
          <a:xfrm>
            <a:off x="111000" y="443900"/>
            <a:ext cx="8922000" cy="0"/>
          </a:xfrm>
          <a:prstGeom prst="straightConnector1">
            <a:avLst/>
          </a:prstGeom>
          <a:noFill/>
          <a:ln cap="flat" cmpd="sng" w="9525">
            <a:solidFill>
              <a:schemeClr val="lt1"/>
            </a:solidFill>
            <a:prstDash val="solid"/>
            <a:round/>
            <a:headEnd len="med" w="med" type="none"/>
            <a:tailEnd len="med" w="med" type="none"/>
          </a:ln>
        </p:spPr>
      </p:cxnSp>
      <p:grpSp>
        <p:nvGrpSpPr>
          <p:cNvPr id="717" name="Google Shape;717;p81"/>
          <p:cNvGrpSpPr/>
          <p:nvPr/>
        </p:nvGrpSpPr>
        <p:grpSpPr>
          <a:xfrm>
            <a:off x="1675" y="656598"/>
            <a:ext cx="9143766" cy="4268100"/>
            <a:chOff x="1675" y="656598"/>
            <a:chExt cx="9143766" cy="4268100"/>
          </a:xfrm>
        </p:grpSpPr>
        <p:sp>
          <p:nvSpPr>
            <p:cNvPr id="718" name="Google Shape;718;p81"/>
            <p:cNvSpPr/>
            <p:nvPr/>
          </p:nvSpPr>
          <p:spPr>
            <a:xfrm>
              <a:off x="1675" y="656598"/>
              <a:ext cx="3191700" cy="42681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19" name="Google Shape;719;p81"/>
            <p:cNvSpPr/>
            <p:nvPr/>
          </p:nvSpPr>
          <p:spPr>
            <a:xfrm>
              <a:off x="2977708" y="656598"/>
              <a:ext cx="3191700" cy="42681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20" name="Google Shape;720;p81"/>
            <p:cNvSpPr/>
            <p:nvPr/>
          </p:nvSpPr>
          <p:spPr>
            <a:xfrm>
              <a:off x="5953741" y="656598"/>
              <a:ext cx="3191700" cy="42681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721" name="Google Shape;721;p81"/>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 </a:t>
            </a:r>
            <a:endParaRPr>
              <a:solidFill>
                <a:schemeClr val="dk1"/>
              </a:solidFill>
            </a:endParaRPr>
          </a:p>
        </p:txBody>
      </p:sp>
      <p:sp>
        <p:nvSpPr>
          <p:cNvPr id="722" name="Google Shape;722;p81"/>
          <p:cNvSpPr txBox="1"/>
          <p:nvPr>
            <p:ph type="title"/>
          </p:nvPr>
        </p:nvSpPr>
        <p:spPr>
          <a:xfrm>
            <a:off x="434800" y="2593849"/>
            <a:ext cx="2325600" cy="393600"/>
          </a:xfrm>
          <a:prstGeom prst="rect">
            <a:avLst/>
          </a:prstGeom>
        </p:spPr>
        <p:txBody>
          <a:bodyPr anchorCtr="0" anchor="ctr" bIns="0" lIns="0" spcFirstLastPara="1" rIns="0" wrap="square" tIns="0">
            <a:noAutofit/>
          </a:bodyPr>
          <a:lstStyle>
            <a:lvl1pPr lvl="0">
              <a:spcBef>
                <a:spcPts val="0"/>
              </a:spcBef>
              <a:spcAft>
                <a:spcPts val="0"/>
              </a:spcAft>
              <a:buSzPts val="2600"/>
              <a:buFont typeface="Figtree"/>
              <a:buNone/>
              <a:defRPr sz="2600"/>
            </a:lvl1pPr>
            <a:lvl2pPr lvl="1">
              <a:spcBef>
                <a:spcPts val="0"/>
              </a:spcBef>
              <a:spcAft>
                <a:spcPts val="0"/>
              </a:spcAft>
              <a:buSzPts val="2600"/>
              <a:buFont typeface="Figtree"/>
              <a:buNone/>
              <a:defRPr sz="2600"/>
            </a:lvl2pPr>
            <a:lvl3pPr lvl="2">
              <a:spcBef>
                <a:spcPts val="0"/>
              </a:spcBef>
              <a:spcAft>
                <a:spcPts val="0"/>
              </a:spcAft>
              <a:buSzPts val="2600"/>
              <a:buFont typeface="Figtree"/>
              <a:buNone/>
              <a:defRPr sz="2600"/>
            </a:lvl3pPr>
            <a:lvl4pPr lvl="3">
              <a:spcBef>
                <a:spcPts val="0"/>
              </a:spcBef>
              <a:spcAft>
                <a:spcPts val="0"/>
              </a:spcAft>
              <a:buSzPts val="2600"/>
              <a:buFont typeface="Figtree"/>
              <a:buNone/>
              <a:defRPr sz="2600"/>
            </a:lvl4pPr>
            <a:lvl5pPr lvl="4">
              <a:spcBef>
                <a:spcPts val="0"/>
              </a:spcBef>
              <a:spcAft>
                <a:spcPts val="0"/>
              </a:spcAft>
              <a:buSzPts val="2600"/>
              <a:buFont typeface="Figtree"/>
              <a:buNone/>
              <a:defRPr sz="2600"/>
            </a:lvl5pPr>
            <a:lvl6pPr lvl="5">
              <a:spcBef>
                <a:spcPts val="0"/>
              </a:spcBef>
              <a:spcAft>
                <a:spcPts val="0"/>
              </a:spcAft>
              <a:buSzPts val="2600"/>
              <a:buFont typeface="Figtree"/>
              <a:buNone/>
              <a:defRPr sz="2600"/>
            </a:lvl6pPr>
            <a:lvl7pPr lvl="6">
              <a:spcBef>
                <a:spcPts val="0"/>
              </a:spcBef>
              <a:spcAft>
                <a:spcPts val="0"/>
              </a:spcAft>
              <a:buSzPts val="2600"/>
              <a:buFont typeface="Figtree"/>
              <a:buNone/>
              <a:defRPr sz="2600"/>
            </a:lvl7pPr>
            <a:lvl8pPr lvl="7">
              <a:spcBef>
                <a:spcPts val="0"/>
              </a:spcBef>
              <a:spcAft>
                <a:spcPts val="0"/>
              </a:spcAft>
              <a:buSzPts val="2600"/>
              <a:buFont typeface="Figtree"/>
              <a:buNone/>
              <a:defRPr sz="2600"/>
            </a:lvl8pPr>
            <a:lvl9pPr lvl="8">
              <a:spcBef>
                <a:spcPts val="0"/>
              </a:spcBef>
              <a:spcAft>
                <a:spcPts val="0"/>
              </a:spcAft>
              <a:buSzPts val="2600"/>
              <a:buFont typeface="Figtree"/>
              <a:buNone/>
              <a:defRPr sz="2600"/>
            </a:lvl9pPr>
          </a:lstStyle>
          <a:p/>
        </p:txBody>
      </p:sp>
      <p:sp>
        <p:nvSpPr>
          <p:cNvPr id="723" name="Google Shape;723;p81"/>
          <p:cNvSpPr txBox="1"/>
          <p:nvPr>
            <p:ph idx="2" type="title"/>
          </p:nvPr>
        </p:nvSpPr>
        <p:spPr>
          <a:xfrm>
            <a:off x="3410831" y="2280747"/>
            <a:ext cx="2325600" cy="200100"/>
          </a:xfrm>
          <a:prstGeom prst="rect">
            <a:avLst/>
          </a:prstGeom>
        </p:spPr>
        <p:txBody>
          <a:bodyPr anchorCtr="0" anchor="b" bIns="0" lIns="0" spcFirstLastPara="1" rIns="0" wrap="square" tIns="0">
            <a:noAutofit/>
          </a:bodyPr>
          <a:lstStyle>
            <a:lvl1pPr lvl="0">
              <a:spcBef>
                <a:spcPts val="0"/>
              </a:spcBef>
              <a:spcAft>
                <a:spcPts val="0"/>
              </a:spcAft>
              <a:buSzPts val="1300"/>
              <a:buFont typeface="Figtree ExtraBold"/>
              <a:buNone/>
              <a:defRPr b="0" sz="1300">
                <a:latin typeface="Figtree ExtraBold"/>
                <a:ea typeface="Figtree ExtraBold"/>
                <a:cs typeface="Figtree ExtraBold"/>
                <a:sym typeface="Figtree ExtraBold"/>
              </a:defRPr>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724" name="Google Shape;724;p81"/>
          <p:cNvSpPr txBox="1"/>
          <p:nvPr>
            <p:ph idx="1" type="body"/>
          </p:nvPr>
        </p:nvSpPr>
        <p:spPr>
          <a:xfrm>
            <a:off x="3410831" y="2606773"/>
            <a:ext cx="2325600" cy="677400"/>
          </a:xfrm>
          <a:prstGeom prst="rect">
            <a:avLst/>
          </a:prstGeom>
          <a:noFill/>
          <a:ln>
            <a:noFill/>
          </a:ln>
        </p:spPr>
        <p:txBody>
          <a:bodyPr anchorCtr="0" anchor="t" bIns="0" lIns="0" spcFirstLastPara="1" rIns="0" wrap="square" tIns="0">
            <a:no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725" name="Google Shape;725;p81"/>
          <p:cNvSpPr txBox="1"/>
          <p:nvPr>
            <p:ph idx="3" type="title"/>
          </p:nvPr>
        </p:nvSpPr>
        <p:spPr>
          <a:xfrm>
            <a:off x="6454256" y="2280747"/>
            <a:ext cx="2325600" cy="200100"/>
          </a:xfrm>
          <a:prstGeom prst="rect">
            <a:avLst/>
          </a:prstGeom>
        </p:spPr>
        <p:txBody>
          <a:bodyPr anchorCtr="0" anchor="b" bIns="0" lIns="0" spcFirstLastPara="1" rIns="0" wrap="square" tIns="0">
            <a:noAutofit/>
          </a:bodyPr>
          <a:lstStyle>
            <a:lvl1pPr lvl="0">
              <a:spcBef>
                <a:spcPts val="0"/>
              </a:spcBef>
              <a:spcAft>
                <a:spcPts val="0"/>
              </a:spcAft>
              <a:buSzPts val="1300"/>
              <a:buFont typeface="Figtree ExtraBold"/>
              <a:buNone/>
              <a:defRPr b="0" sz="1300">
                <a:latin typeface="Figtree ExtraBold"/>
                <a:ea typeface="Figtree ExtraBold"/>
                <a:cs typeface="Figtree ExtraBold"/>
                <a:sym typeface="Figtree ExtraBold"/>
              </a:defRPr>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726" name="Google Shape;726;p81"/>
          <p:cNvSpPr txBox="1"/>
          <p:nvPr>
            <p:ph idx="4" type="body"/>
          </p:nvPr>
        </p:nvSpPr>
        <p:spPr>
          <a:xfrm>
            <a:off x="6454256" y="2606773"/>
            <a:ext cx="2325600" cy="677400"/>
          </a:xfrm>
          <a:prstGeom prst="rect">
            <a:avLst/>
          </a:prstGeom>
          <a:noFill/>
          <a:ln>
            <a:noFill/>
          </a:ln>
        </p:spPr>
        <p:txBody>
          <a:bodyPr anchorCtr="0" anchor="t" bIns="0" lIns="0" spcFirstLastPara="1" rIns="0" wrap="square" tIns="0">
            <a:noAutofit/>
          </a:bodyPr>
          <a:lstStyle>
            <a:lvl1pPr indent="-323850" lvl="0" marL="4572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1pPr>
            <a:lvl2pPr indent="-323850" lvl="1" marL="9144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2pPr>
            <a:lvl3pPr indent="-323850" lvl="2" marL="13716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3pPr>
            <a:lvl4pPr indent="-323850" lvl="3" marL="18288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4pPr>
            <a:lvl5pPr indent="-323850" lvl="4" marL="22860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5pPr>
            <a:lvl6pPr indent="-323850" lvl="5" marL="27432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6pPr>
            <a:lvl7pPr indent="-323850" lvl="6" marL="32004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7pPr>
            <a:lvl8pPr indent="-323850" lvl="7" marL="36576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8pPr>
            <a:lvl9pPr indent="-323850" lvl="8" marL="41148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9pPr>
          </a:lstStyle>
          <a:p/>
        </p:txBody>
      </p:sp>
      <p:sp>
        <p:nvSpPr>
          <p:cNvPr id="727" name="Google Shape;727;p81"/>
          <p:cNvSpPr/>
          <p:nvPr/>
        </p:nvSpPr>
        <p:spPr>
          <a:xfrm>
            <a:off x="74437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728" name="Google Shape;728;p81"/>
          <p:cNvSpPr/>
          <p:nvPr/>
        </p:nvSpPr>
        <p:spPr>
          <a:xfrm>
            <a:off x="57764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729" name="Google Shape;729;p81"/>
          <p:cNvSpPr txBox="1"/>
          <p:nvPr>
            <p:ph idx="5" type="subTitle"/>
          </p:nvPr>
        </p:nvSpPr>
        <p:spPr>
          <a:xfrm>
            <a:off x="5809350"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
        <p:nvSpPr>
          <p:cNvPr id="730" name="Google Shape;730;p81"/>
          <p:cNvSpPr txBox="1"/>
          <p:nvPr>
            <p:ph idx="6" type="subTitle"/>
          </p:nvPr>
        </p:nvSpPr>
        <p:spPr>
          <a:xfrm>
            <a:off x="7476775"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wo column 2">
  <p:cSld name="MAIN_POINT">
    <p:bg>
      <p:bgPr>
        <a:solidFill>
          <a:schemeClr val="lt2"/>
        </a:solidFill>
      </p:bgPr>
    </p:bg>
    <p:spTree>
      <p:nvGrpSpPr>
        <p:cNvPr id="731" name="Shape 731"/>
        <p:cNvGrpSpPr/>
        <p:nvPr/>
      </p:nvGrpSpPr>
      <p:grpSpPr>
        <a:xfrm>
          <a:off x="0" y="0"/>
          <a:ext cx="0" cy="0"/>
          <a:chOff x="0" y="0"/>
          <a:chExt cx="0" cy="0"/>
        </a:xfrm>
      </p:grpSpPr>
      <p:grpSp>
        <p:nvGrpSpPr>
          <p:cNvPr id="732" name="Google Shape;732;p82"/>
          <p:cNvGrpSpPr/>
          <p:nvPr/>
        </p:nvGrpSpPr>
        <p:grpSpPr>
          <a:xfrm>
            <a:off x="-25" y="656852"/>
            <a:ext cx="9144036" cy="4268100"/>
            <a:chOff x="-25" y="656852"/>
            <a:chExt cx="9144036" cy="4268100"/>
          </a:xfrm>
        </p:grpSpPr>
        <p:sp>
          <p:nvSpPr>
            <p:cNvPr id="733" name="Google Shape;733;p82"/>
            <p:cNvSpPr/>
            <p:nvPr/>
          </p:nvSpPr>
          <p:spPr>
            <a:xfrm rot="-5400000">
              <a:off x="3345537" y="1749752"/>
              <a:ext cx="4268100" cy="2082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734" name="Google Shape;734;p82"/>
            <p:cNvSpPr/>
            <p:nvPr/>
          </p:nvSpPr>
          <p:spPr>
            <a:xfrm rot="-5400000">
              <a:off x="4657144" y="1749752"/>
              <a:ext cx="4268100" cy="2082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735" name="Google Shape;735;p82"/>
            <p:cNvSpPr/>
            <p:nvPr/>
          </p:nvSpPr>
          <p:spPr>
            <a:xfrm rot="-5400000">
              <a:off x="5968811" y="1749752"/>
              <a:ext cx="4268100" cy="2082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736" name="Google Shape;736;p82"/>
            <p:cNvSpPr/>
            <p:nvPr/>
          </p:nvSpPr>
          <p:spPr>
            <a:xfrm rot="-5400000">
              <a:off x="-1092925" y="1749752"/>
              <a:ext cx="4268100" cy="2082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737" name="Google Shape;737;p82"/>
            <p:cNvSpPr/>
            <p:nvPr/>
          </p:nvSpPr>
          <p:spPr>
            <a:xfrm rot="-5400000">
              <a:off x="218682" y="1749752"/>
              <a:ext cx="4268100" cy="2082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738" name="Google Shape;738;p82"/>
            <p:cNvSpPr/>
            <p:nvPr/>
          </p:nvSpPr>
          <p:spPr>
            <a:xfrm rot="-5400000">
              <a:off x="1530349" y="1749752"/>
              <a:ext cx="4268100" cy="2082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grpSp>
      <p:sp>
        <p:nvSpPr>
          <p:cNvPr id="739" name="Google Shape;739;p82"/>
          <p:cNvSpPr/>
          <p:nvPr/>
        </p:nvSpPr>
        <p:spPr>
          <a:xfrm>
            <a:off x="110838" y="113400"/>
            <a:ext cx="7947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740" name="Google Shape;740;p82"/>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cxnSp>
        <p:nvCxnSpPr>
          <p:cNvPr id="741" name="Google Shape;741;p82"/>
          <p:cNvCxnSpPr/>
          <p:nvPr/>
        </p:nvCxnSpPr>
        <p:spPr>
          <a:xfrm>
            <a:off x="111000" y="443900"/>
            <a:ext cx="8922000" cy="0"/>
          </a:xfrm>
          <a:prstGeom prst="straightConnector1">
            <a:avLst/>
          </a:prstGeom>
          <a:noFill/>
          <a:ln cap="flat" cmpd="sng" w="9525">
            <a:solidFill>
              <a:schemeClr val="lt1"/>
            </a:solidFill>
            <a:prstDash val="solid"/>
            <a:round/>
            <a:headEnd len="med" w="med" type="none"/>
            <a:tailEnd len="med" w="med" type="none"/>
          </a:ln>
        </p:spPr>
      </p:cxnSp>
      <p:sp>
        <p:nvSpPr>
          <p:cNvPr id="742" name="Google Shape;742;p82"/>
          <p:cNvSpPr txBox="1"/>
          <p:nvPr>
            <p:ph type="title"/>
          </p:nvPr>
        </p:nvSpPr>
        <p:spPr>
          <a:xfrm>
            <a:off x="420375" y="2504337"/>
            <a:ext cx="3731100" cy="572700"/>
          </a:xfrm>
          <a:prstGeom prst="rect">
            <a:avLst/>
          </a:prstGeom>
        </p:spPr>
        <p:txBody>
          <a:bodyPr anchorCtr="0" anchor="ctr" bIns="0" lIns="0" spcFirstLastPara="1" rIns="0" wrap="square" tIns="0">
            <a:noAutofit/>
          </a:bodyPr>
          <a:lstStyle>
            <a:lvl1pPr lvl="0">
              <a:spcBef>
                <a:spcPts val="0"/>
              </a:spcBef>
              <a:spcAft>
                <a:spcPts val="0"/>
              </a:spcAft>
              <a:buSzPts val="3500"/>
              <a:buFont typeface="Figtree"/>
              <a:buNone/>
              <a:defRPr/>
            </a:lvl1pPr>
            <a:lvl2pPr lvl="1">
              <a:spcBef>
                <a:spcPts val="0"/>
              </a:spcBef>
              <a:spcAft>
                <a:spcPts val="0"/>
              </a:spcAft>
              <a:buSzPts val="3500"/>
              <a:buFont typeface="Figtree"/>
              <a:buNone/>
              <a:defRPr/>
            </a:lvl2pPr>
            <a:lvl3pPr lvl="2">
              <a:spcBef>
                <a:spcPts val="0"/>
              </a:spcBef>
              <a:spcAft>
                <a:spcPts val="0"/>
              </a:spcAft>
              <a:buSzPts val="3500"/>
              <a:buFont typeface="Figtree"/>
              <a:buNone/>
              <a:defRPr/>
            </a:lvl3pPr>
            <a:lvl4pPr lvl="3">
              <a:spcBef>
                <a:spcPts val="0"/>
              </a:spcBef>
              <a:spcAft>
                <a:spcPts val="0"/>
              </a:spcAft>
              <a:buSzPts val="3500"/>
              <a:buFont typeface="Figtree"/>
              <a:buNone/>
              <a:defRPr/>
            </a:lvl4pPr>
            <a:lvl5pPr lvl="4">
              <a:spcBef>
                <a:spcPts val="0"/>
              </a:spcBef>
              <a:spcAft>
                <a:spcPts val="0"/>
              </a:spcAft>
              <a:buSzPts val="3500"/>
              <a:buFont typeface="Figtree"/>
              <a:buNone/>
              <a:defRPr/>
            </a:lvl5pPr>
            <a:lvl6pPr lvl="5">
              <a:spcBef>
                <a:spcPts val="0"/>
              </a:spcBef>
              <a:spcAft>
                <a:spcPts val="0"/>
              </a:spcAft>
              <a:buSzPts val="3500"/>
              <a:buFont typeface="Figtree"/>
              <a:buNone/>
              <a:defRPr/>
            </a:lvl6pPr>
            <a:lvl7pPr lvl="6">
              <a:spcBef>
                <a:spcPts val="0"/>
              </a:spcBef>
              <a:spcAft>
                <a:spcPts val="0"/>
              </a:spcAft>
              <a:buSzPts val="3500"/>
              <a:buFont typeface="Figtree"/>
              <a:buNone/>
              <a:defRPr/>
            </a:lvl7pPr>
            <a:lvl8pPr lvl="7">
              <a:spcBef>
                <a:spcPts val="0"/>
              </a:spcBef>
              <a:spcAft>
                <a:spcPts val="0"/>
              </a:spcAft>
              <a:buSzPts val="3500"/>
              <a:buFont typeface="Figtree"/>
              <a:buNone/>
              <a:defRPr/>
            </a:lvl8pPr>
            <a:lvl9pPr lvl="8">
              <a:spcBef>
                <a:spcPts val="0"/>
              </a:spcBef>
              <a:spcAft>
                <a:spcPts val="0"/>
              </a:spcAft>
              <a:buSzPts val="3500"/>
              <a:buFont typeface="Figtree"/>
              <a:buNone/>
              <a:defRPr/>
            </a:lvl9pPr>
          </a:lstStyle>
          <a:p/>
        </p:txBody>
      </p:sp>
      <p:sp>
        <p:nvSpPr>
          <p:cNvPr id="743" name="Google Shape;743;p82"/>
          <p:cNvSpPr txBox="1"/>
          <p:nvPr>
            <p:ph idx="2" type="title"/>
          </p:nvPr>
        </p:nvSpPr>
        <p:spPr>
          <a:xfrm>
            <a:off x="5675995" y="1768438"/>
            <a:ext cx="2325600" cy="200100"/>
          </a:xfrm>
          <a:prstGeom prst="rect">
            <a:avLst/>
          </a:prstGeom>
        </p:spPr>
        <p:txBody>
          <a:bodyPr anchorCtr="0" anchor="b" bIns="0" lIns="0" spcFirstLastPara="1" rIns="0" wrap="square" tIns="0">
            <a:noAutofit/>
          </a:bodyPr>
          <a:lstStyle>
            <a:lvl1pPr lvl="0">
              <a:spcBef>
                <a:spcPts val="0"/>
              </a:spcBef>
              <a:spcAft>
                <a:spcPts val="0"/>
              </a:spcAft>
              <a:buSzPts val="1300"/>
              <a:buFont typeface="Figtree ExtraBold"/>
              <a:buNone/>
              <a:defRPr b="0" sz="1300">
                <a:latin typeface="Figtree ExtraBold"/>
                <a:ea typeface="Figtree ExtraBold"/>
                <a:cs typeface="Figtree ExtraBold"/>
                <a:sym typeface="Figtree ExtraBold"/>
              </a:defRPr>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744" name="Google Shape;744;p82"/>
          <p:cNvSpPr txBox="1"/>
          <p:nvPr>
            <p:ph idx="1" type="body"/>
          </p:nvPr>
        </p:nvSpPr>
        <p:spPr>
          <a:xfrm>
            <a:off x="5675995" y="2094463"/>
            <a:ext cx="2325600" cy="677400"/>
          </a:xfrm>
          <a:prstGeom prst="rect">
            <a:avLst/>
          </a:prstGeom>
          <a:noFill/>
          <a:ln>
            <a:noFill/>
          </a:ln>
        </p:spPr>
        <p:txBody>
          <a:bodyPr anchorCtr="0" anchor="t" bIns="0" lIns="0" spcFirstLastPara="1" rIns="0" wrap="square" tIns="0">
            <a:no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745" name="Google Shape;745;p82"/>
          <p:cNvSpPr txBox="1"/>
          <p:nvPr>
            <p:ph idx="3" type="title"/>
          </p:nvPr>
        </p:nvSpPr>
        <p:spPr>
          <a:xfrm>
            <a:off x="5675995" y="3148188"/>
            <a:ext cx="2325600" cy="200100"/>
          </a:xfrm>
          <a:prstGeom prst="rect">
            <a:avLst/>
          </a:prstGeom>
        </p:spPr>
        <p:txBody>
          <a:bodyPr anchorCtr="0" anchor="b" bIns="0" lIns="0" spcFirstLastPara="1" rIns="0" wrap="square" tIns="0">
            <a:noAutofit/>
          </a:bodyPr>
          <a:lstStyle>
            <a:lvl1pPr lvl="0">
              <a:spcBef>
                <a:spcPts val="0"/>
              </a:spcBef>
              <a:spcAft>
                <a:spcPts val="0"/>
              </a:spcAft>
              <a:buSzPts val="1300"/>
              <a:buFont typeface="Figtree ExtraBold"/>
              <a:buNone/>
              <a:defRPr b="0" sz="1300">
                <a:latin typeface="Figtree ExtraBold"/>
                <a:ea typeface="Figtree ExtraBold"/>
                <a:cs typeface="Figtree ExtraBold"/>
                <a:sym typeface="Figtree ExtraBold"/>
              </a:defRPr>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746" name="Google Shape;746;p82"/>
          <p:cNvSpPr txBox="1"/>
          <p:nvPr>
            <p:ph idx="4" type="body"/>
          </p:nvPr>
        </p:nvSpPr>
        <p:spPr>
          <a:xfrm>
            <a:off x="5675995" y="3474213"/>
            <a:ext cx="2325600" cy="677400"/>
          </a:xfrm>
          <a:prstGeom prst="rect">
            <a:avLst/>
          </a:prstGeom>
          <a:noFill/>
          <a:ln>
            <a:noFill/>
          </a:ln>
        </p:spPr>
        <p:txBody>
          <a:bodyPr anchorCtr="0" anchor="t" bIns="0" lIns="0" spcFirstLastPara="1" rIns="0" wrap="square" tIns="0">
            <a:no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747" name="Google Shape;747;p82"/>
          <p:cNvSpPr/>
          <p:nvPr/>
        </p:nvSpPr>
        <p:spPr>
          <a:xfrm>
            <a:off x="74437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748" name="Google Shape;748;p82"/>
          <p:cNvSpPr/>
          <p:nvPr/>
        </p:nvSpPr>
        <p:spPr>
          <a:xfrm>
            <a:off x="57764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749" name="Google Shape;749;p82"/>
          <p:cNvSpPr txBox="1"/>
          <p:nvPr>
            <p:ph idx="5" type="subTitle"/>
          </p:nvPr>
        </p:nvSpPr>
        <p:spPr>
          <a:xfrm>
            <a:off x="5809350"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
        <p:nvSpPr>
          <p:cNvPr id="750" name="Google Shape;750;p82"/>
          <p:cNvSpPr txBox="1"/>
          <p:nvPr>
            <p:ph idx="6" type="subTitle"/>
          </p:nvPr>
        </p:nvSpPr>
        <p:spPr>
          <a:xfrm>
            <a:off x="7476775"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rizontal two column 2">
  <p:cSld name="SECTION_TITLE_AND_DESCRIPTION_1">
    <p:bg>
      <p:bgPr>
        <a:solidFill>
          <a:schemeClr val="accent1"/>
        </a:solidFill>
      </p:bgPr>
    </p:bg>
    <p:spTree>
      <p:nvGrpSpPr>
        <p:cNvPr id="751" name="Shape 751"/>
        <p:cNvGrpSpPr/>
        <p:nvPr/>
      </p:nvGrpSpPr>
      <p:grpSpPr>
        <a:xfrm>
          <a:off x="0" y="0"/>
          <a:ext cx="0" cy="0"/>
          <a:chOff x="0" y="0"/>
          <a:chExt cx="0" cy="0"/>
        </a:xfrm>
      </p:grpSpPr>
      <p:grpSp>
        <p:nvGrpSpPr>
          <p:cNvPr id="752" name="Google Shape;752;p83"/>
          <p:cNvGrpSpPr/>
          <p:nvPr/>
        </p:nvGrpSpPr>
        <p:grpSpPr>
          <a:xfrm>
            <a:off x="0" y="655700"/>
            <a:ext cx="9143980" cy="4282350"/>
            <a:chOff x="0" y="655700"/>
            <a:chExt cx="9143980" cy="4282350"/>
          </a:xfrm>
        </p:grpSpPr>
        <p:sp>
          <p:nvSpPr>
            <p:cNvPr id="753" name="Google Shape;753;p83"/>
            <p:cNvSpPr/>
            <p:nvPr/>
          </p:nvSpPr>
          <p:spPr>
            <a:xfrm>
              <a:off x="0" y="655700"/>
              <a:ext cx="3108000" cy="2484000"/>
            </a:xfrm>
            <a:prstGeom prst="snip2Same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54" name="Google Shape;754;p83"/>
            <p:cNvSpPr/>
            <p:nvPr/>
          </p:nvSpPr>
          <p:spPr>
            <a:xfrm flipH="1" rot="10800000">
              <a:off x="0" y="2454050"/>
              <a:ext cx="3108000" cy="2484000"/>
            </a:xfrm>
            <a:prstGeom prst="snip2Same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55" name="Google Shape;755;p83"/>
            <p:cNvSpPr/>
            <p:nvPr/>
          </p:nvSpPr>
          <p:spPr>
            <a:xfrm>
              <a:off x="3017990" y="655700"/>
              <a:ext cx="3108000" cy="2484000"/>
            </a:xfrm>
            <a:prstGeom prst="snip2Same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56" name="Google Shape;756;p83"/>
            <p:cNvSpPr/>
            <p:nvPr/>
          </p:nvSpPr>
          <p:spPr>
            <a:xfrm flipH="1" rot="10800000">
              <a:off x="3017990" y="2454050"/>
              <a:ext cx="3108000" cy="2484000"/>
            </a:xfrm>
            <a:prstGeom prst="snip2Same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57" name="Google Shape;757;p83"/>
            <p:cNvSpPr/>
            <p:nvPr/>
          </p:nvSpPr>
          <p:spPr>
            <a:xfrm>
              <a:off x="6035980" y="655700"/>
              <a:ext cx="3108000" cy="2484000"/>
            </a:xfrm>
            <a:prstGeom prst="snip2Same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58" name="Google Shape;758;p83"/>
            <p:cNvSpPr/>
            <p:nvPr/>
          </p:nvSpPr>
          <p:spPr>
            <a:xfrm flipH="1" rot="10800000">
              <a:off x="6035980" y="2454050"/>
              <a:ext cx="3108000" cy="2484000"/>
            </a:xfrm>
            <a:prstGeom prst="snip2Same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759" name="Google Shape;759;p83"/>
          <p:cNvSpPr/>
          <p:nvPr/>
        </p:nvSpPr>
        <p:spPr>
          <a:xfrm>
            <a:off x="110838" y="113400"/>
            <a:ext cx="7947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760" name="Google Shape;760;p83"/>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cxnSp>
        <p:nvCxnSpPr>
          <p:cNvPr id="761" name="Google Shape;761;p83"/>
          <p:cNvCxnSpPr/>
          <p:nvPr/>
        </p:nvCxnSpPr>
        <p:spPr>
          <a:xfrm>
            <a:off x="111000" y="443900"/>
            <a:ext cx="8922000" cy="0"/>
          </a:xfrm>
          <a:prstGeom prst="straightConnector1">
            <a:avLst/>
          </a:prstGeom>
          <a:noFill/>
          <a:ln cap="flat" cmpd="sng" w="9525">
            <a:solidFill>
              <a:schemeClr val="lt1"/>
            </a:solidFill>
            <a:prstDash val="solid"/>
            <a:round/>
            <a:headEnd len="med" w="med" type="none"/>
            <a:tailEnd len="med" w="med" type="none"/>
          </a:ln>
        </p:spPr>
      </p:cxnSp>
      <p:sp>
        <p:nvSpPr>
          <p:cNvPr id="762" name="Google Shape;762;p83"/>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 </a:t>
            </a:r>
            <a:endParaRPr>
              <a:solidFill>
                <a:schemeClr val="dk1"/>
              </a:solidFill>
            </a:endParaRPr>
          </a:p>
        </p:txBody>
      </p:sp>
      <p:sp>
        <p:nvSpPr>
          <p:cNvPr id="763" name="Google Shape;763;p83"/>
          <p:cNvSpPr txBox="1"/>
          <p:nvPr>
            <p:ph type="title"/>
          </p:nvPr>
        </p:nvSpPr>
        <p:spPr>
          <a:xfrm>
            <a:off x="434800" y="2593849"/>
            <a:ext cx="2325600" cy="393600"/>
          </a:xfrm>
          <a:prstGeom prst="rect">
            <a:avLst/>
          </a:prstGeom>
        </p:spPr>
        <p:txBody>
          <a:bodyPr anchorCtr="0" anchor="ctr" bIns="0" lIns="0" spcFirstLastPara="1" rIns="0" wrap="square" tIns="0">
            <a:noAutofit/>
          </a:bodyPr>
          <a:lstStyle>
            <a:lvl1pPr lvl="0">
              <a:spcBef>
                <a:spcPts val="0"/>
              </a:spcBef>
              <a:spcAft>
                <a:spcPts val="0"/>
              </a:spcAft>
              <a:buSzPts val="2600"/>
              <a:buFont typeface="Figtree"/>
              <a:buNone/>
              <a:defRPr sz="2600"/>
            </a:lvl1pPr>
            <a:lvl2pPr lvl="1">
              <a:spcBef>
                <a:spcPts val="0"/>
              </a:spcBef>
              <a:spcAft>
                <a:spcPts val="0"/>
              </a:spcAft>
              <a:buSzPts val="2600"/>
              <a:buFont typeface="Figtree"/>
              <a:buNone/>
              <a:defRPr sz="2600"/>
            </a:lvl2pPr>
            <a:lvl3pPr lvl="2">
              <a:spcBef>
                <a:spcPts val="0"/>
              </a:spcBef>
              <a:spcAft>
                <a:spcPts val="0"/>
              </a:spcAft>
              <a:buSzPts val="2600"/>
              <a:buFont typeface="Figtree"/>
              <a:buNone/>
              <a:defRPr sz="2600"/>
            </a:lvl3pPr>
            <a:lvl4pPr lvl="3">
              <a:spcBef>
                <a:spcPts val="0"/>
              </a:spcBef>
              <a:spcAft>
                <a:spcPts val="0"/>
              </a:spcAft>
              <a:buSzPts val="2600"/>
              <a:buFont typeface="Figtree"/>
              <a:buNone/>
              <a:defRPr sz="2600"/>
            </a:lvl4pPr>
            <a:lvl5pPr lvl="4">
              <a:spcBef>
                <a:spcPts val="0"/>
              </a:spcBef>
              <a:spcAft>
                <a:spcPts val="0"/>
              </a:spcAft>
              <a:buSzPts val="2600"/>
              <a:buFont typeface="Figtree"/>
              <a:buNone/>
              <a:defRPr sz="2600"/>
            </a:lvl5pPr>
            <a:lvl6pPr lvl="5">
              <a:spcBef>
                <a:spcPts val="0"/>
              </a:spcBef>
              <a:spcAft>
                <a:spcPts val="0"/>
              </a:spcAft>
              <a:buSzPts val="2600"/>
              <a:buFont typeface="Figtree"/>
              <a:buNone/>
              <a:defRPr sz="2600"/>
            </a:lvl6pPr>
            <a:lvl7pPr lvl="6">
              <a:spcBef>
                <a:spcPts val="0"/>
              </a:spcBef>
              <a:spcAft>
                <a:spcPts val="0"/>
              </a:spcAft>
              <a:buSzPts val="2600"/>
              <a:buFont typeface="Figtree"/>
              <a:buNone/>
              <a:defRPr sz="2600"/>
            </a:lvl7pPr>
            <a:lvl8pPr lvl="7">
              <a:spcBef>
                <a:spcPts val="0"/>
              </a:spcBef>
              <a:spcAft>
                <a:spcPts val="0"/>
              </a:spcAft>
              <a:buSzPts val="2600"/>
              <a:buFont typeface="Figtree"/>
              <a:buNone/>
              <a:defRPr sz="2600"/>
            </a:lvl8pPr>
            <a:lvl9pPr lvl="8">
              <a:spcBef>
                <a:spcPts val="0"/>
              </a:spcBef>
              <a:spcAft>
                <a:spcPts val="0"/>
              </a:spcAft>
              <a:buSzPts val="2600"/>
              <a:buFont typeface="Figtree"/>
              <a:buNone/>
              <a:defRPr sz="2600"/>
            </a:lvl9pPr>
          </a:lstStyle>
          <a:p/>
        </p:txBody>
      </p:sp>
      <p:sp>
        <p:nvSpPr>
          <p:cNvPr id="764" name="Google Shape;764;p83"/>
          <p:cNvSpPr txBox="1"/>
          <p:nvPr>
            <p:ph idx="2" type="title"/>
          </p:nvPr>
        </p:nvSpPr>
        <p:spPr>
          <a:xfrm>
            <a:off x="3410831" y="2280747"/>
            <a:ext cx="2325600" cy="200100"/>
          </a:xfrm>
          <a:prstGeom prst="rect">
            <a:avLst/>
          </a:prstGeom>
        </p:spPr>
        <p:txBody>
          <a:bodyPr anchorCtr="0" anchor="b" bIns="0" lIns="0" spcFirstLastPara="1" rIns="0" wrap="square" tIns="0">
            <a:noAutofit/>
          </a:bodyPr>
          <a:lstStyle>
            <a:lvl1pPr lvl="0">
              <a:spcBef>
                <a:spcPts val="0"/>
              </a:spcBef>
              <a:spcAft>
                <a:spcPts val="0"/>
              </a:spcAft>
              <a:buSzPts val="1300"/>
              <a:buFont typeface="Figtree ExtraBold"/>
              <a:buNone/>
              <a:defRPr b="0" sz="1300">
                <a:latin typeface="Figtree ExtraBold"/>
                <a:ea typeface="Figtree ExtraBold"/>
                <a:cs typeface="Figtree ExtraBold"/>
                <a:sym typeface="Figtree ExtraBold"/>
              </a:defRPr>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765" name="Google Shape;765;p83"/>
          <p:cNvSpPr txBox="1"/>
          <p:nvPr>
            <p:ph idx="1" type="body"/>
          </p:nvPr>
        </p:nvSpPr>
        <p:spPr>
          <a:xfrm>
            <a:off x="3410831" y="2606773"/>
            <a:ext cx="2325600" cy="677400"/>
          </a:xfrm>
          <a:prstGeom prst="rect">
            <a:avLst/>
          </a:prstGeom>
          <a:noFill/>
          <a:ln>
            <a:noFill/>
          </a:ln>
        </p:spPr>
        <p:txBody>
          <a:bodyPr anchorCtr="0" anchor="t" bIns="0" lIns="0" spcFirstLastPara="1" rIns="0" wrap="square" tIns="0">
            <a:no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766" name="Google Shape;766;p83"/>
          <p:cNvSpPr txBox="1"/>
          <p:nvPr>
            <p:ph idx="3" type="title"/>
          </p:nvPr>
        </p:nvSpPr>
        <p:spPr>
          <a:xfrm>
            <a:off x="6454256" y="2280747"/>
            <a:ext cx="2325600" cy="200100"/>
          </a:xfrm>
          <a:prstGeom prst="rect">
            <a:avLst/>
          </a:prstGeom>
        </p:spPr>
        <p:txBody>
          <a:bodyPr anchorCtr="0" anchor="b" bIns="0" lIns="0" spcFirstLastPara="1" rIns="0" wrap="square" tIns="0">
            <a:noAutofit/>
          </a:bodyPr>
          <a:lstStyle>
            <a:lvl1pPr lvl="0">
              <a:spcBef>
                <a:spcPts val="0"/>
              </a:spcBef>
              <a:spcAft>
                <a:spcPts val="0"/>
              </a:spcAft>
              <a:buSzPts val="1300"/>
              <a:buFont typeface="Figtree ExtraBold"/>
              <a:buNone/>
              <a:defRPr b="0" sz="1300">
                <a:latin typeface="Figtree ExtraBold"/>
                <a:ea typeface="Figtree ExtraBold"/>
                <a:cs typeface="Figtree ExtraBold"/>
                <a:sym typeface="Figtree ExtraBold"/>
              </a:defRPr>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767" name="Google Shape;767;p83"/>
          <p:cNvSpPr txBox="1"/>
          <p:nvPr>
            <p:ph idx="4" type="body"/>
          </p:nvPr>
        </p:nvSpPr>
        <p:spPr>
          <a:xfrm>
            <a:off x="6454256" y="2606773"/>
            <a:ext cx="2325600" cy="677400"/>
          </a:xfrm>
          <a:prstGeom prst="rect">
            <a:avLst/>
          </a:prstGeom>
          <a:noFill/>
          <a:ln>
            <a:noFill/>
          </a:ln>
        </p:spPr>
        <p:txBody>
          <a:bodyPr anchorCtr="0" anchor="t" bIns="0" lIns="0" spcFirstLastPara="1" rIns="0" wrap="square" tIns="0">
            <a:noAutofit/>
          </a:bodyPr>
          <a:lstStyle>
            <a:lvl1pPr indent="-323850" lvl="0" marL="4572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1pPr>
            <a:lvl2pPr indent="-323850" lvl="1" marL="9144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2pPr>
            <a:lvl3pPr indent="-323850" lvl="2" marL="13716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3pPr>
            <a:lvl4pPr indent="-323850" lvl="3" marL="18288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4pPr>
            <a:lvl5pPr indent="-323850" lvl="4" marL="22860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5pPr>
            <a:lvl6pPr indent="-323850" lvl="5" marL="27432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6pPr>
            <a:lvl7pPr indent="-323850" lvl="6" marL="32004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7pPr>
            <a:lvl8pPr indent="-323850" lvl="7" marL="36576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8pPr>
            <a:lvl9pPr indent="-323850" lvl="8" marL="41148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9pPr>
          </a:lstStyle>
          <a:p/>
        </p:txBody>
      </p:sp>
      <p:sp>
        <p:nvSpPr>
          <p:cNvPr id="768" name="Google Shape;768;p83"/>
          <p:cNvSpPr/>
          <p:nvPr/>
        </p:nvSpPr>
        <p:spPr>
          <a:xfrm>
            <a:off x="74437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769" name="Google Shape;769;p83"/>
          <p:cNvSpPr/>
          <p:nvPr/>
        </p:nvSpPr>
        <p:spPr>
          <a:xfrm>
            <a:off x="57764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770" name="Google Shape;770;p83"/>
          <p:cNvSpPr txBox="1"/>
          <p:nvPr>
            <p:ph idx="5" type="subTitle"/>
          </p:nvPr>
        </p:nvSpPr>
        <p:spPr>
          <a:xfrm>
            <a:off x="5809350"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
        <p:nvSpPr>
          <p:cNvPr id="771" name="Google Shape;771;p83"/>
          <p:cNvSpPr txBox="1"/>
          <p:nvPr>
            <p:ph idx="6" type="subTitle"/>
          </p:nvPr>
        </p:nvSpPr>
        <p:spPr>
          <a:xfrm>
            <a:off x="7476775"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wo column 3">
  <p:cSld name="CAPTION_ONLY_1">
    <p:bg>
      <p:bgPr>
        <a:solidFill>
          <a:schemeClr val="accent2"/>
        </a:solidFill>
      </p:bgPr>
    </p:bg>
    <p:spTree>
      <p:nvGrpSpPr>
        <p:cNvPr id="772" name="Shape 772"/>
        <p:cNvGrpSpPr/>
        <p:nvPr/>
      </p:nvGrpSpPr>
      <p:grpSpPr>
        <a:xfrm>
          <a:off x="0" y="0"/>
          <a:ext cx="0" cy="0"/>
          <a:chOff x="0" y="0"/>
          <a:chExt cx="0" cy="0"/>
        </a:xfrm>
      </p:grpSpPr>
      <p:grpSp>
        <p:nvGrpSpPr>
          <p:cNvPr id="773" name="Google Shape;773;p84"/>
          <p:cNvGrpSpPr/>
          <p:nvPr/>
        </p:nvGrpSpPr>
        <p:grpSpPr>
          <a:xfrm>
            <a:off x="45" y="656725"/>
            <a:ext cx="9144010" cy="4268100"/>
            <a:chOff x="45" y="656725"/>
            <a:chExt cx="9144010" cy="4268100"/>
          </a:xfrm>
        </p:grpSpPr>
        <p:sp>
          <p:nvSpPr>
            <p:cNvPr id="774" name="Google Shape;774;p84"/>
            <p:cNvSpPr/>
            <p:nvPr/>
          </p:nvSpPr>
          <p:spPr>
            <a:xfrm flipH="1" rot="-5400000">
              <a:off x="1202555" y="1549075"/>
              <a:ext cx="4268100" cy="2483400"/>
            </a:xfrm>
            <a:prstGeom prst="round2Diag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75" name="Google Shape;775;p84"/>
            <p:cNvSpPr/>
            <p:nvPr/>
          </p:nvSpPr>
          <p:spPr>
            <a:xfrm rot="5400000">
              <a:off x="-892305" y="1549075"/>
              <a:ext cx="4268100" cy="2483400"/>
            </a:xfrm>
            <a:prstGeom prst="round2Diag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76" name="Google Shape;776;p84"/>
            <p:cNvSpPr/>
            <p:nvPr/>
          </p:nvSpPr>
          <p:spPr>
            <a:xfrm flipH="1" rot="5400000">
              <a:off x="3673445" y="1549075"/>
              <a:ext cx="4268100" cy="2483400"/>
            </a:xfrm>
            <a:prstGeom prst="round2Diag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77" name="Google Shape;777;p84"/>
            <p:cNvSpPr/>
            <p:nvPr/>
          </p:nvSpPr>
          <p:spPr>
            <a:xfrm rot="-5400000">
              <a:off x="5768305" y="1549075"/>
              <a:ext cx="4268100" cy="2483400"/>
            </a:xfrm>
            <a:prstGeom prst="round2Diag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778" name="Google Shape;778;p84"/>
          <p:cNvSpPr/>
          <p:nvPr/>
        </p:nvSpPr>
        <p:spPr>
          <a:xfrm>
            <a:off x="110838" y="113400"/>
            <a:ext cx="7947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779" name="Google Shape;779;p84"/>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cxnSp>
        <p:nvCxnSpPr>
          <p:cNvPr id="780" name="Google Shape;780;p84"/>
          <p:cNvCxnSpPr/>
          <p:nvPr/>
        </p:nvCxnSpPr>
        <p:spPr>
          <a:xfrm>
            <a:off x="111000" y="443900"/>
            <a:ext cx="8922000" cy="0"/>
          </a:xfrm>
          <a:prstGeom prst="straightConnector1">
            <a:avLst/>
          </a:prstGeom>
          <a:noFill/>
          <a:ln cap="flat" cmpd="sng" w="9525">
            <a:solidFill>
              <a:schemeClr val="lt1"/>
            </a:solidFill>
            <a:prstDash val="solid"/>
            <a:round/>
            <a:headEnd len="med" w="med" type="none"/>
            <a:tailEnd len="med" w="med" type="none"/>
          </a:ln>
        </p:spPr>
      </p:cxnSp>
      <p:sp>
        <p:nvSpPr>
          <p:cNvPr id="781" name="Google Shape;781;p84"/>
          <p:cNvSpPr txBox="1"/>
          <p:nvPr>
            <p:ph type="title"/>
          </p:nvPr>
        </p:nvSpPr>
        <p:spPr>
          <a:xfrm>
            <a:off x="420375" y="2504337"/>
            <a:ext cx="3731100" cy="572700"/>
          </a:xfrm>
          <a:prstGeom prst="rect">
            <a:avLst/>
          </a:prstGeom>
        </p:spPr>
        <p:txBody>
          <a:bodyPr anchorCtr="0" anchor="ctr" bIns="0" lIns="0" spcFirstLastPara="1" rIns="0" wrap="square" tIns="0">
            <a:noAutofit/>
          </a:bodyPr>
          <a:lstStyle>
            <a:lvl1pPr lvl="0">
              <a:spcBef>
                <a:spcPts val="0"/>
              </a:spcBef>
              <a:spcAft>
                <a:spcPts val="0"/>
              </a:spcAft>
              <a:buSzPts val="3500"/>
              <a:buFont typeface="Figtree"/>
              <a:buNone/>
              <a:defRPr/>
            </a:lvl1pPr>
            <a:lvl2pPr lvl="1">
              <a:spcBef>
                <a:spcPts val="0"/>
              </a:spcBef>
              <a:spcAft>
                <a:spcPts val="0"/>
              </a:spcAft>
              <a:buSzPts val="3500"/>
              <a:buFont typeface="Figtree"/>
              <a:buNone/>
              <a:defRPr/>
            </a:lvl2pPr>
            <a:lvl3pPr lvl="2">
              <a:spcBef>
                <a:spcPts val="0"/>
              </a:spcBef>
              <a:spcAft>
                <a:spcPts val="0"/>
              </a:spcAft>
              <a:buSzPts val="3500"/>
              <a:buFont typeface="Figtree"/>
              <a:buNone/>
              <a:defRPr/>
            </a:lvl3pPr>
            <a:lvl4pPr lvl="3">
              <a:spcBef>
                <a:spcPts val="0"/>
              </a:spcBef>
              <a:spcAft>
                <a:spcPts val="0"/>
              </a:spcAft>
              <a:buSzPts val="3500"/>
              <a:buFont typeface="Figtree"/>
              <a:buNone/>
              <a:defRPr/>
            </a:lvl4pPr>
            <a:lvl5pPr lvl="4">
              <a:spcBef>
                <a:spcPts val="0"/>
              </a:spcBef>
              <a:spcAft>
                <a:spcPts val="0"/>
              </a:spcAft>
              <a:buSzPts val="3500"/>
              <a:buFont typeface="Figtree"/>
              <a:buNone/>
              <a:defRPr/>
            </a:lvl5pPr>
            <a:lvl6pPr lvl="5">
              <a:spcBef>
                <a:spcPts val="0"/>
              </a:spcBef>
              <a:spcAft>
                <a:spcPts val="0"/>
              </a:spcAft>
              <a:buSzPts val="3500"/>
              <a:buFont typeface="Figtree"/>
              <a:buNone/>
              <a:defRPr/>
            </a:lvl6pPr>
            <a:lvl7pPr lvl="6">
              <a:spcBef>
                <a:spcPts val="0"/>
              </a:spcBef>
              <a:spcAft>
                <a:spcPts val="0"/>
              </a:spcAft>
              <a:buSzPts val="3500"/>
              <a:buFont typeface="Figtree"/>
              <a:buNone/>
              <a:defRPr/>
            </a:lvl7pPr>
            <a:lvl8pPr lvl="7">
              <a:spcBef>
                <a:spcPts val="0"/>
              </a:spcBef>
              <a:spcAft>
                <a:spcPts val="0"/>
              </a:spcAft>
              <a:buSzPts val="3500"/>
              <a:buFont typeface="Figtree"/>
              <a:buNone/>
              <a:defRPr/>
            </a:lvl8pPr>
            <a:lvl9pPr lvl="8">
              <a:spcBef>
                <a:spcPts val="0"/>
              </a:spcBef>
              <a:spcAft>
                <a:spcPts val="0"/>
              </a:spcAft>
              <a:buSzPts val="3500"/>
              <a:buFont typeface="Figtree"/>
              <a:buNone/>
              <a:defRPr/>
            </a:lvl9pPr>
          </a:lstStyle>
          <a:p/>
        </p:txBody>
      </p:sp>
      <p:sp>
        <p:nvSpPr>
          <p:cNvPr id="782" name="Google Shape;782;p84"/>
          <p:cNvSpPr txBox="1"/>
          <p:nvPr>
            <p:ph idx="2" type="title"/>
          </p:nvPr>
        </p:nvSpPr>
        <p:spPr>
          <a:xfrm>
            <a:off x="5675995" y="1768438"/>
            <a:ext cx="2325600" cy="200100"/>
          </a:xfrm>
          <a:prstGeom prst="rect">
            <a:avLst/>
          </a:prstGeom>
        </p:spPr>
        <p:txBody>
          <a:bodyPr anchorCtr="0" anchor="b" bIns="0" lIns="0" spcFirstLastPara="1" rIns="0" wrap="square" tIns="0">
            <a:noAutofit/>
          </a:bodyPr>
          <a:lstStyle>
            <a:lvl1pPr lvl="0">
              <a:spcBef>
                <a:spcPts val="0"/>
              </a:spcBef>
              <a:spcAft>
                <a:spcPts val="0"/>
              </a:spcAft>
              <a:buSzPts val="1300"/>
              <a:buFont typeface="Figtree ExtraBold"/>
              <a:buNone/>
              <a:defRPr b="0" sz="1300">
                <a:latin typeface="Figtree ExtraBold"/>
                <a:ea typeface="Figtree ExtraBold"/>
                <a:cs typeface="Figtree ExtraBold"/>
                <a:sym typeface="Figtree ExtraBold"/>
              </a:defRPr>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783" name="Google Shape;783;p84"/>
          <p:cNvSpPr txBox="1"/>
          <p:nvPr>
            <p:ph idx="1" type="body"/>
          </p:nvPr>
        </p:nvSpPr>
        <p:spPr>
          <a:xfrm>
            <a:off x="5675995" y="2094463"/>
            <a:ext cx="2325600" cy="677400"/>
          </a:xfrm>
          <a:prstGeom prst="rect">
            <a:avLst/>
          </a:prstGeom>
          <a:noFill/>
          <a:ln>
            <a:noFill/>
          </a:ln>
        </p:spPr>
        <p:txBody>
          <a:bodyPr anchorCtr="0" anchor="t" bIns="0" lIns="0" spcFirstLastPara="1" rIns="0" wrap="square" tIns="0">
            <a:no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784" name="Google Shape;784;p84"/>
          <p:cNvSpPr txBox="1"/>
          <p:nvPr>
            <p:ph idx="3" type="title"/>
          </p:nvPr>
        </p:nvSpPr>
        <p:spPr>
          <a:xfrm>
            <a:off x="5675995" y="3148188"/>
            <a:ext cx="2325600" cy="200100"/>
          </a:xfrm>
          <a:prstGeom prst="rect">
            <a:avLst/>
          </a:prstGeom>
        </p:spPr>
        <p:txBody>
          <a:bodyPr anchorCtr="0" anchor="b" bIns="0" lIns="0" spcFirstLastPara="1" rIns="0" wrap="square" tIns="0">
            <a:noAutofit/>
          </a:bodyPr>
          <a:lstStyle>
            <a:lvl1pPr lvl="0">
              <a:spcBef>
                <a:spcPts val="0"/>
              </a:spcBef>
              <a:spcAft>
                <a:spcPts val="0"/>
              </a:spcAft>
              <a:buSzPts val="1300"/>
              <a:buFont typeface="Figtree ExtraBold"/>
              <a:buNone/>
              <a:defRPr b="0" sz="1300">
                <a:latin typeface="Figtree ExtraBold"/>
                <a:ea typeface="Figtree ExtraBold"/>
                <a:cs typeface="Figtree ExtraBold"/>
                <a:sym typeface="Figtree ExtraBold"/>
              </a:defRPr>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785" name="Google Shape;785;p84"/>
          <p:cNvSpPr txBox="1"/>
          <p:nvPr>
            <p:ph idx="4" type="body"/>
          </p:nvPr>
        </p:nvSpPr>
        <p:spPr>
          <a:xfrm>
            <a:off x="5675995" y="3474213"/>
            <a:ext cx="2325600" cy="677400"/>
          </a:xfrm>
          <a:prstGeom prst="rect">
            <a:avLst/>
          </a:prstGeom>
          <a:noFill/>
          <a:ln>
            <a:noFill/>
          </a:ln>
        </p:spPr>
        <p:txBody>
          <a:bodyPr anchorCtr="0" anchor="t" bIns="0" lIns="0" spcFirstLastPara="1" rIns="0" wrap="square" tIns="0">
            <a:no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786" name="Google Shape;786;p84"/>
          <p:cNvSpPr/>
          <p:nvPr/>
        </p:nvSpPr>
        <p:spPr>
          <a:xfrm>
            <a:off x="74437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787" name="Google Shape;787;p84"/>
          <p:cNvSpPr/>
          <p:nvPr/>
        </p:nvSpPr>
        <p:spPr>
          <a:xfrm>
            <a:off x="57764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788" name="Google Shape;788;p84"/>
          <p:cNvSpPr txBox="1"/>
          <p:nvPr>
            <p:ph idx="5" type="subTitle"/>
          </p:nvPr>
        </p:nvSpPr>
        <p:spPr>
          <a:xfrm>
            <a:off x="5809350"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
        <p:nvSpPr>
          <p:cNvPr id="789" name="Google Shape;789;p84"/>
          <p:cNvSpPr txBox="1"/>
          <p:nvPr>
            <p:ph idx="6" type="subTitle"/>
          </p:nvPr>
        </p:nvSpPr>
        <p:spPr>
          <a:xfrm>
            <a:off x="7476775"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rizontal two column 3">
  <p:cSld name="BIG_NUMBER_2">
    <p:bg>
      <p:bgPr>
        <a:solidFill>
          <a:schemeClr val="accent3"/>
        </a:solidFill>
      </p:bgPr>
    </p:bg>
    <p:spTree>
      <p:nvGrpSpPr>
        <p:cNvPr id="790" name="Shape 790"/>
        <p:cNvGrpSpPr/>
        <p:nvPr/>
      </p:nvGrpSpPr>
      <p:grpSpPr>
        <a:xfrm>
          <a:off x="0" y="0"/>
          <a:ext cx="0" cy="0"/>
          <a:chOff x="0" y="0"/>
          <a:chExt cx="0" cy="0"/>
        </a:xfrm>
      </p:grpSpPr>
      <p:grpSp>
        <p:nvGrpSpPr>
          <p:cNvPr id="791" name="Google Shape;791;p85"/>
          <p:cNvGrpSpPr/>
          <p:nvPr/>
        </p:nvGrpSpPr>
        <p:grpSpPr>
          <a:xfrm>
            <a:off x="0" y="650025"/>
            <a:ext cx="9143966" cy="4268100"/>
            <a:chOff x="0" y="650025"/>
            <a:chExt cx="9143966" cy="4268100"/>
          </a:xfrm>
        </p:grpSpPr>
        <p:sp>
          <p:nvSpPr>
            <p:cNvPr id="792" name="Google Shape;792;p85"/>
            <p:cNvSpPr/>
            <p:nvPr/>
          </p:nvSpPr>
          <p:spPr>
            <a:xfrm>
              <a:off x="0" y="650025"/>
              <a:ext cx="3068700" cy="4268100"/>
            </a:xfrm>
            <a:prstGeom prst="plaque">
              <a:avLst>
                <a:gd fmla="val 2136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93" name="Google Shape;793;p85"/>
            <p:cNvSpPr/>
            <p:nvPr/>
          </p:nvSpPr>
          <p:spPr>
            <a:xfrm>
              <a:off x="3037633" y="650025"/>
              <a:ext cx="3068700" cy="4268100"/>
            </a:xfrm>
            <a:prstGeom prst="plaque">
              <a:avLst>
                <a:gd fmla="val 2136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94" name="Google Shape;794;p85"/>
            <p:cNvSpPr/>
            <p:nvPr/>
          </p:nvSpPr>
          <p:spPr>
            <a:xfrm>
              <a:off x="6075266" y="650025"/>
              <a:ext cx="3068700" cy="4268100"/>
            </a:xfrm>
            <a:prstGeom prst="plaque">
              <a:avLst>
                <a:gd fmla="val 2136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795" name="Google Shape;795;p85"/>
          <p:cNvSpPr/>
          <p:nvPr/>
        </p:nvSpPr>
        <p:spPr>
          <a:xfrm>
            <a:off x="110838" y="113400"/>
            <a:ext cx="7947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796" name="Google Shape;796;p85"/>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cxnSp>
        <p:nvCxnSpPr>
          <p:cNvPr id="797" name="Google Shape;797;p85"/>
          <p:cNvCxnSpPr/>
          <p:nvPr/>
        </p:nvCxnSpPr>
        <p:spPr>
          <a:xfrm>
            <a:off x="111000" y="443900"/>
            <a:ext cx="8922000" cy="0"/>
          </a:xfrm>
          <a:prstGeom prst="straightConnector1">
            <a:avLst/>
          </a:prstGeom>
          <a:noFill/>
          <a:ln cap="flat" cmpd="sng" w="9525">
            <a:solidFill>
              <a:schemeClr val="lt1"/>
            </a:solidFill>
            <a:prstDash val="solid"/>
            <a:round/>
            <a:headEnd len="med" w="med" type="none"/>
            <a:tailEnd len="med" w="med" type="none"/>
          </a:ln>
        </p:spPr>
      </p:cxnSp>
      <p:sp>
        <p:nvSpPr>
          <p:cNvPr id="798" name="Google Shape;798;p85"/>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 </a:t>
            </a:r>
            <a:endParaRPr>
              <a:solidFill>
                <a:schemeClr val="dk1"/>
              </a:solidFill>
            </a:endParaRPr>
          </a:p>
        </p:txBody>
      </p:sp>
      <p:sp>
        <p:nvSpPr>
          <p:cNvPr id="799" name="Google Shape;799;p85"/>
          <p:cNvSpPr txBox="1"/>
          <p:nvPr>
            <p:ph type="title"/>
          </p:nvPr>
        </p:nvSpPr>
        <p:spPr>
          <a:xfrm>
            <a:off x="434800" y="2593849"/>
            <a:ext cx="2325600" cy="393600"/>
          </a:xfrm>
          <a:prstGeom prst="rect">
            <a:avLst/>
          </a:prstGeom>
        </p:spPr>
        <p:txBody>
          <a:bodyPr anchorCtr="0" anchor="ctr" bIns="0" lIns="0" spcFirstLastPara="1" rIns="0" wrap="square" tIns="0">
            <a:noAutofit/>
          </a:bodyPr>
          <a:lstStyle>
            <a:lvl1pPr lvl="0">
              <a:spcBef>
                <a:spcPts val="0"/>
              </a:spcBef>
              <a:spcAft>
                <a:spcPts val="0"/>
              </a:spcAft>
              <a:buSzPts val="2600"/>
              <a:buFont typeface="Figtree"/>
              <a:buNone/>
              <a:defRPr sz="2600"/>
            </a:lvl1pPr>
            <a:lvl2pPr lvl="1">
              <a:spcBef>
                <a:spcPts val="0"/>
              </a:spcBef>
              <a:spcAft>
                <a:spcPts val="0"/>
              </a:spcAft>
              <a:buSzPts val="2600"/>
              <a:buFont typeface="Figtree"/>
              <a:buNone/>
              <a:defRPr sz="2600"/>
            </a:lvl2pPr>
            <a:lvl3pPr lvl="2">
              <a:spcBef>
                <a:spcPts val="0"/>
              </a:spcBef>
              <a:spcAft>
                <a:spcPts val="0"/>
              </a:spcAft>
              <a:buSzPts val="2600"/>
              <a:buFont typeface="Figtree"/>
              <a:buNone/>
              <a:defRPr sz="2600"/>
            </a:lvl3pPr>
            <a:lvl4pPr lvl="3">
              <a:spcBef>
                <a:spcPts val="0"/>
              </a:spcBef>
              <a:spcAft>
                <a:spcPts val="0"/>
              </a:spcAft>
              <a:buSzPts val="2600"/>
              <a:buFont typeface="Figtree"/>
              <a:buNone/>
              <a:defRPr sz="2600"/>
            </a:lvl4pPr>
            <a:lvl5pPr lvl="4">
              <a:spcBef>
                <a:spcPts val="0"/>
              </a:spcBef>
              <a:spcAft>
                <a:spcPts val="0"/>
              </a:spcAft>
              <a:buSzPts val="2600"/>
              <a:buFont typeface="Figtree"/>
              <a:buNone/>
              <a:defRPr sz="2600"/>
            </a:lvl5pPr>
            <a:lvl6pPr lvl="5">
              <a:spcBef>
                <a:spcPts val="0"/>
              </a:spcBef>
              <a:spcAft>
                <a:spcPts val="0"/>
              </a:spcAft>
              <a:buSzPts val="2600"/>
              <a:buFont typeface="Figtree"/>
              <a:buNone/>
              <a:defRPr sz="2600"/>
            </a:lvl6pPr>
            <a:lvl7pPr lvl="6">
              <a:spcBef>
                <a:spcPts val="0"/>
              </a:spcBef>
              <a:spcAft>
                <a:spcPts val="0"/>
              </a:spcAft>
              <a:buSzPts val="2600"/>
              <a:buFont typeface="Figtree"/>
              <a:buNone/>
              <a:defRPr sz="2600"/>
            </a:lvl7pPr>
            <a:lvl8pPr lvl="7">
              <a:spcBef>
                <a:spcPts val="0"/>
              </a:spcBef>
              <a:spcAft>
                <a:spcPts val="0"/>
              </a:spcAft>
              <a:buSzPts val="2600"/>
              <a:buFont typeface="Figtree"/>
              <a:buNone/>
              <a:defRPr sz="2600"/>
            </a:lvl8pPr>
            <a:lvl9pPr lvl="8">
              <a:spcBef>
                <a:spcPts val="0"/>
              </a:spcBef>
              <a:spcAft>
                <a:spcPts val="0"/>
              </a:spcAft>
              <a:buSzPts val="2600"/>
              <a:buFont typeface="Figtree"/>
              <a:buNone/>
              <a:defRPr sz="2600"/>
            </a:lvl9pPr>
          </a:lstStyle>
          <a:p/>
        </p:txBody>
      </p:sp>
      <p:sp>
        <p:nvSpPr>
          <p:cNvPr id="800" name="Google Shape;800;p85"/>
          <p:cNvSpPr txBox="1"/>
          <p:nvPr>
            <p:ph idx="2" type="title"/>
          </p:nvPr>
        </p:nvSpPr>
        <p:spPr>
          <a:xfrm>
            <a:off x="3410831" y="2280747"/>
            <a:ext cx="2325600" cy="200100"/>
          </a:xfrm>
          <a:prstGeom prst="rect">
            <a:avLst/>
          </a:prstGeom>
        </p:spPr>
        <p:txBody>
          <a:bodyPr anchorCtr="0" anchor="b" bIns="0" lIns="0" spcFirstLastPara="1" rIns="0" wrap="square" tIns="0">
            <a:noAutofit/>
          </a:bodyPr>
          <a:lstStyle>
            <a:lvl1pPr lvl="0">
              <a:spcBef>
                <a:spcPts val="0"/>
              </a:spcBef>
              <a:spcAft>
                <a:spcPts val="0"/>
              </a:spcAft>
              <a:buSzPts val="1300"/>
              <a:buFont typeface="Figtree ExtraBold"/>
              <a:buNone/>
              <a:defRPr b="0" sz="1300">
                <a:latin typeface="Figtree ExtraBold"/>
                <a:ea typeface="Figtree ExtraBold"/>
                <a:cs typeface="Figtree ExtraBold"/>
                <a:sym typeface="Figtree ExtraBold"/>
              </a:defRPr>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801" name="Google Shape;801;p85"/>
          <p:cNvSpPr txBox="1"/>
          <p:nvPr>
            <p:ph idx="1" type="body"/>
          </p:nvPr>
        </p:nvSpPr>
        <p:spPr>
          <a:xfrm>
            <a:off x="3410831" y="2606773"/>
            <a:ext cx="2325600" cy="677400"/>
          </a:xfrm>
          <a:prstGeom prst="rect">
            <a:avLst/>
          </a:prstGeom>
          <a:noFill/>
          <a:ln>
            <a:noFill/>
          </a:ln>
        </p:spPr>
        <p:txBody>
          <a:bodyPr anchorCtr="0" anchor="t" bIns="0" lIns="0" spcFirstLastPara="1" rIns="0" wrap="square" tIns="0">
            <a:no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802" name="Google Shape;802;p85"/>
          <p:cNvSpPr txBox="1"/>
          <p:nvPr>
            <p:ph idx="3" type="title"/>
          </p:nvPr>
        </p:nvSpPr>
        <p:spPr>
          <a:xfrm>
            <a:off x="6454256" y="2280747"/>
            <a:ext cx="2325600" cy="200100"/>
          </a:xfrm>
          <a:prstGeom prst="rect">
            <a:avLst/>
          </a:prstGeom>
        </p:spPr>
        <p:txBody>
          <a:bodyPr anchorCtr="0" anchor="b" bIns="0" lIns="0" spcFirstLastPara="1" rIns="0" wrap="square" tIns="0">
            <a:noAutofit/>
          </a:bodyPr>
          <a:lstStyle>
            <a:lvl1pPr lvl="0">
              <a:spcBef>
                <a:spcPts val="0"/>
              </a:spcBef>
              <a:spcAft>
                <a:spcPts val="0"/>
              </a:spcAft>
              <a:buSzPts val="1300"/>
              <a:buFont typeface="Figtree ExtraBold"/>
              <a:buNone/>
              <a:defRPr b="0" sz="1300">
                <a:latin typeface="Figtree ExtraBold"/>
                <a:ea typeface="Figtree ExtraBold"/>
                <a:cs typeface="Figtree ExtraBold"/>
                <a:sym typeface="Figtree ExtraBold"/>
              </a:defRPr>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803" name="Google Shape;803;p85"/>
          <p:cNvSpPr txBox="1"/>
          <p:nvPr>
            <p:ph idx="4" type="body"/>
          </p:nvPr>
        </p:nvSpPr>
        <p:spPr>
          <a:xfrm>
            <a:off x="6454256" y="2606773"/>
            <a:ext cx="2325600" cy="677400"/>
          </a:xfrm>
          <a:prstGeom prst="rect">
            <a:avLst/>
          </a:prstGeom>
          <a:noFill/>
          <a:ln>
            <a:noFill/>
          </a:ln>
        </p:spPr>
        <p:txBody>
          <a:bodyPr anchorCtr="0" anchor="t" bIns="0" lIns="0" spcFirstLastPara="1" rIns="0" wrap="square" tIns="0">
            <a:noAutofit/>
          </a:bodyPr>
          <a:lstStyle>
            <a:lvl1pPr indent="-323850" lvl="0" marL="4572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1pPr>
            <a:lvl2pPr indent="-323850" lvl="1" marL="9144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2pPr>
            <a:lvl3pPr indent="-323850" lvl="2" marL="13716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3pPr>
            <a:lvl4pPr indent="-323850" lvl="3" marL="18288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4pPr>
            <a:lvl5pPr indent="-323850" lvl="4" marL="22860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5pPr>
            <a:lvl6pPr indent="-323850" lvl="5" marL="27432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6pPr>
            <a:lvl7pPr indent="-323850" lvl="6" marL="32004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7pPr>
            <a:lvl8pPr indent="-323850" lvl="7" marL="36576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8pPr>
            <a:lvl9pPr indent="-323850" lvl="8" marL="41148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9pPr>
          </a:lstStyle>
          <a:p/>
        </p:txBody>
      </p:sp>
      <p:sp>
        <p:nvSpPr>
          <p:cNvPr id="804" name="Google Shape;804;p85"/>
          <p:cNvSpPr/>
          <p:nvPr/>
        </p:nvSpPr>
        <p:spPr>
          <a:xfrm>
            <a:off x="74437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805" name="Google Shape;805;p85"/>
          <p:cNvSpPr/>
          <p:nvPr/>
        </p:nvSpPr>
        <p:spPr>
          <a:xfrm>
            <a:off x="57764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806" name="Google Shape;806;p85"/>
          <p:cNvSpPr txBox="1"/>
          <p:nvPr>
            <p:ph idx="5" type="subTitle"/>
          </p:nvPr>
        </p:nvSpPr>
        <p:spPr>
          <a:xfrm>
            <a:off x="5809350"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
        <p:nvSpPr>
          <p:cNvPr id="807" name="Google Shape;807;p85"/>
          <p:cNvSpPr txBox="1"/>
          <p:nvPr>
            <p:ph idx="6" type="subTitle"/>
          </p:nvPr>
        </p:nvSpPr>
        <p:spPr>
          <a:xfrm>
            <a:off x="7476775"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points 2">
  <p:cSld name="BIG_NUMBER_1_2">
    <p:bg>
      <p:bgPr>
        <a:solidFill>
          <a:schemeClr val="dk2"/>
        </a:solidFill>
      </p:bgPr>
    </p:bg>
    <p:spTree>
      <p:nvGrpSpPr>
        <p:cNvPr id="808" name="Shape 808"/>
        <p:cNvGrpSpPr/>
        <p:nvPr/>
      </p:nvGrpSpPr>
      <p:grpSpPr>
        <a:xfrm>
          <a:off x="0" y="0"/>
          <a:ext cx="0" cy="0"/>
          <a:chOff x="0" y="0"/>
          <a:chExt cx="0" cy="0"/>
        </a:xfrm>
      </p:grpSpPr>
      <p:grpSp>
        <p:nvGrpSpPr>
          <p:cNvPr id="809" name="Google Shape;809;p86"/>
          <p:cNvGrpSpPr/>
          <p:nvPr/>
        </p:nvGrpSpPr>
        <p:grpSpPr>
          <a:xfrm>
            <a:off x="0" y="1477575"/>
            <a:ext cx="9145300" cy="3447050"/>
            <a:chOff x="0" y="1477575"/>
            <a:chExt cx="9145300" cy="3447050"/>
          </a:xfrm>
        </p:grpSpPr>
        <p:sp>
          <p:nvSpPr>
            <p:cNvPr id="810" name="Google Shape;810;p86"/>
            <p:cNvSpPr/>
            <p:nvPr/>
          </p:nvSpPr>
          <p:spPr>
            <a:xfrm>
              <a:off x="0" y="3195412"/>
              <a:ext cx="3048000" cy="1729213"/>
            </a:xfrm>
            <a:prstGeom prst="flowChartPreparation">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1" name="Google Shape;811;p86"/>
            <p:cNvSpPr/>
            <p:nvPr/>
          </p:nvSpPr>
          <p:spPr>
            <a:xfrm>
              <a:off x="0" y="1477575"/>
              <a:ext cx="3048000" cy="1729213"/>
            </a:xfrm>
            <a:prstGeom prst="flowChartPreparation">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2" name="Google Shape;812;p86"/>
            <p:cNvSpPr/>
            <p:nvPr/>
          </p:nvSpPr>
          <p:spPr>
            <a:xfrm>
              <a:off x="6097300" y="3195412"/>
              <a:ext cx="3048000" cy="1729213"/>
            </a:xfrm>
            <a:prstGeom prst="flowChartPreparation">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3" name="Google Shape;813;p86"/>
            <p:cNvSpPr/>
            <p:nvPr/>
          </p:nvSpPr>
          <p:spPr>
            <a:xfrm>
              <a:off x="6097300" y="1477575"/>
              <a:ext cx="3048000" cy="1729213"/>
            </a:xfrm>
            <a:prstGeom prst="flowChartPreparation">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4" name="Google Shape;814;p86"/>
            <p:cNvSpPr/>
            <p:nvPr/>
          </p:nvSpPr>
          <p:spPr>
            <a:xfrm>
              <a:off x="3048000" y="3195412"/>
              <a:ext cx="3048000" cy="1729213"/>
            </a:xfrm>
            <a:prstGeom prst="flowChartPreparation">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5" name="Google Shape;815;p86"/>
            <p:cNvSpPr/>
            <p:nvPr/>
          </p:nvSpPr>
          <p:spPr>
            <a:xfrm>
              <a:off x="3048000" y="1477575"/>
              <a:ext cx="3048000" cy="1729213"/>
            </a:xfrm>
            <a:prstGeom prst="flowChartPreparation">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16" name="Google Shape;816;p86"/>
          <p:cNvSpPr/>
          <p:nvPr/>
        </p:nvSpPr>
        <p:spPr>
          <a:xfrm>
            <a:off x="110838" y="113400"/>
            <a:ext cx="7947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817" name="Google Shape;817;p86"/>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cxnSp>
        <p:nvCxnSpPr>
          <p:cNvPr id="818" name="Google Shape;818;p86"/>
          <p:cNvCxnSpPr/>
          <p:nvPr/>
        </p:nvCxnSpPr>
        <p:spPr>
          <a:xfrm>
            <a:off x="111000" y="443900"/>
            <a:ext cx="8922000" cy="0"/>
          </a:xfrm>
          <a:prstGeom prst="straightConnector1">
            <a:avLst/>
          </a:prstGeom>
          <a:noFill/>
          <a:ln cap="flat" cmpd="sng" w="9525">
            <a:solidFill>
              <a:schemeClr val="lt1"/>
            </a:solidFill>
            <a:prstDash val="solid"/>
            <a:round/>
            <a:headEnd len="med" w="med" type="none"/>
            <a:tailEnd len="med" w="med" type="none"/>
          </a:ln>
        </p:spPr>
      </p:cxnSp>
      <p:sp>
        <p:nvSpPr>
          <p:cNvPr id="819" name="Google Shape;819;p86"/>
          <p:cNvSpPr txBox="1"/>
          <p:nvPr>
            <p:ph type="title"/>
          </p:nvPr>
        </p:nvSpPr>
        <p:spPr>
          <a:xfrm>
            <a:off x="437250" y="768288"/>
            <a:ext cx="8269500" cy="384900"/>
          </a:xfrm>
          <a:prstGeom prst="rect">
            <a:avLst/>
          </a:prstGeom>
        </p:spPr>
        <p:txBody>
          <a:bodyPr anchorCtr="0" anchor="t" bIns="0" lIns="0" spcFirstLastPara="1" rIns="0" wrap="square" tIns="0">
            <a:noAutofit/>
          </a:bodyPr>
          <a:lstStyle>
            <a:lvl1pPr lvl="0">
              <a:spcBef>
                <a:spcPts val="0"/>
              </a:spcBef>
              <a:spcAft>
                <a:spcPts val="0"/>
              </a:spcAft>
              <a:buSzPts val="2500"/>
              <a:buFont typeface="Figtree"/>
              <a:buNone/>
              <a:defRPr sz="2500"/>
            </a:lvl1pPr>
            <a:lvl2pPr lvl="1">
              <a:spcBef>
                <a:spcPts val="0"/>
              </a:spcBef>
              <a:spcAft>
                <a:spcPts val="0"/>
              </a:spcAft>
              <a:buSzPts val="2500"/>
              <a:buFont typeface="Figtree"/>
              <a:buNone/>
              <a:defRPr sz="2500"/>
            </a:lvl2pPr>
            <a:lvl3pPr lvl="2">
              <a:spcBef>
                <a:spcPts val="0"/>
              </a:spcBef>
              <a:spcAft>
                <a:spcPts val="0"/>
              </a:spcAft>
              <a:buSzPts val="2500"/>
              <a:buFont typeface="Figtree"/>
              <a:buNone/>
              <a:defRPr sz="2500"/>
            </a:lvl3pPr>
            <a:lvl4pPr lvl="3">
              <a:spcBef>
                <a:spcPts val="0"/>
              </a:spcBef>
              <a:spcAft>
                <a:spcPts val="0"/>
              </a:spcAft>
              <a:buSzPts val="2500"/>
              <a:buFont typeface="Figtree"/>
              <a:buNone/>
              <a:defRPr sz="2500"/>
            </a:lvl4pPr>
            <a:lvl5pPr lvl="4">
              <a:spcBef>
                <a:spcPts val="0"/>
              </a:spcBef>
              <a:spcAft>
                <a:spcPts val="0"/>
              </a:spcAft>
              <a:buSzPts val="2500"/>
              <a:buFont typeface="Figtree"/>
              <a:buNone/>
              <a:defRPr sz="2500"/>
            </a:lvl5pPr>
            <a:lvl6pPr lvl="5">
              <a:spcBef>
                <a:spcPts val="0"/>
              </a:spcBef>
              <a:spcAft>
                <a:spcPts val="0"/>
              </a:spcAft>
              <a:buSzPts val="2500"/>
              <a:buFont typeface="Figtree"/>
              <a:buNone/>
              <a:defRPr sz="2500"/>
            </a:lvl6pPr>
            <a:lvl7pPr lvl="6">
              <a:spcBef>
                <a:spcPts val="0"/>
              </a:spcBef>
              <a:spcAft>
                <a:spcPts val="0"/>
              </a:spcAft>
              <a:buSzPts val="2500"/>
              <a:buFont typeface="Figtree"/>
              <a:buNone/>
              <a:defRPr sz="2500"/>
            </a:lvl7pPr>
            <a:lvl8pPr lvl="7">
              <a:spcBef>
                <a:spcPts val="0"/>
              </a:spcBef>
              <a:spcAft>
                <a:spcPts val="0"/>
              </a:spcAft>
              <a:buSzPts val="2500"/>
              <a:buFont typeface="Figtree"/>
              <a:buNone/>
              <a:defRPr sz="2500"/>
            </a:lvl8pPr>
            <a:lvl9pPr lvl="8">
              <a:spcBef>
                <a:spcPts val="0"/>
              </a:spcBef>
              <a:spcAft>
                <a:spcPts val="0"/>
              </a:spcAft>
              <a:buSzPts val="2500"/>
              <a:buFont typeface="Figtree"/>
              <a:buNone/>
              <a:defRPr sz="2500"/>
            </a:lvl9pPr>
          </a:lstStyle>
          <a:p/>
        </p:txBody>
      </p:sp>
      <p:sp>
        <p:nvSpPr>
          <p:cNvPr id="820" name="Google Shape;820;p86"/>
          <p:cNvSpPr txBox="1"/>
          <p:nvPr>
            <p:ph idx="2" type="title"/>
          </p:nvPr>
        </p:nvSpPr>
        <p:spPr>
          <a:xfrm>
            <a:off x="3409838" y="2026475"/>
            <a:ext cx="2325600" cy="200100"/>
          </a:xfrm>
          <a:prstGeom prst="rect">
            <a:avLst/>
          </a:prstGeom>
        </p:spPr>
        <p:txBody>
          <a:bodyPr anchorCtr="0" anchor="t" bIns="0" lIns="0" spcFirstLastPara="1" rIns="0" wrap="square" tIns="0">
            <a:noAutofit/>
          </a:bodyPr>
          <a:lstStyle>
            <a:lvl1pPr lvl="0">
              <a:spcBef>
                <a:spcPts val="0"/>
              </a:spcBef>
              <a:spcAft>
                <a:spcPts val="0"/>
              </a:spcAft>
              <a:buSzPts val="1300"/>
              <a:buFont typeface="Figtree"/>
              <a:buNone/>
              <a:defRPr sz="1300"/>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821" name="Google Shape;821;p86"/>
          <p:cNvSpPr txBox="1"/>
          <p:nvPr>
            <p:ph idx="1" type="body"/>
          </p:nvPr>
        </p:nvSpPr>
        <p:spPr>
          <a:xfrm>
            <a:off x="3409838" y="2352500"/>
            <a:ext cx="2325600" cy="677400"/>
          </a:xfrm>
          <a:prstGeom prst="rect">
            <a:avLst/>
          </a:prstGeom>
          <a:noFill/>
          <a:ln>
            <a:noFill/>
          </a:ln>
        </p:spPr>
        <p:txBody>
          <a:bodyPr anchorCtr="0" anchor="t" bIns="0" lIns="0" spcFirstLastPara="1" rIns="0" wrap="square" tIns="0">
            <a:sp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822" name="Google Shape;822;p86"/>
          <p:cNvSpPr txBox="1"/>
          <p:nvPr>
            <p:ph idx="3" type="title"/>
          </p:nvPr>
        </p:nvSpPr>
        <p:spPr>
          <a:xfrm>
            <a:off x="362475" y="2026475"/>
            <a:ext cx="2325600" cy="200100"/>
          </a:xfrm>
          <a:prstGeom prst="rect">
            <a:avLst/>
          </a:prstGeom>
        </p:spPr>
        <p:txBody>
          <a:bodyPr anchorCtr="0" anchor="t" bIns="0" lIns="0" spcFirstLastPara="1" rIns="0" wrap="square" tIns="0">
            <a:noAutofit/>
          </a:bodyPr>
          <a:lstStyle>
            <a:lvl1pPr lvl="0">
              <a:spcBef>
                <a:spcPts val="0"/>
              </a:spcBef>
              <a:spcAft>
                <a:spcPts val="0"/>
              </a:spcAft>
              <a:buSzPts val="1300"/>
              <a:buFont typeface="Figtree"/>
              <a:buNone/>
              <a:defRPr sz="1300"/>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823" name="Google Shape;823;p86"/>
          <p:cNvSpPr txBox="1"/>
          <p:nvPr>
            <p:ph idx="4" type="body"/>
          </p:nvPr>
        </p:nvSpPr>
        <p:spPr>
          <a:xfrm>
            <a:off x="362475" y="2352500"/>
            <a:ext cx="2325600" cy="677400"/>
          </a:xfrm>
          <a:prstGeom prst="rect">
            <a:avLst/>
          </a:prstGeom>
          <a:noFill/>
          <a:ln>
            <a:noFill/>
          </a:ln>
        </p:spPr>
        <p:txBody>
          <a:bodyPr anchorCtr="0" anchor="t" bIns="0" lIns="0" spcFirstLastPara="1" rIns="0" wrap="square" tIns="0">
            <a:sp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824" name="Google Shape;824;p86"/>
          <p:cNvSpPr txBox="1"/>
          <p:nvPr>
            <p:ph idx="5" type="title"/>
          </p:nvPr>
        </p:nvSpPr>
        <p:spPr>
          <a:xfrm>
            <a:off x="6457200" y="2026475"/>
            <a:ext cx="2325600" cy="200100"/>
          </a:xfrm>
          <a:prstGeom prst="rect">
            <a:avLst/>
          </a:prstGeom>
        </p:spPr>
        <p:txBody>
          <a:bodyPr anchorCtr="0" anchor="t" bIns="0" lIns="0" spcFirstLastPara="1" rIns="0" wrap="square" tIns="0">
            <a:noAutofit/>
          </a:bodyPr>
          <a:lstStyle>
            <a:lvl1pPr lvl="0">
              <a:spcBef>
                <a:spcPts val="0"/>
              </a:spcBef>
              <a:spcAft>
                <a:spcPts val="0"/>
              </a:spcAft>
              <a:buSzPts val="1300"/>
              <a:buFont typeface="Figtree"/>
              <a:buNone/>
              <a:defRPr sz="1300"/>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825" name="Google Shape;825;p86"/>
          <p:cNvSpPr txBox="1"/>
          <p:nvPr>
            <p:ph idx="6" type="body"/>
          </p:nvPr>
        </p:nvSpPr>
        <p:spPr>
          <a:xfrm>
            <a:off x="6457200" y="2352500"/>
            <a:ext cx="2325600" cy="677400"/>
          </a:xfrm>
          <a:prstGeom prst="rect">
            <a:avLst/>
          </a:prstGeom>
          <a:noFill/>
          <a:ln>
            <a:noFill/>
          </a:ln>
        </p:spPr>
        <p:txBody>
          <a:bodyPr anchorCtr="0" anchor="t" bIns="0" lIns="0" spcFirstLastPara="1" rIns="0" wrap="square" tIns="0">
            <a:sp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826" name="Google Shape;826;p86"/>
          <p:cNvSpPr txBox="1"/>
          <p:nvPr>
            <p:ph idx="7" type="title"/>
          </p:nvPr>
        </p:nvSpPr>
        <p:spPr>
          <a:xfrm>
            <a:off x="362475" y="3711025"/>
            <a:ext cx="2325600" cy="200100"/>
          </a:xfrm>
          <a:prstGeom prst="rect">
            <a:avLst/>
          </a:prstGeom>
        </p:spPr>
        <p:txBody>
          <a:bodyPr anchorCtr="0" anchor="t" bIns="0" lIns="0" spcFirstLastPara="1" rIns="0" wrap="square" tIns="0">
            <a:noAutofit/>
          </a:bodyPr>
          <a:lstStyle>
            <a:lvl1pPr lvl="0">
              <a:spcBef>
                <a:spcPts val="0"/>
              </a:spcBef>
              <a:spcAft>
                <a:spcPts val="0"/>
              </a:spcAft>
              <a:buSzPts val="1300"/>
              <a:buFont typeface="Figtree"/>
              <a:buNone/>
              <a:defRPr sz="1300"/>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827" name="Google Shape;827;p86"/>
          <p:cNvSpPr txBox="1"/>
          <p:nvPr>
            <p:ph idx="8" type="body"/>
          </p:nvPr>
        </p:nvSpPr>
        <p:spPr>
          <a:xfrm>
            <a:off x="362475" y="4037050"/>
            <a:ext cx="2325600" cy="677400"/>
          </a:xfrm>
          <a:prstGeom prst="rect">
            <a:avLst/>
          </a:prstGeom>
          <a:noFill/>
          <a:ln>
            <a:noFill/>
          </a:ln>
        </p:spPr>
        <p:txBody>
          <a:bodyPr anchorCtr="0" anchor="t" bIns="0" lIns="0" spcFirstLastPara="1" rIns="0" wrap="square" tIns="0">
            <a:sp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828" name="Google Shape;828;p86"/>
          <p:cNvSpPr txBox="1"/>
          <p:nvPr>
            <p:ph idx="9" type="title"/>
          </p:nvPr>
        </p:nvSpPr>
        <p:spPr>
          <a:xfrm>
            <a:off x="3409200" y="3711025"/>
            <a:ext cx="2325600" cy="200100"/>
          </a:xfrm>
          <a:prstGeom prst="rect">
            <a:avLst/>
          </a:prstGeom>
        </p:spPr>
        <p:txBody>
          <a:bodyPr anchorCtr="0" anchor="t" bIns="0" lIns="0" spcFirstLastPara="1" rIns="0" wrap="square" tIns="0">
            <a:noAutofit/>
          </a:bodyPr>
          <a:lstStyle>
            <a:lvl1pPr lvl="0">
              <a:spcBef>
                <a:spcPts val="0"/>
              </a:spcBef>
              <a:spcAft>
                <a:spcPts val="0"/>
              </a:spcAft>
              <a:buSzPts val="1300"/>
              <a:buFont typeface="Figtree"/>
              <a:buNone/>
              <a:defRPr sz="1300"/>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829" name="Google Shape;829;p86"/>
          <p:cNvSpPr txBox="1"/>
          <p:nvPr>
            <p:ph idx="13" type="body"/>
          </p:nvPr>
        </p:nvSpPr>
        <p:spPr>
          <a:xfrm>
            <a:off x="3409200" y="4037050"/>
            <a:ext cx="2325600" cy="677400"/>
          </a:xfrm>
          <a:prstGeom prst="rect">
            <a:avLst/>
          </a:prstGeom>
          <a:noFill/>
          <a:ln>
            <a:noFill/>
          </a:ln>
        </p:spPr>
        <p:txBody>
          <a:bodyPr anchorCtr="0" anchor="t" bIns="0" lIns="0" spcFirstLastPara="1" rIns="0" wrap="square" tIns="0">
            <a:sp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830" name="Google Shape;830;p86"/>
          <p:cNvSpPr txBox="1"/>
          <p:nvPr>
            <p:ph idx="14" type="title"/>
          </p:nvPr>
        </p:nvSpPr>
        <p:spPr>
          <a:xfrm>
            <a:off x="6381150" y="3711025"/>
            <a:ext cx="2325600" cy="200100"/>
          </a:xfrm>
          <a:prstGeom prst="rect">
            <a:avLst/>
          </a:prstGeom>
        </p:spPr>
        <p:txBody>
          <a:bodyPr anchorCtr="0" anchor="t" bIns="0" lIns="0" spcFirstLastPara="1" rIns="0" wrap="square" tIns="0">
            <a:noAutofit/>
          </a:bodyPr>
          <a:lstStyle>
            <a:lvl1pPr lvl="0">
              <a:spcBef>
                <a:spcPts val="0"/>
              </a:spcBef>
              <a:spcAft>
                <a:spcPts val="0"/>
              </a:spcAft>
              <a:buSzPts val="1300"/>
              <a:buFont typeface="Figtree"/>
              <a:buNone/>
              <a:defRPr sz="1300"/>
            </a:lvl1pPr>
            <a:lvl2pPr lvl="1">
              <a:spcBef>
                <a:spcPts val="0"/>
              </a:spcBef>
              <a:spcAft>
                <a:spcPts val="0"/>
              </a:spcAft>
              <a:buSzPts val="1300"/>
              <a:buFont typeface="Figtree"/>
              <a:buNone/>
              <a:defRPr sz="1300"/>
            </a:lvl2pPr>
            <a:lvl3pPr lvl="2">
              <a:spcBef>
                <a:spcPts val="0"/>
              </a:spcBef>
              <a:spcAft>
                <a:spcPts val="0"/>
              </a:spcAft>
              <a:buSzPts val="1300"/>
              <a:buFont typeface="Figtree"/>
              <a:buNone/>
              <a:defRPr sz="1300"/>
            </a:lvl3pPr>
            <a:lvl4pPr lvl="3">
              <a:spcBef>
                <a:spcPts val="0"/>
              </a:spcBef>
              <a:spcAft>
                <a:spcPts val="0"/>
              </a:spcAft>
              <a:buSzPts val="1300"/>
              <a:buFont typeface="Figtree"/>
              <a:buNone/>
              <a:defRPr sz="1300"/>
            </a:lvl4pPr>
            <a:lvl5pPr lvl="4">
              <a:spcBef>
                <a:spcPts val="0"/>
              </a:spcBef>
              <a:spcAft>
                <a:spcPts val="0"/>
              </a:spcAft>
              <a:buSzPts val="1300"/>
              <a:buFont typeface="Figtree"/>
              <a:buNone/>
              <a:defRPr sz="1300"/>
            </a:lvl5pPr>
            <a:lvl6pPr lvl="5">
              <a:spcBef>
                <a:spcPts val="0"/>
              </a:spcBef>
              <a:spcAft>
                <a:spcPts val="0"/>
              </a:spcAft>
              <a:buSzPts val="1300"/>
              <a:buFont typeface="Figtree"/>
              <a:buNone/>
              <a:defRPr sz="1300"/>
            </a:lvl6pPr>
            <a:lvl7pPr lvl="6">
              <a:spcBef>
                <a:spcPts val="0"/>
              </a:spcBef>
              <a:spcAft>
                <a:spcPts val="0"/>
              </a:spcAft>
              <a:buSzPts val="1300"/>
              <a:buFont typeface="Figtree"/>
              <a:buNone/>
              <a:defRPr sz="1300"/>
            </a:lvl7pPr>
            <a:lvl8pPr lvl="7">
              <a:spcBef>
                <a:spcPts val="0"/>
              </a:spcBef>
              <a:spcAft>
                <a:spcPts val="0"/>
              </a:spcAft>
              <a:buSzPts val="1300"/>
              <a:buFont typeface="Figtree"/>
              <a:buNone/>
              <a:defRPr sz="1300"/>
            </a:lvl8pPr>
            <a:lvl9pPr lvl="8">
              <a:spcBef>
                <a:spcPts val="0"/>
              </a:spcBef>
              <a:spcAft>
                <a:spcPts val="0"/>
              </a:spcAft>
              <a:buSzPts val="1300"/>
              <a:buFont typeface="Figtree"/>
              <a:buNone/>
              <a:defRPr sz="1300"/>
            </a:lvl9pPr>
          </a:lstStyle>
          <a:p/>
        </p:txBody>
      </p:sp>
      <p:sp>
        <p:nvSpPr>
          <p:cNvPr id="831" name="Google Shape;831;p86"/>
          <p:cNvSpPr txBox="1"/>
          <p:nvPr>
            <p:ph idx="15" type="body"/>
          </p:nvPr>
        </p:nvSpPr>
        <p:spPr>
          <a:xfrm>
            <a:off x="6381150" y="4037050"/>
            <a:ext cx="2325600" cy="677400"/>
          </a:xfrm>
          <a:prstGeom prst="rect">
            <a:avLst/>
          </a:prstGeom>
          <a:noFill/>
          <a:ln>
            <a:noFill/>
          </a:ln>
        </p:spPr>
        <p:txBody>
          <a:bodyPr anchorCtr="0" anchor="t" bIns="0" lIns="0" spcFirstLastPara="1" rIns="0" wrap="square" tIns="0">
            <a:spAutoFit/>
          </a:bodyPr>
          <a:lstStyle>
            <a:lvl1pPr indent="-298450" lvl="0" marL="457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1pPr>
            <a:lvl2pPr indent="-298450" lvl="1" marL="914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2pPr>
            <a:lvl3pPr indent="-298450" lvl="2" marL="1371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3pPr>
            <a:lvl4pPr indent="-298450" lvl="3" marL="1828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4pPr>
            <a:lvl5pPr indent="-298450" lvl="4" marL="22860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5pPr>
            <a:lvl6pPr indent="-298450" lvl="5" marL="27432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6pPr>
            <a:lvl7pPr indent="-298450" lvl="6" marL="32004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7pPr>
            <a:lvl8pPr indent="-298450" lvl="7" marL="36576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8pPr>
            <a:lvl9pPr indent="-298450" lvl="8" marL="4114800" algn="ctr">
              <a:spcBef>
                <a:spcPts val="0"/>
              </a:spcBef>
              <a:spcAft>
                <a:spcPts val="0"/>
              </a:spcAft>
              <a:buClr>
                <a:schemeClr val="dk1"/>
              </a:buClr>
              <a:buSzPts val="1100"/>
              <a:buFont typeface="Figtree"/>
              <a:buChar char="■"/>
              <a:defRPr sz="1100">
                <a:solidFill>
                  <a:schemeClr val="dk1"/>
                </a:solidFill>
                <a:latin typeface="Figtree"/>
                <a:ea typeface="Figtree"/>
                <a:cs typeface="Figtree"/>
                <a:sym typeface="Figtree"/>
              </a:defRPr>
            </a:lvl9pPr>
          </a:lstStyle>
          <a:p/>
        </p:txBody>
      </p:sp>
      <p:sp>
        <p:nvSpPr>
          <p:cNvPr id="832" name="Google Shape;832;p86"/>
          <p:cNvSpPr/>
          <p:nvPr/>
        </p:nvSpPr>
        <p:spPr>
          <a:xfrm>
            <a:off x="74437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833" name="Google Shape;833;p86"/>
          <p:cNvSpPr/>
          <p:nvPr/>
        </p:nvSpPr>
        <p:spPr>
          <a:xfrm>
            <a:off x="57764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834" name="Google Shape;834;p86"/>
          <p:cNvSpPr txBox="1"/>
          <p:nvPr>
            <p:ph idx="16" type="subTitle"/>
          </p:nvPr>
        </p:nvSpPr>
        <p:spPr>
          <a:xfrm>
            <a:off x="5809350"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
        <p:nvSpPr>
          <p:cNvPr id="835" name="Google Shape;835;p86"/>
          <p:cNvSpPr txBox="1"/>
          <p:nvPr>
            <p:ph idx="17" type="subTitle"/>
          </p:nvPr>
        </p:nvSpPr>
        <p:spPr>
          <a:xfrm>
            <a:off x="7476775"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ext">
  <p:cSld name="BIG_NUMBER_1_1">
    <p:bg>
      <p:bgPr>
        <a:solidFill>
          <a:schemeClr val="lt2"/>
        </a:solidFill>
      </p:bgPr>
    </p:bg>
    <p:spTree>
      <p:nvGrpSpPr>
        <p:cNvPr id="836" name="Shape 836"/>
        <p:cNvGrpSpPr/>
        <p:nvPr/>
      </p:nvGrpSpPr>
      <p:grpSpPr>
        <a:xfrm>
          <a:off x="0" y="0"/>
          <a:ext cx="0" cy="0"/>
          <a:chOff x="0" y="0"/>
          <a:chExt cx="0" cy="0"/>
        </a:xfrm>
      </p:grpSpPr>
      <p:sp>
        <p:nvSpPr>
          <p:cNvPr id="837" name="Google Shape;837;p87"/>
          <p:cNvSpPr/>
          <p:nvPr/>
        </p:nvSpPr>
        <p:spPr>
          <a:xfrm>
            <a:off x="110838" y="113400"/>
            <a:ext cx="7947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838" name="Google Shape;838;p87"/>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cxnSp>
        <p:nvCxnSpPr>
          <p:cNvPr id="839" name="Google Shape;839;p87"/>
          <p:cNvCxnSpPr/>
          <p:nvPr/>
        </p:nvCxnSpPr>
        <p:spPr>
          <a:xfrm>
            <a:off x="111000" y="443900"/>
            <a:ext cx="8922000" cy="0"/>
          </a:xfrm>
          <a:prstGeom prst="straightConnector1">
            <a:avLst/>
          </a:prstGeom>
          <a:noFill/>
          <a:ln cap="flat" cmpd="sng" w="9525">
            <a:solidFill>
              <a:schemeClr val="lt1"/>
            </a:solidFill>
            <a:prstDash val="solid"/>
            <a:round/>
            <a:headEnd len="med" w="med" type="none"/>
            <a:tailEnd len="med" w="med" type="none"/>
          </a:ln>
        </p:spPr>
      </p:cxnSp>
      <p:sp>
        <p:nvSpPr>
          <p:cNvPr id="840" name="Google Shape;840;p87"/>
          <p:cNvSpPr/>
          <p:nvPr/>
        </p:nvSpPr>
        <p:spPr>
          <a:xfrm>
            <a:off x="-150" y="656513"/>
            <a:ext cx="9144300" cy="42681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841" name="Google Shape;841;p87"/>
          <p:cNvSpPr txBox="1"/>
          <p:nvPr>
            <p:ph type="ctrTitle"/>
          </p:nvPr>
        </p:nvSpPr>
        <p:spPr>
          <a:xfrm>
            <a:off x="1313250" y="2109413"/>
            <a:ext cx="6517500" cy="1362300"/>
          </a:xfrm>
          <a:prstGeom prst="rect">
            <a:avLst/>
          </a:prstGeom>
        </p:spPr>
        <p:txBody>
          <a:bodyPr anchorCtr="0" anchor="ctr" bIns="91425" lIns="91425" spcFirstLastPara="1" rIns="91425" wrap="square" tIns="91425">
            <a:normAutofit/>
          </a:bodyPr>
          <a:lstStyle>
            <a:lvl1pPr lvl="0">
              <a:spcBef>
                <a:spcPts val="0"/>
              </a:spcBef>
              <a:spcAft>
                <a:spcPts val="0"/>
              </a:spcAft>
              <a:buSzPts val="5000"/>
              <a:buNone/>
              <a:defRPr sz="5000"/>
            </a:lvl1pPr>
            <a:lvl2pPr lvl="1">
              <a:spcBef>
                <a:spcPts val="0"/>
              </a:spcBef>
              <a:spcAft>
                <a:spcPts val="0"/>
              </a:spcAft>
              <a:buSzPts val="5000"/>
              <a:buNone/>
              <a:defRPr sz="5000"/>
            </a:lvl2pPr>
            <a:lvl3pPr lvl="2">
              <a:spcBef>
                <a:spcPts val="0"/>
              </a:spcBef>
              <a:spcAft>
                <a:spcPts val="0"/>
              </a:spcAft>
              <a:buSzPts val="5000"/>
              <a:buNone/>
              <a:defRPr sz="5000"/>
            </a:lvl3pPr>
            <a:lvl4pPr lvl="3">
              <a:spcBef>
                <a:spcPts val="0"/>
              </a:spcBef>
              <a:spcAft>
                <a:spcPts val="0"/>
              </a:spcAft>
              <a:buSzPts val="5000"/>
              <a:buNone/>
              <a:defRPr sz="5000"/>
            </a:lvl4pPr>
            <a:lvl5pPr lvl="4">
              <a:spcBef>
                <a:spcPts val="0"/>
              </a:spcBef>
              <a:spcAft>
                <a:spcPts val="0"/>
              </a:spcAft>
              <a:buSzPts val="5000"/>
              <a:buNone/>
              <a:defRPr sz="5000"/>
            </a:lvl5pPr>
            <a:lvl6pPr lvl="5">
              <a:spcBef>
                <a:spcPts val="0"/>
              </a:spcBef>
              <a:spcAft>
                <a:spcPts val="0"/>
              </a:spcAft>
              <a:buSzPts val="5000"/>
              <a:buNone/>
              <a:defRPr sz="5000"/>
            </a:lvl6pPr>
            <a:lvl7pPr lvl="6">
              <a:spcBef>
                <a:spcPts val="0"/>
              </a:spcBef>
              <a:spcAft>
                <a:spcPts val="0"/>
              </a:spcAft>
              <a:buSzPts val="5000"/>
              <a:buNone/>
              <a:defRPr sz="5000"/>
            </a:lvl7pPr>
            <a:lvl8pPr lvl="7">
              <a:spcBef>
                <a:spcPts val="0"/>
              </a:spcBef>
              <a:spcAft>
                <a:spcPts val="0"/>
              </a:spcAft>
              <a:buSzPts val="5000"/>
              <a:buNone/>
              <a:defRPr sz="5000"/>
            </a:lvl8pPr>
            <a:lvl9pPr lvl="8">
              <a:spcBef>
                <a:spcPts val="0"/>
              </a:spcBef>
              <a:spcAft>
                <a:spcPts val="0"/>
              </a:spcAft>
              <a:buSzPts val="5000"/>
              <a:buNone/>
              <a:defRPr sz="5000"/>
            </a:lvl9pPr>
          </a:lstStyle>
          <a:p/>
        </p:txBody>
      </p:sp>
      <p:sp>
        <p:nvSpPr>
          <p:cNvPr id="842" name="Google Shape;842;p87"/>
          <p:cNvSpPr/>
          <p:nvPr/>
        </p:nvSpPr>
        <p:spPr>
          <a:xfrm>
            <a:off x="74437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843" name="Google Shape;843;p87"/>
          <p:cNvSpPr/>
          <p:nvPr/>
        </p:nvSpPr>
        <p:spPr>
          <a:xfrm>
            <a:off x="57764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844" name="Google Shape;844;p87"/>
          <p:cNvSpPr txBox="1"/>
          <p:nvPr>
            <p:ph idx="1" type="subTitle"/>
          </p:nvPr>
        </p:nvSpPr>
        <p:spPr>
          <a:xfrm>
            <a:off x="5809350"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
        <p:nvSpPr>
          <p:cNvPr id="845" name="Google Shape;845;p87"/>
          <p:cNvSpPr txBox="1"/>
          <p:nvPr>
            <p:ph idx="2" type="subTitle"/>
          </p:nvPr>
        </p:nvSpPr>
        <p:spPr>
          <a:xfrm>
            <a:off x="7476775"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iz 1">
  <p:cSld name="BIG_NUMBER_1_1_1_1">
    <p:bg>
      <p:bgPr>
        <a:solidFill>
          <a:schemeClr val="accent2"/>
        </a:solidFill>
      </p:bgPr>
    </p:bg>
    <p:spTree>
      <p:nvGrpSpPr>
        <p:cNvPr id="846" name="Shape 846"/>
        <p:cNvGrpSpPr/>
        <p:nvPr/>
      </p:nvGrpSpPr>
      <p:grpSpPr>
        <a:xfrm>
          <a:off x="0" y="0"/>
          <a:ext cx="0" cy="0"/>
          <a:chOff x="0" y="0"/>
          <a:chExt cx="0" cy="0"/>
        </a:xfrm>
      </p:grpSpPr>
      <p:grpSp>
        <p:nvGrpSpPr>
          <p:cNvPr id="847" name="Google Shape;847;p88"/>
          <p:cNvGrpSpPr/>
          <p:nvPr/>
        </p:nvGrpSpPr>
        <p:grpSpPr>
          <a:xfrm>
            <a:off x="-968" y="656650"/>
            <a:ext cx="9145937" cy="4268100"/>
            <a:chOff x="1666" y="656650"/>
            <a:chExt cx="9144108" cy="4268100"/>
          </a:xfrm>
        </p:grpSpPr>
        <p:sp>
          <p:nvSpPr>
            <p:cNvPr id="848" name="Google Shape;848;p88"/>
            <p:cNvSpPr/>
            <p:nvPr/>
          </p:nvSpPr>
          <p:spPr>
            <a:xfrm>
              <a:off x="1666" y="656650"/>
              <a:ext cx="1915800" cy="42681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49" name="Google Shape;849;p88"/>
            <p:cNvSpPr/>
            <p:nvPr/>
          </p:nvSpPr>
          <p:spPr>
            <a:xfrm>
              <a:off x="1808746" y="656650"/>
              <a:ext cx="1915800" cy="42681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50" name="Google Shape;850;p88"/>
            <p:cNvSpPr/>
            <p:nvPr/>
          </p:nvSpPr>
          <p:spPr>
            <a:xfrm>
              <a:off x="3615827" y="656650"/>
              <a:ext cx="1915800" cy="42681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51" name="Google Shape;851;p88"/>
            <p:cNvSpPr/>
            <p:nvPr/>
          </p:nvSpPr>
          <p:spPr>
            <a:xfrm>
              <a:off x="5422907" y="656650"/>
              <a:ext cx="1915800" cy="42681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52" name="Google Shape;852;p88"/>
            <p:cNvSpPr/>
            <p:nvPr/>
          </p:nvSpPr>
          <p:spPr>
            <a:xfrm>
              <a:off x="7229974" y="656650"/>
              <a:ext cx="1915800" cy="42681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853" name="Google Shape;853;p88"/>
          <p:cNvSpPr txBox="1"/>
          <p:nvPr>
            <p:ph idx="1" type="body"/>
          </p:nvPr>
        </p:nvSpPr>
        <p:spPr>
          <a:xfrm>
            <a:off x="3513750" y="3270238"/>
            <a:ext cx="2116500" cy="226800"/>
          </a:xfrm>
          <a:prstGeom prst="rect">
            <a:avLst/>
          </a:prstGeom>
          <a:noFill/>
          <a:ln>
            <a:noFill/>
          </a:ln>
        </p:spPr>
        <p:txBody>
          <a:bodyPr anchorCtr="0" anchor="ctr" bIns="91425" lIns="91425" spcFirstLastPara="1" rIns="91425" wrap="square" tIns="91425">
            <a:noAutofit/>
          </a:bodyPr>
          <a:lstStyle>
            <a:lvl1pPr indent="-323850" lvl="0" marL="457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1pPr>
            <a:lvl2pPr indent="-323850" lvl="1" marL="914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2pPr>
            <a:lvl3pPr indent="-323850" lvl="2" marL="1371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3pPr>
            <a:lvl4pPr indent="-323850" lvl="3" marL="1828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4pPr>
            <a:lvl5pPr indent="-323850" lvl="4" marL="22860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5pPr>
            <a:lvl6pPr indent="-323850" lvl="5" marL="2743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6pPr>
            <a:lvl7pPr indent="-323850" lvl="6" marL="3200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7pPr>
            <a:lvl8pPr indent="-323850" lvl="7" marL="3657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8pPr>
            <a:lvl9pPr indent="-323850" lvl="8" marL="4114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9pPr>
          </a:lstStyle>
          <a:p/>
        </p:txBody>
      </p:sp>
      <p:sp>
        <p:nvSpPr>
          <p:cNvPr id="854" name="Google Shape;854;p88"/>
          <p:cNvSpPr txBox="1"/>
          <p:nvPr>
            <p:ph idx="2" type="body"/>
          </p:nvPr>
        </p:nvSpPr>
        <p:spPr>
          <a:xfrm>
            <a:off x="3513750" y="3502400"/>
            <a:ext cx="2116500" cy="226800"/>
          </a:xfrm>
          <a:prstGeom prst="rect">
            <a:avLst/>
          </a:prstGeom>
          <a:noFill/>
          <a:ln>
            <a:noFill/>
          </a:ln>
        </p:spPr>
        <p:txBody>
          <a:bodyPr anchorCtr="0" anchor="ctr" bIns="91425" lIns="91425" spcFirstLastPara="1" rIns="91425" wrap="square" tIns="91425">
            <a:noAutofit/>
          </a:bodyPr>
          <a:lstStyle>
            <a:lvl1pPr indent="-323850" lvl="0" marL="457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1pPr>
            <a:lvl2pPr indent="-323850" lvl="1" marL="914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2pPr>
            <a:lvl3pPr indent="-323850" lvl="2" marL="1371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3pPr>
            <a:lvl4pPr indent="-323850" lvl="3" marL="1828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4pPr>
            <a:lvl5pPr indent="-323850" lvl="4" marL="22860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5pPr>
            <a:lvl6pPr indent="-323850" lvl="5" marL="2743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6pPr>
            <a:lvl7pPr indent="-323850" lvl="6" marL="3200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7pPr>
            <a:lvl8pPr indent="-323850" lvl="7" marL="3657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8pPr>
            <a:lvl9pPr indent="-323850" lvl="8" marL="4114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9pPr>
          </a:lstStyle>
          <a:p/>
        </p:txBody>
      </p:sp>
      <p:sp>
        <p:nvSpPr>
          <p:cNvPr id="855" name="Google Shape;855;p88"/>
          <p:cNvSpPr txBox="1"/>
          <p:nvPr>
            <p:ph idx="3" type="body"/>
          </p:nvPr>
        </p:nvSpPr>
        <p:spPr>
          <a:xfrm>
            <a:off x="932400" y="2487400"/>
            <a:ext cx="7279200" cy="646500"/>
          </a:xfrm>
          <a:prstGeom prst="rect">
            <a:avLst/>
          </a:prstGeom>
        </p:spPr>
        <p:txBody>
          <a:bodyPr anchorCtr="0" anchor="t" bIns="91425" lIns="91425" spcFirstLastPara="1" rIns="91425" wrap="square" tIns="91425">
            <a:normAutofit/>
          </a:bodyPr>
          <a:lstStyle>
            <a:lvl1pPr indent="-323850" lvl="0" marL="457200">
              <a:spcBef>
                <a:spcPts val="0"/>
              </a:spcBef>
              <a:spcAft>
                <a:spcPts val="0"/>
              </a:spcAft>
              <a:buSzPts val="1500"/>
              <a:buFont typeface="Figtree"/>
              <a:buChar char="●"/>
              <a:defRPr/>
            </a:lvl1pPr>
            <a:lvl2pPr indent="-323850" lvl="1" marL="914400">
              <a:spcBef>
                <a:spcPts val="0"/>
              </a:spcBef>
              <a:spcAft>
                <a:spcPts val="0"/>
              </a:spcAft>
              <a:buSzPts val="1500"/>
              <a:buFont typeface="Figtree"/>
              <a:buChar char="○"/>
              <a:defRPr/>
            </a:lvl2pPr>
            <a:lvl3pPr indent="-323850" lvl="2" marL="1371600">
              <a:spcBef>
                <a:spcPts val="0"/>
              </a:spcBef>
              <a:spcAft>
                <a:spcPts val="0"/>
              </a:spcAft>
              <a:buSzPts val="1500"/>
              <a:buFont typeface="Figtree"/>
              <a:buChar char="■"/>
              <a:defRPr/>
            </a:lvl3pPr>
            <a:lvl4pPr indent="-323850" lvl="3" marL="1828800">
              <a:spcBef>
                <a:spcPts val="0"/>
              </a:spcBef>
              <a:spcAft>
                <a:spcPts val="0"/>
              </a:spcAft>
              <a:buSzPts val="1500"/>
              <a:buFont typeface="Figtree"/>
              <a:buChar char="●"/>
              <a:defRPr/>
            </a:lvl4pPr>
            <a:lvl5pPr indent="-323850" lvl="4" marL="2286000">
              <a:spcBef>
                <a:spcPts val="0"/>
              </a:spcBef>
              <a:spcAft>
                <a:spcPts val="0"/>
              </a:spcAft>
              <a:buSzPts val="1500"/>
              <a:buFont typeface="Figtree"/>
              <a:buChar char="○"/>
              <a:defRPr/>
            </a:lvl5pPr>
            <a:lvl6pPr indent="-323850" lvl="5" marL="2743200">
              <a:spcBef>
                <a:spcPts val="0"/>
              </a:spcBef>
              <a:spcAft>
                <a:spcPts val="0"/>
              </a:spcAft>
              <a:buSzPts val="1500"/>
              <a:buFont typeface="Figtree"/>
              <a:buChar char="■"/>
              <a:defRPr/>
            </a:lvl6pPr>
            <a:lvl7pPr indent="-323850" lvl="6" marL="3200400">
              <a:spcBef>
                <a:spcPts val="0"/>
              </a:spcBef>
              <a:spcAft>
                <a:spcPts val="0"/>
              </a:spcAft>
              <a:buSzPts val="1500"/>
              <a:buFont typeface="Figtree"/>
              <a:buChar char="●"/>
              <a:defRPr/>
            </a:lvl7pPr>
            <a:lvl8pPr indent="-323850" lvl="7" marL="3657600">
              <a:spcBef>
                <a:spcPts val="0"/>
              </a:spcBef>
              <a:spcAft>
                <a:spcPts val="0"/>
              </a:spcAft>
              <a:buSzPts val="1500"/>
              <a:buFont typeface="Figtree"/>
              <a:buChar char="○"/>
              <a:defRPr/>
            </a:lvl8pPr>
            <a:lvl9pPr indent="-323850" lvl="8" marL="4114800">
              <a:spcBef>
                <a:spcPts val="0"/>
              </a:spcBef>
              <a:spcAft>
                <a:spcPts val="0"/>
              </a:spcAft>
              <a:buSzPts val="1500"/>
              <a:buFont typeface="Figtree"/>
              <a:buChar char="■"/>
              <a:defRPr/>
            </a:lvl9pPr>
          </a:lstStyle>
          <a:p/>
        </p:txBody>
      </p:sp>
      <p:sp>
        <p:nvSpPr>
          <p:cNvPr id="856" name="Google Shape;856;p88"/>
          <p:cNvSpPr txBox="1"/>
          <p:nvPr>
            <p:ph idx="4" type="body"/>
          </p:nvPr>
        </p:nvSpPr>
        <p:spPr>
          <a:xfrm>
            <a:off x="6095150" y="3270238"/>
            <a:ext cx="2116500" cy="226800"/>
          </a:xfrm>
          <a:prstGeom prst="rect">
            <a:avLst/>
          </a:prstGeom>
          <a:noFill/>
          <a:ln>
            <a:noFill/>
          </a:ln>
        </p:spPr>
        <p:txBody>
          <a:bodyPr anchorCtr="0" anchor="ctr" bIns="91425" lIns="91425" spcFirstLastPara="1" rIns="91425" wrap="square" tIns="91425">
            <a:noAutofit/>
          </a:bodyPr>
          <a:lstStyle>
            <a:lvl1pPr indent="-323850" lvl="0" marL="457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1pPr>
            <a:lvl2pPr indent="-323850" lvl="1" marL="914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2pPr>
            <a:lvl3pPr indent="-323850" lvl="2" marL="1371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3pPr>
            <a:lvl4pPr indent="-323850" lvl="3" marL="1828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4pPr>
            <a:lvl5pPr indent="-323850" lvl="4" marL="22860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5pPr>
            <a:lvl6pPr indent="-323850" lvl="5" marL="2743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6pPr>
            <a:lvl7pPr indent="-323850" lvl="6" marL="3200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7pPr>
            <a:lvl8pPr indent="-323850" lvl="7" marL="3657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8pPr>
            <a:lvl9pPr indent="-323850" lvl="8" marL="4114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9pPr>
          </a:lstStyle>
          <a:p/>
        </p:txBody>
      </p:sp>
      <p:sp>
        <p:nvSpPr>
          <p:cNvPr id="857" name="Google Shape;857;p88"/>
          <p:cNvSpPr txBox="1"/>
          <p:nvPr>
            <p:ph idx="5" type="body"/>
          </p:nvPr>
        </p:nvSpPr>
        <p:spPr>
          <a:xfrm>
            <a:off x="6095150" y="3502400"/>
            <a:ext cx="2116500" cy="226800"/>
          </a:xfrm>
          <a:prstGeom prst="rect">
            <a:avLst/>
          </a:prstGeom>
          <a:noFill/>
          <a:ln>
            <a:noFill/>
          </a:ln>
        </p:spPr>
        <p:txBody>
          <a:bodyPr anchorCtr="0" anchor="ctr" bIns="91425" lIns="91425" spcFirstLastPara="1" rIns="91425" wrap="square" tIns="91425">
            <a:noAutofit/>
          </a:bodyPr>
          <a:lstStyle>
            <a:lvl1pPr indent="-323850" lvl="0" marL="457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1pPr>
            <a:lvl2pPr indent="-323850" lvl="1" marL="914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2pPr>
            <a:lvl3pPr indent="-323850" lvl="2" marL="1371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3pPr>
            <a:lvl4pPr indent="-323850" lvl="3" marL="1828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4pPr>
            <a:lvl5pPr indent="-323850" lvl="4" marL="22860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5pPr>
            <a:lvl6pPr indent="-323850" lvl="5" marL="2743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6pPr>
            <a:lvl7pPr indent="-323850" lvl="6" marL="3200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7pPr>
            <a:lvl8pPr indent="-323850" lvl="7" marL="3657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8pPr>
            <a:lvl9pPr indent="-323850" lvl="8" marL="4114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9pPr>
          </a:lstStyle>
          <a:p/>
        </p:txBody>
      </p:sp>
      <p:sp>
        <p:nvSpPr>
          <p:cNvPr id="858" name="Google Shape;858;p88"/>
          <p:cNvSpPr txBox="1"/>
          <p:nvPr>
            <p:ph type="title"/>
          </p:nvPr>
        </p:nvSpPr>
        <p:spPr>
          <a:xfrm>
            <a:off x="932400" y="1634950"/>
            <a:ext cx="7279200" cy="572700"/>
          </a:xfrm>
          <a:prstGeom prst="rect">
            <a:avLst/>
          </a:prstGeom>
        </p:spPr>
        <p:txBody>
          <a:bodyPr anchorCtr="0" anchor="b" bIns="0" lIns="0" spcFirstLastPara="1" rIns="0" wrap="square" tIns="0">
            <a:noAutofit/>
          </a:bodyPr>
          <a:lstStyle>
            <a:lvl1pPr lvl="0">
              <a:spcBef>
                <a:spcPts val="0"/>
              </a:spcBef>
              <a:spcAft>
                <a:spcPts val="0"/>
              </a:spcAft>
              <a:buSzPts val="3500"/>
              <a:buFont typeface="Figtree"/>
              <a:buNone/>
              <a:defRPr/>
            </a:lvl1pPr>
            <a:lvl2pPr lvl="1">
              <a:spcBef>
                <a:spcPts val="0"/>
              </a:spcBef>
              <a:spcAft>
                <a:spcPts val="0"/>
              </a:spcAft>
              <a:buSzPts val="3500"/>
              <a:buFont typeface="Figtree"/>
              <a:buNone/>
              <a:defRPr/>
            </a:lvl2pPr>
            <a:lvl3pPr lvl="2">
              <a:spcBef>
                <a:spcPts val="0"/>
              </a:spcBef>
              <a:spcAft>
                <a:spcPts val="0"/>
              </a:spcAft>
              <a:buSzPts val="3500"/>
              <a:buFont typeface="Figtree"/>
              <a:buNone/>
              <a:defRPr/>
            </a:lvl3pPr>
            <a:lvl4pPr lvl="3">
              <a:spcBef>
                <a:spcPts val="0"/>
              </a:spcBef>
              <a:spcAft>
                <a:spcPts val="0"/>
              </a:spcAft>
              <a:buSzPts val="3500"/>
              <a:buFont typeface="Figtree"/>
              <a:buNone/>
              <a:defRPr/>
            </a:lvl4pPr>
            <a:lvl5pPr lvl="4">
              <a:spcBef>
                <a:spcPts val="0"/>
              </a:spcBef>
              <a:spcAft>
                <a:spcPts val="0"/>
              </a:spcAft>
              <a:buSzPts val="3500"/>
              <a:buFont typeface="Figtree"/>
              <a:buNone/>
              <a:defRPr/>
            </a:lvl5pPr>
            <a:lvl6pPr lvl="5">
              <a:spcBef>
                <a:spcPts val="0"/>
              </a:spcBef>
              <a:spcAft>
                <a:spcPts val="0"/>
              </a:spcAft>
              <a:buSzPts val="3500"/>
              <a:buFont typeface="Figtree"/>
              <a:buNone/>
              <a:defRPr/>
            </a:lvl6pPr>
            <a:lvl7pPr lvl="6">
              <a:spcBef>
                <a:spcPts val="0"/>
              </a:spcBef>
              <a:spcAft>
                <a:spcPts val="0"/>
              </a:spcAft>
              <a:buSzPts val="3500"/>
              <a:buFont typeface="Figtree"/>
              <a:buNone/>
              <a:defRPr/>
            </a:lvl7pPr>
            <a:lvl8pPr lvl="7">
              <a:spcBef>
                <a:spcPts val="0"/>
              </a:spcBef>
              <a:spcAft>
                <a:spcPts val="0"/>
              </a:spcAft>
              <a:buSzPts val="3500"/>
              <a:buFont typeface="Figtree"/>
              <a:buNone/>
              <a:defRPr/>
            </a:lvl8pPr>
            <a:lvl9pPr lvl="8">
              <a:spcBef>
                <a:spcPts val="0"/>
              </a:spcBef>
              <a:spcAft>
                <a:spcPts val="0"/>
              </a:spcAft>
              <a:buSzPts val="3500"/>
              <a:buFont typeface="Figtree"/>
              <a:buNone/>
              <a:defRPr/>
            </a:lvl9pPr>
          </a:lstStyle>
          <a:p/>
        </p:txBody>
      </p:sp>
      <p:sp>
        <p:nvSpPr>
          <p:cNvPr id="859" name="Google Shape;859;p88"/>
          <p:cNvSpPr txBox="1"/>
          <p:nvPr>
            <p:ph idx="6" type="body"/>
          </p:nvPr>
        </p:nvSpPr>
        <p:spPr>
          <a:xfrm>
            <a:off x="932450" y="3270238"/>
            <a:ext cx="2116500" cy="226800"/>
          </a:xfrm>
          <a:prstGeom prst="rect">
            <a:avLst/>
          </a:prstGeom>
          <a:noFill/>
          <a:ln>
            <a:noFill/>
          </a:ln>
        </p:spPr>
        <p:txBody>
          <a:bodyPr anchorCtr="0" anchor="ctr" bIns="91425" lIns="91425" spcFirstLastPara="1" rIns="91425" wrap="square" tIns="91425">
            <a:noAutofit/>
          </a:bodyPr>
          <a:lstStyle>
            <a:lvl1pPr indent="-323850" lvl="0" marL="457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1pPr>
            <a:lvl2pPr indent="-323850" lvl="1" marL="914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2pPr>
            <a:lvl3pPr indent="-323850" lvl="2" marL="1371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3pPr>
            <a:lvl4pPr indent="-323850" lvl="3" marL="1828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4pPr>
            <a:lvl5pPr indent="-323850" lvl="4" marL="22860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5pPr>
            <a:lvl6pPr indent="-323850" lvl="5" marL="2743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6pPr>
            <a:lvl7pPr indent="-323850" lvl="6" marL="3200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7pPr>
            <a:lvl8pPr indent="-323850" lvl="7" marL="3657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8pPr>
            <a:lvl9pPr indent="-323850" lvl="8" marL="4114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9pPr>
          </a:lstStyle>
          <a:p/>
        </p:txBody>
      </p:sp>
      <p:sp>
        <p:nvSpPr>
          <p:cNvPr id="860" name="Google Shape;860;p88"/>
          <p:cNvSpPr txBox="1"/>
          <p:nvPr>
            <p:ph idx="7" type="body"/>
          </p:nvPr>
        </p:nvSpPr>
        <p:spPr>
          <a:xfrm>
            <a:off x="932450" y="3502400"/>
            <a:ext cx="2116500" cy="226800"/>
          </a:xfrm>
          <a:prstGeom prst="rect">
            <a:avLst/>
          </a:prstGeom>
          <a:noFill/>
          <a:ln>
            <a:noFill/>
          </a:ln>
        </p:spPr>
        <p:txBody>
          <a:bodyPr anchorCtr="0" anchor="ctr" bIns="91425" lIns="91425" spcFirstLastPara="1" rIns="91425" wrap="square" tIns="91425">
            <a:noAutofit/>
          </a:bodyPr>
          <a:lstStyle>
            <a:lvl1pPr indent="-323850" lvl="0" marL="457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1pPr>
            <a:lvl2pPr indent="-323850" lvl="1" marL="914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2pPr>
            <a:lvl3pPr indent="-323850" lvl="2" marL="1371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3pPr>
            <a:lvl4pPr indent="-323850" lvl="3" marL="1828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4pPr>
            <a:lvl5pPr indent="-323850" lvl="4" marL="22860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5pPr>
            <a:lvl6pPr indent="-323850" lvl="5" marL="2743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6pPr>
            <a:lvl7pPr indent="-323850" lvl="6" marL="3200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7pPr>
            <a:lvl8pPr indent="-323850" lvl="7" marL="3657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8pPr>
            <a:lvl9pPr indent="-323850" lvl="8" marL="4114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9pPr>
          </a:lstStyle>
          <a:p/>
        </p:txBody>
      </p:sp>
      <p:sp>
        <p:nvSpPr>
          <p:cNvPr id="861" name="Google Shape;861;p88"/>
          <p:cNvSpPr/>
          <p:nvPr/>
        </p:nvSpPr>
        <p:spPr>
          <a:xfrm>
            <a:off x="110838" y="113400"/>
            <a:ext cx="7947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862" name="Google Shape;862;p88"/>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863" name="Google Shape;863;p88"/>
          <p:cNvSpPr/>
          <p:nvPr/>
        </p:nvSpPr>
        <p:spPr>
          <a:xfrm>
            <a:off x="74437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864" name="Google Shape;864;p88"/>
          <p:cNvSpPr/>
          <p:nvPr/>
        </p:nvSpPr>
        <p:spPr>
          <a:xfrm>
            <a:off x="57764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cxnSp>
        <p:nvCxnSpPr>
          <p:cNvPr id="865" name="Google Shape;865;p88"/>
          <p:cNvCxnSpPr/>
          <p:nvPr/>
        </p:nvCxnSpPr>
        <p:spPr>
          <a:xfrm>
            <a:off x="111000" y="443900"/>
            <a:ext cx="8922000" cy="0"/>
          </a:xfrm>
          <a:prstGeom prst="straightConnector1">
            <a:avLst/>
          </a:prstGeom>
          <a:noFill/>
          <a:ln cap="flat" cmpd="sng" w="9525">
            <a:solidFill>
              <a:schemeClr val="lt1"/>
            </a:solidFill>
            <a:prstDash val="solid"/>
            <a:round/>
            <a:headEnd len="med" w="med" type="none"/>
            <a:tailEnd len="med" w="med" type="none"/>
          </a:ln>
        </p:spPr>
      </p:cxnSp>
      <p:sp>
        <p:nvSpPr>
          <p:cNvPr id="866" name="Google Shape;866;p88"/>
          <p:cNvSpPr txBox="1"/>
          <p:nvPr>
            <p:ph idx="8" type="subTitle"/>
          </p:nvPr>
        </p:nvSpPr>
        <p:spPr>
          <a:xfrm>
            <a:off x="5809350"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
        <p:nvSpPr>
          <p:cNvPr id="867" name="Google Shape;867;p88"/>
          <p:cNvSpPr txBox="1"/>
          <p:nvPr>
            <p:ph idx="9" type="subTitle"/>
          </p:nvPr>
        </p:nvSpPr>
        <p:spPr>
          <a:xfrm>
            <a:off x="7476775"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iz 1, response">
  <p:cSld name="BIG_NUMBER_1_1_1_1_1">
    <p:bg>
      <p:bgPr>
        <a:solidFill>
          <a:schemeClr val="accent3"/>
        </a:solidFill>
      </p:bgPr>
    </p:bg>
    <p:spTree>
      <p:nvGrpSpPr>
        <p:cNvPr id="868" name="Shape 868"/>
        <p:cNvGrpSpPr/>
        <p:nvPr/>
      </p:nvGrpSpPr>
      <p:grpSpPr>
        <a:xfrm>
          <a:off x="0" y="0"/>
          <a:ext cx="0" cy="0"/>
          <a:chOff x="0" y="0"/>
          <a:chExt cx="0" cy="0"/>
        </a:xfrm>
      </p:grpSpPr>
      <p:grpSp>
        <p:nvGrpSpPr>
          <p:cNvPr id="869" name="Google Shape;869;p89"/>
          <p:cNvGrpSpPr/>
          <p:nvPr/>
        </p:nvGrpSpPr>
        <p:grpSpPr>
          <a:xfrm>
            <a:off x="-968" y="656650"/>
            <a:ext cx="9145937" cy="4268100"/>
            <a:chOff x="1666" y="656650"/>
            <a:chExt cx="9144108" cy="4268100"/>
          </a:xfrm>
        </p:grpSpPr>
        <p:sp>
          <p:nvSpPr>
            <p:cNvPr id="870" name="Google Shape;870;p89"/>
            <p:cNvSpPr/>
            <p:nvPr/>
          </p:nvSpPr>
          <p:spPr>
            <a:xfrm>
              <a:off x="1666" y="656650"/>
              <a:ext cx="1915800" cy="42681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71" name="Google Shape;871;p89"/>
            <p:cNvSpPr/>
            <p:nvPr/>
          </p:nvSpPr>
          <p:spPr>
            <a:xfrm>
              <a:off x="1808746" y="656650"/>
              <a:ext cx="1915800" cy="42681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72" name="Google Shape;872;p89"/>
            <p:cNvSpPr/>
            <p:nvPr/>
          </p:nvSpPr>
          <p:spPr>
            <a:xfrm>
              <a:off x="3615827" y="656650"/>
              <a:ext cx="1915800" cy="42681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73" name="Google Shape;873;p89"/>
            <p:cNvSpPr/>
            <p:nvPr/>
          </p:nvSpPr>
          <p:spPr>
            <a:xfrm>
              <a:off x="5422907" y="656650"/>
              <a:ext cx="1915800" cy="42681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74" name="Google Shape;874;p89"/>
            <p:cNvSpPr/>
            <p:nvPr/>
          </p:nvSpPr>
          <p:spPr>
            <a:xfrm>
              <a:off x="7229974" y="656650"/>
              <a:ext cx="1915800" cy="42681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875" name="Google Shape;875;p89"/>
          <p:cNvSpPr/>
          <p:nvPr/>
        </p:nvSpPr>
        <p:spPr>
          <a:xfrm>
            <a:off x="110838" y="113400"/>
            <a:ext cx="7947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876" name="Google Shape;876;p89"/>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cxnSp>
        <p:nvCxnSpPr>
          <p:cNvPr id="877" name="Google Shape;877;p89"/>
          <p:cNvCxnSpPr/>
          <p:nvPr/>
        </p:nvCxnSpPr>
        <p:spPr>
          <a:xfrm>
            <a:off x="111000" y="443900"/>
            <a:ext cx="8922000" cy="0"/>
          </a:xfrm>
          <a:prstGeom prst="straightConnector1">
            <a:avLst/>
          </a:prstGeom>
          <a:noFill/>
          <a:ln cap="flat" cmpd="sng" w="9525">
            <a:solidFill>
              <a:schemeClr val="lt1"/>
            </a:solidFill>
            <a:prstDash val="solid"/>
            <a:round/>
            <a:headEnd len="med" w="med" type="none"/>
            <a:tailEnd len="med" w="med" type="none"/>
          </a:ln>
        </p:spPr>
      </p:cxnSp>
      <p:sp>
        <p:nvSpPr>
          <p:cNvPr id="878" name="Google Shape;878;p89"/>
          <p:cNvSpPr txBox="1"/>
          <p:nvPr>
            <p:ph type="ctrTitle"/>
          </p:nvPr>
        </p:nvSpPr>
        <p:spPr>
          <a:xfrm>
            <a:off x="1313250" y="2109413"/>
            <a:ext cx="6517500" cy="1362300"/>
          </a:xfrm>
          <a:prstGeom prst="rect">
            <a:avLst/>
          </a:prstGeom>
        </p:spPr>
        <p:txBody>
          <a:bodyPr anchorCtr="0" anchor="ctr" bIns="91425" lIns="91425" spcFirstLastPara="1" rIns="91425" wrap="square" tIns="91425">
            <a:normAutofit/>
          </a:bodyPr>
          <a:lstStyle>
            <a:lvl1pPr lvl="0">
              <a:spcBef>
                <a:spcPts val="0"/>
              </a:spcBef>
              <a:spcAft>
                <a:spcPts val="0"/>
              </a:spcAft>
              <a:buSzPts val="5000"/>
              <a:buNone/>
              <a:defRPr sz="5000"/>
            </a:lvl1pPr>
            <a:lvl2pPr lvl="1">
              <a:spcBef>
                <a:spcPts val="0"/>
              </a:spcBef>
              <a:spcAft>
                <a:spcPts val="0"/>
              </a:spcAft>
              <a:buSzPts val="5000"/>
              <a:buNone/>
              <a:defRPr sz="5000"/>
            </a:lvl2pPr>
            <a:lvl3pPr lvl="2">
              <a:spcBef>
                <a:spcPts val="0"/>
              </a:spcBef>
              <a:spcAft>
                <a:spcPts val="0"/>
              </a:spcAft>
              <a:buSzPts val="5000"/>
              <a:buNone/>
              <a:defRPr sz="5000"/>
            </a:lvl3pPr>
            <a:lvl4pPr lvl="3">
              <a:spcBef>
                <a:spcPts val="0"/>
              </a:spcBef>
              <a:spcAft>
                <a:spcPts val="0"/>
              </a:spcAft>
              <a:buSzPts val="5000"/>
              <a:buNone/>
              <a:defRPr sz="5000"/>
            </a:lvl4pPr>
            <a:lvl5pPr lvl="4">
              <a:spcBef>
                <a:spcPts val="0"/>
              </a:spcBef>
              <a:spcAft>
                <a:spcPts val="0"/>
              </a:spcAft>
              <a:buSzPts val="5000"/>
              <a:buNone/>
              <a:defRPr sz="5000"/>
            </a:lvl5pPr>
            <a:lvl6pPr lvl="5">
              <a:spcBef>
                <a:spcPts val="0"/>
              </a:spcBef>
              <a:spcAft>
                <a:spcPts val="0"/>
              </a:spcAft>
              <a:buSzPts val="5000"/>
              <a:buNone/>
              <a:defRPr sz="5000"/>
            </a:lvl6pPr>
            <a:lvl7pPr lvl="6">
              <a:spcBef>
                <a:spcPts val="0"/>
              </a:spcBef>
              <a:spcAft>
                <a:spcPts val="0"/>
              </a:spcAft>
              <a:buSzPts val="5000"/>
              <a:buNone/>
              <a:defRPr sz="5000"/>
            </a:lvl7pPr>
            <a:lvl8pPr lvl="7">
              <a:spcBef>
                <a:spcPts val="0"/>
              </a:spcBef>
              <a:spcAft>
                <a:spcPts val="0"/>
              </a:spcAft>
              <a:buSzPts val="5000"/>
              <a:buNone/>
              <a:defRPr sz="5000"/>
            </a:lvl8pPr>
            <a:lvl9pPr lvl="8">
              <a:spcBef>
                <a:spcPts val="0"/>
              </a:spcBef>
              <a:spcAft>
                <a:spcPts val="0"/>
              </a:spcAft>
              <a:buSzPts val="5000"/>
              <a:buNone/>
              <a:defRPr sz="5000"/>
            </a:lvl9pPr>
          </a:lstStyle>
          <a:p/>
        </p:txBody>
      </p:sp>
      <p:sp>
        <p:nvSpPr>
          <p:cNvPr id="879" name="Google Shape;879;p89"/>
          <p:cNvSpPr/>
          <p:nvPr/>
        </p:nvSpPr>
        <p:spPr>
          <a:xfrm>
            <a:off x="74437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880" name="Google Shape;880;p89"/>
          <p:cNvSpPr/>
          <p:nvPr/>
        </p:nvSpPr>
        <p:spPr>
          <a:xfrm>
            <a:off x="57764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881" name="Google Shape;881;p89"/>
          <p:cNvSpPr txBox="1"/>
          <p:nvPr>
            <p:ph idx="1" type="subTitle"/>
          </p:nvPr>
        </p:nvSpPr>
        <p:spPr>
          <a:xfrm>
            <a:off x="5809350"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
        <p:nvSpPr>
          <p:cNvPr id="882" name="Google Shape;882;p89"/>
          <p:cNvSpPr txBox="1"/>
          <p:nvPr>
            <p:ph idx="2" type="subTitle"/>
          </p:nvPr>
        </p:nvSpPr>
        <p:spPr>
          <a:xfrm>
            <a:off x="7476775"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iz 2">
  <p:cSld name="BIG_NUMBER_1_1_1_1_2">
    <p:bg>
      <p:bgPr>
        <a:solidFill>
          <a:schemeClr val="accent2"/>
        </a:solidFill>
      </p:bgPr>
    </p:bg>
    <p:spTree>
      <p:nvGrpSpPr>
        <p:cNvPr id="883" name="Shape 883"/>
        <p:cNvGrpSpPr/>
        <p:nvPr/>
      </p:nvGrpSpPr>
      <p:grpSpPr>
        <a:xfrm>
          <a:off x="0" y="0"/>
          <a:ext cx="0" cy="0"/>
          <a:chOff x="0" y="0"/>
          <a:chExt cx="0" cy="0"/>
        </a:xfrm>
      </p:grpSpPr>
      <p:grpSp>
        <p:nvGrpSpPr>
          <p:cNvPr id="884" name="Google Shape;884;p90"/>
          <p:cNvGrpSpPr/>
          <p:nvPr/>
        </p:nvGrpSpPr>
        <p:grpSpPr>
          <a:xfrm>
            <a:off x="-25" y="656526"/>
            <a:ext cx="9143972" cy="4268100"/>
            <a:chOff x="-25" y="656526"/>
            <a:chExt cx="9143972" cy="4268100"/>
          </a:xfrm>
        </p:grpSpPr>
        <p:sp>
          <p:nvSpPr>
            <p:cNvPr id="885" name="Google Shape;885;p90"/>
            <p:cNvSpPr/>
            <p:nvPr/>
          </p:nvSpPr>
          <p:spPr>
            <a:xfrm rot="-5400000">
              <a:off x="-110875" y="767376"/>
              <a:ext cx="4268100" cy="4046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886" name="Google Shape;886;p90"/>
            <p:cNvSpPr/>
            <p:nvPr/>
          </p:nvSpPr>
          <p:spPr>
            <a:xfrm rot="-5400000">
              <a:off x="2437854" y="767376"/>
              <a:ext cx="4268100" cy="4046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sp>
          <p:nvSpPr>
            <p:cNvPr id="887" name="Google Shape;887;p90"/>
            <p:cNvSpPr/>
            <p:nvPr/>
          </p:nvSpPr>
          <p:spPr>
            <a:xfrm rot="-5400000">
              <a:off x="4986697" y="767376"/>
              <a:ext cx="4268100" cy="4046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SemiBold"/>
                <a:ea typeface="Figtree SemiBold"/>
                <a:cs typeface="Figtree SemiBold"/>
                <a:sym typeface="Figtree SemiBold"/>
              </a:endParaRPr>
            </a:p>
          </p:txBody>
        </p:sp>
      </p:grpSp>
      <p:sp>
        <p:nvSpPr>
          <p:cNvPr id="888" name="Google Shape;888;p90"/>
          <p:cNvSpPr txBox="1"/>
          <p:nvPr>
            <p:ph idx="1" type="body"/>
          </p:nvPr>
        </p:nvSpPr>
        <p:spPr>
          <a:xfrm>
            <a:off x="932400" y="2487400"/>
            <a:ext cx="7279200" cy="646500"/>
          </a:xfrm>
          <a:prstGeom prst="rect">
            <a:avLst/>
          </a:prstGeom>
        </p:spPr>
        <p:txBody>
          <a:bodyPr anchorCtr="0" anchor="t" bIns="91425" lIns="91425" spcFirstLastPara="1" rIns="91425" wrap="square" tIns="91425">
            <a:normAutofit/>
          </a:bodyPr>
          <a:lstStyle>
            <a:lvl1pPr indent="-323850" lvl="0" marL="457200">
              <a:spcBef>
                <a:spcPts val="0"/>
              </a:spcBef>
              <a:spcAft>
                <a:spcPts val="0"/>
              </a:spcAft>
              <a:buSzPts val="1500"/>
              <a:buFont typeface="Figtree"/>
              <a:buChar char="●"/>
              <a:defRPr/>
            </a:lvl1pPr>
            <a:lvl2pPr indent="-323850" lvl="1" marL="914400">
              <a:spcBef>
                <a:spcPts val="0"/>
              </a:spcBef>
              <a:spcAft>
                <a:spcPts val="0"/>
              </a:spcAft>
              <a:buSzPts val="1500"/>
              <a:buFont typeface="Figtree"/>
              <a:buChar char="○"/>
              <a:defRPr/>
            </a:lvl2pPr>
            <a:lvl3pPr indent="-323850" lvl="2" marL="1371600">
              <a:spcBef>
                <a:spcPts val="0"/>
              </a:spcBef>
              <a:spcAft>
                <a:spcPts val="0"/>
              </a:spcAft>
              <a:buSzPts val="1500"/>
              <a:buFont typeface="Figtree"/>
              <a:buChar char="■"/>
              <a:defRPr/>
            </a:lvl3pPr>
            <a:lvl4pPr indent="-323850" lvl="3" marL="1828800">
              <a:spcBef>
                <a:spcPts val="0"/>
              </a:spcBef>
              <a:spcAft>
                <a:spcPts val="0"/>
              </a:spcAft>
              <a:buSzPts val="1500"/>
              <a:buFont typeface="Figtree"/>
              <a:buChar char="●"/>
              <a:defRPr/>
            </a:lvl4pPr>
            <a:lvl5pPr indent="-323850" lvl="4" marL="2286000">
              <a:spcBef>
                <a:spcPts val="0"/>
              </a:spcBef>
              <a:spcAft>
                <a:spcPts val="0"/>
              </a:spcAft>
              <a:buSzPts val="1500"/>
              <a:buFont typeface="Figtree"/>
              <a:buChar char="○"/>
              <a:defRPr/>
            </a:lvl5pPr>
            <a:lvl6pPr indent="-323850" lvl="5" marL="2743200">
              <a:spcBef>
                <a:spcPts val="0"/>
              </a:spcBef>
              <a:spcAft>
                <a:spcPts val="0"/>
              </a:spcAft>
              <a:buSzPts val="1500"/>
              <a:buFont typeface="Figtree"/>
              <a:buChar char="■"/>
              <a:defRPr/>
            </a:lvl6pPr>
            <a:lvl7pPr indent="-323850" lvl="6" marL="3200400">
              <a:spcBef>
                <a:spcPts val="0"/>
              </a:spcBef>
              <a:spcAft>
                <a:spcPts val="0"/>
              </a:spcAft>
              <a:buSzPts val="1500"/>
              <a:buFont typeface="Figtree"/>
              <a:buChar char="●"/>
              <a:defRPr/>
            </a:lvl7pPr>
            <a:lvl8pPr indent="-323850" lvl="7" marL="3657600">
              <a:spcBef>
                <a:spcPts val="0"/>
              </a:spcBef>
              <a:spcAft>
                <a:spcPts val="0"/>
              </a:spcAft>
              <a:buSzPts val="1500"/>
              <a:buFont typeface="Figtree"/>
              <a:buChar char="○"/>
              <a:defRPr/>
            </a:lvl8pPr>
            <a:lvl9pPr indent="-323850" lvl="8" marL="4114800">
              <a:spcBef>
                <a:spcPts val="0"/>
              </a:spcBef>
              <a:spcAft>
                <a:spcPts val="0"/>
              </a:spcAft>
              <a:buSzPts val="1500"/>
              <a:buFont typeface="Figtree"/>
              <a:buChar char="■"/>
              <a:defRPr/>
            </a:lvl9pPr>
          </a:lstStyle>
          <a:p/>
        </p:txBody>
      </p:sp>
      <p:sp>
        <p:nvSpPr>
          <p:cNvPr id="889" name="Google Shape;889;p90"/>
          <p:cNvSpPr txBox="1"/>
          <p:nvPr>
            <p:ph type="title"/>
          </p:nvPr>
        </p:nvSpPr>
        <p:spPr>
          <a:xfrm>
            <a:off x="932400" y="1634950"/>
            <a:ext cx="7279200" cy="572700"/>
          </a:xfrm>
          <a:prstGeom prst="rect">
            <a:avLst/>
          </a:prstGeom>
        </p:spPr>
        <p:txBody>
          <a:bodyPr anchorCtr="0" anchor="b" bIns="0" lIns="0" spcFirstLastPara="1" rIns="0" wrap="square" tIns="0">
            <a:noAutofit/>
          </a:bodyPr>
          <a:lstStyle>
            <a:lvl1pPr lvl="0">
              <a:spcBef>
                <a:spcPts val="0"/>
              </a:spcBef>
              <a:spcAft>
                <a:spcPts val="0"/>
              </a:spcAft>
              <a:buSzPts val="3500"/>
              <a:buFont typeface="Figtree"/>
              <a:buNone/>
              <a:defRPr/>
            </a:lvl1pPr>
            <a:lvl2pPr lvl="1">
              <a:spcBef>
                <a:spcPts val="0"/>
              </a:spcBef>
              <a:spcAft>
                <a:spcPts val="0"/>
              </a:spcAft>
              <a:buSzPts val="3500"/>
              <a:buFont typeface="Figtree"/>
              <a:buNone/>
              <a:defRPr/>
            </a:lvl2pPr>
            <a:lvl3pPr lvl="2">
              <a:spcBef>
                <a:spcPts val="0"/>
              </a:spcBef>
              <a:spcAft>
                <a:spcPts val="0"/>
              </a:spcAft>
              <a:buSzPts val="3500"/>
              <a:buFont typeface="Figtree"/>
              <a:buNone/>
              <a:defRPr/>
            </a:lvl3pPr>
            <a:lvl4pPr lvl="3">
              <a:spcBef>
                <a:spcPts val="0"/>
              </a:spcBef>
              <a:spcAft>
                <a:spcPts val="0"/>
              </a:spcAft>
              <a:buSzPts val="3500"/>
              <a:buFont typeface="Figtree"/>
              <a:buNone/>
              <a:defRPr/>
            </a:lvl4pPr>
            <a:lvl5pPr lvl="4">
              <a:spcBef>
                <a:spcPts val="0"/>
              </a:spcBef>
              <a:spcAft>
                <a:spcPts val="0"/>
              </a:spcAft>
              <a:buSzPts val="3500"/>
              <a:buFont typeface="Figtree"/>
              <a:buNone/>
              <a:defRPr/>
            </a:lvl5pPr>
            <a:lvl6pPr lvl="5">
              <a:spcBef>
                <a:spcPts val="0"/>
              </a:spcBef>
              <a:spcAft>
                <a:spcPts val="0"/>
              </a:spcAft>
              <a:buSzPts val="3500"/>
              <a:buFont typeface="Figtree"/>
              <a:buNone/>
              <a:defRPr/>
            </a:lvl6pPr>
            <a:lvl7pPr lvl="6">
              <a:spcBef>
                <a:spcPts val="0"/>
              </a:spcBef>
              <a:spcAft>
                <a:spcPts val="0"/>
              </a:spcAft>
              <a:buSzPts val="3500"/>
              <a:buFont typeface="Figtree"/>
              <a:buNone/>
              <a:defRPr/>
            </a:lvl7pPr>
            <a:lvl8pPr lvl="7">
              <a:spcBef>
                <a:spcPts val="0"/>
              </a:spcBef>
              <a:spcAft>
                <a:spcPts val="0"/>
              </a:spcAft>
              <a:buSzPts val="3500"/>
              <a:buFont typeface="Figtree"/>
              <a:buNone/>
              <a:defRPr/>
            </a:lvl8pPr>
            <a:lvl9pPr lvl="8">
              <a:spcBef>
                <a:spcPts val="0"/>
              </a:spcBef>
              <a:spcAft>
                <a:spcPts val="0"/>
              </a:spcAft>
              <a:buSzPts val="3500"/>
              <a:buFont typeface="Figtree"/>
              <a:buNone/>
              <a:defRPr/>
            </a:lvl9pPr>
          </a:lstStyle>
          <a:p/>
        </p:txBody>
      </p:sp>
      <p:sp>
        <p:nvSpPr>
          <p:cNvPr id="890" name="Google Shape;890;p90"/>
          <p:cNvSpPr txBox="1"/>
          <p:nvPr>
            <p:ph idx="2" type="body"/>
          </p:nvPr>
        </p:nvSpPr>
        <p:spPr>
          <a:xfrm>
            <a:off x="932450" y="3270238"/>
            <a:ext cx="2116500" cy="226800"/>
          </a:xfrm>
          <a:prstGeom prst="rect">
            <a:avLst/>
          </a:prstGeom>
          <a:noFill/>
          <a:ln>
            <a:noFill/>
          </a:ln>
        </p:spPr>
        <p:txBody>
          <a:bodyPr anchorCtr="0" anchor="ctr" bIns="91425" lIns="91425" spcFirstLastPara="1" rIns="91425" wrap="square" tIns="91425">
            <a:noAutofit/>
          </a:bodyPr>
          <a:lstStyle>
            <a:lvl1pPr indent="-323850" lvl="0" marL="457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1pPr>
            <a:lvl2pPr indent="-323850" lvl="1" marL="914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2pPr>
            <a:lvl3pPr indent="-323850" lvl="2" marL="1371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3pPr>
            <a:lvl4pPr indent="-323850" lvl="3" marL="1828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4pPr>
            <a:lvl5pPr indent="-323850" lvl="4" marL="22860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5pPr>
            <a:lvl6pPr indent="-323850" lvl="5" marL="2743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6pPr>
            <a:lvl7pPr indent="-323850" lvl="6" marL="3200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7pPr>
            <a:lvl8pPr indent="-323850" lvl="7" marL="3657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8pPr>
            <a:lvl9pPr indent="-323850" lvl="8" marL="4114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9pPr>
          </a:lstStyle>
          <a:p/>
        </p:txBody>
      </p:sp>
      <p:sp>
        <p:nvSpPr>
          <p:cNvPr id="891" name="Google Shape;891;p90"/>
          <p:cNvSpPr txBox="1"/>
          <p:nvPr>
            <p:ph idx="3" type="body"/>
          </p:nvPr>
        </p:nvSpPr>
        <p:spPr>
          <a:xfrm>
            <a:off x="932450" y="3502400"/>
            <a:ext cx="2116500" cy="226800"/>
          </a:xfrm>
          <a:prstGeom prst="rect">
            <a:avLst/>
          </a:prstGeom>
          <a:noFill/>
          <a:ln>
            <a:noFill/>
          </a:ln>
        </p:spPr>
        <p:txBody>
          <a:bodyPr anchorCtr="0" anchor="ctr" bIns="91425" lIns="91425" spcFirstLastPara="1" rIns="91425" wrap="square" tIns="91425">
            <a:noAutofit/>
          </a:bodyPr>
          <a:lstStyle>
            <a:lvl1pPr indent="-323850" lvl="0" marL="457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1pPr>
            <a:lvl2pPr indent="-323850" lvl="1" marL="914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2pPr>
            <a:lvl3pPr indent="-323850" lvl="2" marL="1371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3pPr>
            <a:lvl4pPr indent="-323850" lvl="3" marL="1828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4pPr>
            <a:lvl5pPr indent="-323850" lvl="4" marL="22860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5pPr>
            <a:lvl6pPr indent="-323850" lvl="5" marL="2743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6pPr>
            <a:lvl7pPr indent="-323850" lvl="6" marL="3200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7pPr>
            <a:lvl8pPr indent="-323850" lvl="7" marL="3657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8pPr>
            <a:lvl9pPr indent="-323850" lvl="8" marL="4114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9pPr>
          </a:lstStyle>
          <a:p/>
        </p:txBody>
      </p:sp>
      <p:sp>
        <p:nvSpPr>
          <p:cNvPr id="892" name="Google Shape;892;p90"/>
          <p:cNvSpPr txBox="1"/>
          <p:nvPr>
            <p:ph idx="4" type="body"/>
          </p:nvPr>
        </p:nvSpPr>
        <p:spPr>
          <a:xfrm>
            <a:off x="3513750" y="3270238"/>
            <a:ext cx="2116500" cy="226800"/>
          </a:xfrm>
          <a:prstGeom prst="rect">
            <a:avLst/>
          </a:prstGeom>
          <a:noFill/>
          <a:ln>
            <a:noFill/>
          </a:ln>
        </p:spPr>
        <p:txBody>
          <a:bodyPr anchorCtr="0" anchor="ctr" bIns="91425" lIns="91425" spcFirstLastPara="1" rIns="91425" wrap="square" tIns="91425">
            <a:noAutofit/>
          </a:bodyPr>
          <a:lstStyle>
            <a:lvl1pPr indent="-323850" lvl="0" marL="457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1pPr>
            <a:lvl2pPr indent="-323850" lvl="1" marL="914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2pPr>
            <a:lvl3pPr indent="-323850" lvl="2" marL="1371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3pPr>
            <a:lvl4pPr indent="-323850" lvl="3" marL="1828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4pPr>
            <a:lvl5pPr indent="-323850" lvl="4" marL="22860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5pPr>
            <a:lvl6pPr indent="-323850" lvl="5" marL="2743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6pPr>
            <a:lvl7pPr indent="-323850" lvl="6" marL="3200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7pPr>
            <a:lvl8pPr indent="-323850" lvl="7" marL="3657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8pPr>
            <a:lvl9pPr indent="-323850" lvl="8" marL="4114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9pPr>
          </a:lstStyle>
          <a:p/>
        </p:txBody>
      </p:sp>
      <p:sp>
        <p:nvSpPr>
          <p:cNvPr id="893" name="Google Shape;893;p90"/>
          <p:cNvSpPr txBox="1"/>
          <p:nvPr>
            <p:ph idx="5" type="body"/>
          </p:nvPr>
        </p:nvSpPr>
        <p:spPr>
          <a:xfrm>
            <a:off x="3513750" y="3502400"/>
            <a:ext cx="2116500" cy="226800"/>
          </a:xfrm>
          <a:prstGeom prst="rect">
            <a:avLst/>
          </a:prstGeom>
          <a:noFill/>
          <a:ln>
            <a:noFill/>
          </a:ln>
        </p:spPr>
        <p:txBody>
          <a:bodyPr anchorCtr="0" anchor="ctr" bIns="91425" lIns="91425" spcFirstLastPara="1" rIns="91425" wrap="square" tIns="91425">
            <a:noAutofit/>
          </a:bodyPr>
          <a:lstStyle>
            <a:lvl1pPr indent="-323850" lvl="0" marL="457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1pPr>
            <a:lvl2pPr indent="-323850" lvl="1" marL="914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2pPr>
            <a:lvl3pPr indent="-323850" lvl="2" marL="1371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3pPr>
            <a:lvl4pPr indent="-323850" lvl="3" marL="1828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4pPr>
            <a:lvl5pPr indent="-323850" lvl="4" marL="22860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5pPr>
            <a:lvl6pPr indent="-323850" lvl="5" marL="2743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6pPr>
            <a:lvl7pPr indent="-323850" lvl="6" marL="3200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7pPr>
            <a:lvl8pPr indent="-323850" lvl="7" marL="3657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8pPr>
            <a:lvl9pPr indent="-323850" lvl="8" marL="4114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9pPr>
          </a:lstStyle>
          <a:p/>
        </p:txBody>
      </p:sp>
      <p:sp>
        <p:nvSpPr>
          <p:cNvPr id="894" name="Google Shape;894;p90"/>
          <p:cNvSpPr txBox="1"/>
          <p:nvPr>
            <p:ph idx="6" type="body"/>
          </p:nvPr>
        </p:nvSpPr>
        <p:spPr>
          <a:xfrm>
            <a:off x="6095150" y="3270238"/>
            <a:ext cx="2116500" cy="226800"/>
          </a:xfrm>
          <a:prstGeom prst="rect">
            <a:avLst/>
          </a:prstGeom>
          <a:noFill/>
          <a:ln>
            <a:noFill/>
          </a:ln>
        </p:spPr>
        <p:txBody>
          <a:bodyPr anchorCtr="0" anchor="ctr" bIns="91425" lIns="91425" spcFirstLastPara="1" rIns="91425" wrap="square" tIns="91425">
            <a:noAutofit/>
          </a:bodyPr>
          <a:lstStyle>
            <a:lvl1pPr indent="-323850" lvl="0" marL="457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1pPr>
            <a:lvl2pPr indent="-323850" lvl="1" marL="914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2pPr>
            <a:lvl3pPr indent="-323850" lvl="2" marL="1371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3pPr>
            <a:lvl4pPr indent="-323850" lvl="3" marL="1828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4pPr>
            <a:lvl5pPr indent="-323850" lvl="4" marL="22860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5pPr>
            <a:lvl6pPr indent="-323850" lvl="5" marL="2743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6pPr>
            <a:lvl7pPr indent="-323850" lvl="6" marL="3200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7pPr>
            <a:lvl8pPr indent="-323850" lvl="7" marL="3657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8pPr>
            <a:lvl9pPr indent="-323850" lvl="8" marL="4114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9pPr>
          </a:lstStyle>
          <a:p/>
        </p:txBody>
      </p:sp>
      <p:sp>
        <p:nvSpPr>
          <p:cNvPr id="895" name="Google Shape;895;p90"/>
          <p:cNvSpPr txBox="1"/>
          <p:nvPr>
            <p:ph idx="7" type="body"/>
          </p:nvPr>
        </p:nvSpPr>
        <p:spPr>
          <a:xfrm>
            <a:off x="6095150" y="3502400"/>
            <a:ext cx="2116500" cy="226800"/>
          </a:xfrm>
          <a:prstGeom prst="rect">
            <a:avLst/>
          </a:prstGeom>
          <a:noFill/>
          <a:ln>
            <a:noFill/>
          </a:ln>
        </p:spPr>
        <p:txBody>
          <a:bodyPr anchorCtr="0" anchor="ctr" bIns="91425" lIns="91425" spcFirstLastPara="1" rIns="91425" wrap="square" tIns="91425">
            <a:noAutofit/>
          </a:bodyPr>
          <a:lstStyle>
            <a:lvl1pPr indent="-323850" lvl="0" marL="457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1pPr>
            <a:lvl2pPr indent="-323850" lvl="1" marL="914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2pPr>
            <a:lvl3pPr indent="-323850" lvl="2" marL="1371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3pPr>
            <a:lvl4pPr indent="-323850" lvl="3" marL="1828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4pPr>
            <a:lvl5pPr indent="-323850" lvl="4" marL="22860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5pPr>
            <a:lvl6pPr indent="-323850" lvl="5" marL="27432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6pPr>
            <a:lvl7pPr indent="-323850" lvl="6" marL="32004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7pPr>
            <a:lvl8pPr indent="-323850" lvl="7" marL="36576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8pPr>
            <a:lvl9pPr indent="-323850" lvl="8" marL="4114800">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9pPr>
          </a:lstStyle>
          <a:p/>
        </p:txBody>
      </p:sp>
      <p:sp>
        <p:nvSpPr>
          <p:cNvPr id="896" name="Google Shape;896;p90"/>
          <p:cNvSpPr/>
          <p:nvPr/>
        </p:nvSpPr>
        <p:spPr>
          <a:xfrm>
            <a:off x="110838" y="113400"/>
            <a:ext cx="7947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897" name="Google Shape;897;p90"/>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898" name="Google Shape;898;p90"/>
          <p:cNvSpPr/>
          <p:nvPr/>
        </p:nvSpPr>
        <p:spPr>
          <a:xfrm>
            <a:off x="74437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899" name="Google Shape;899;p90"/>
          <p:cNvSpPr/>
          <p:nvPr/>
        </p:nvSpPr>
        <p:spPr>
          <a:xfrm>
            <a:off x="57764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cxnSp>
        <p:nvCxnSpPr>
          <p:cNvPr id="900" name="Google Shape;900;p90"/>
          <p:cNvCxnSpPr/>
          <p:nvPr/>
        </p:nvCxnSpPr>
        <p:spPr>
          <a:xfrm>
            <a:off x="111000" y="443900"/>
            <a:ext cx="8922000" cy="0"/>
          </a:xfrm>
          <a:prstGeom prst="straightConnector1">
            <a:avLst/>
          </a:prstGeom>
          <a:noFill/>
          <a:ln cap="flat" cmpd="sng" w="9525">
            <a:solidFill>
              <a:schemeClr val="lt1"/>
            </a:solidFill>
            <a:prstDash val="solid"/>
            <a:round/>
            <a:headEnd len="med" w="med" type="none"/>
            <a:tailEnd len="med" w="med" type="none"/>
          </a:ln>
        </p:spPr>
      </p:cxnSp>
      <p:sp>
        <p:nvSpPr>
          <p:cNvPr id="901" name="Google Shape;901;p90"/>
          <p:cNvSpPr txBox="1"/>
          <p:nvPr>
            <p:ph idx="8" type="subTitle"/>
          </p:nvPr>
        </p:nvSpPr>
        <p:spPr>
          <a:xfrm>
            <a:off x="5809350"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
        <p:nvSpPr>
          <p:cNvPr id="902" name="Google Shape;902;p90"/>
          <p:cNvSpPr txBox="1"/>
          <p:nvPr>
            <p:ph idx="9" type="subTitle"/>
          </p:nvPr>
        </p:nvSpPr>
        <p:spPr>
          <a:xfrm>
            <a:off x="7476775"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iz 2, response">
  <p:cSld name="BIG_NUMBER_1_1_1_1_1_2">
    <p:bg>
      <p:bgPr>
        <a:solidFill>
          <a:schemeClr val="accent3"/>
        </a:solidFill>
      </p:bgPr>
    </p:bg>
    <p:spTree>
      <p:nvGrpSpPr>
        <p:cNvPr id="903" name="Shape 903"/>
        <p:cNvGrpSpPr/>
        <p:nvPr/>
      </p:nvGrpSpPr>
      <p:grpSpPr>
        <a:xfrm>
          <a:off x="0" y="0"/>
          <a:ext cx="0" cy="0"/>
          <a:chOff x="0" y="0"/>
          <a:chExt cx="0" cy="0"/>
        </a:xfrm>
      </p:grpSpPr>
      <p:grpSp>
        <p:nvGrpSpPr>
          <p:cNvPr id="904" name="Google Shape;904;p91"/>
          <p:cNvGrpSpPr/>
          <p:nvPr/>
        </p:nvGrpSpPr>
        <p:grpSpPr>
          <a:xfrm>
            <a:off x="-25" y="656526"/>
            <a:ext cx="9143972" cy="4268100"/>
            <a:chOff x="-25" y="656526"/>
            <a:chExt cx="9143972" cy="4268100"/>
          </a:xfrm>
        </p:grpSpPr>
        <p:sp>
          <p:nvSpPr>
            <p:cNvPr id="905" name="Google Shape;905;p91"/>
            <p:cNvSpPr/>
            <p:nvPr/>
          </p:nvSpPr>
          <p:spPr>
            <a:xfrm rot="-5400000">
              <a:off x="-110875" y="767376"/>
              <a:ext cx="4268100" cy="4046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gtree SemiBold"/>
                <a:ea typeface="Figtree SemiBold"/>
                <a:cs typeface="Figtree SemiBold"/>
                <a:sym typeface="Figtree SemiBold"/>
              </a:endParaRPr>
            </a:p>
          </p:txBody>
        </p:sp>
        <p:sp>
          <p:nvSpPr>
            <p:cNvPr id="906" name="Google Shape;906;p91"/>
            <p:cNvSpPr/>
            <p:nvPr/>
          </p:nvSpPr>
          <p:spPr>
            <a:xfrm rot="-5400000">
              <a:off x="2437854" y="767376"/>
              <a:ext cx="4268100" cy="4046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gtree SemiBold"/>
                <a:ea typeface="Figtree SemiBold"/>
                <a:cs typeface="Figtree SemiBold"/>
                <a:sym typeface="Figtree SemiBold"/>
              </a:endParaRPr>
            </a:p>
          </p:txBody>
        </p:sp>
        <p:sp>
          <p:nvSpPr>
            <p:cNvPr id="907" name="Google Shape;907;p91"/>
            <p:cNvSpPr/>
            <p:nvPr/>
          </p:nvSpPr>
          <p:spPr>
            <a:xfrm rot="-5400000">
              <a:off x="4986697" y="767376"/>
              <a:ext cx="4268100" cy="4046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gtree SemiBold"/>
                <a:ea typeface="Figtree SemiBold"/>
                <a:cs typeface="Figtree SemiBold"/>
                <a:sym typeface="Figtree SemiBold"/>
              </a:endParaRPr>
            </a:p>
          </p:txBody>
        </p:sp>
      </p:grpSp>
      <p:sp>
        <p:nvSpPr>
          <p:cNvPr id="908" name="Google Shape;908;p91"/>
          <p:cNvSpPr/>
          <p:nvPr/>
        </p:nvSpPr>
        <p:spPr>
          <a:xfrm>
            <a:off x="110838" y="113400"/>
            <a:ext cx="7947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909" name="Google Shape;909;p91"/>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cxnSp>
        <p:nvCxnSpPr>
          <p:cNvPr id="910" name="Google Shape;910;p91"/>
          <p:cNvCxnSpPr/>
          <p:nvPr/>
        </p:nvCxnSpPr>
        <p:spPr>
          <a:xfrm>
            <a:off x="111000" y="443900"/>
            <a:ext cx="8922000" cy="0"/>
          </a:xfrm>
          <a:prstGeom prst="straightConnector1">
            <a:avLst/>
          </a:prstGeom>
          <a:noFill/>
          <a:ln cap="flat" cmpd="sng" w="9525">
            <a:solidFill>
              <a:schemeClr val="lt1"/>
            </a:solidFill>
            <a:prstDash val="solid"/>
            <a:round/>
            <a:headEnd len="med" w="med" type="none"/>
            <a:tailEnd len="med" w="med" type="none"/>
          </a:ln>
        </p:spPr>
      </p:cxnSp>
      <p:sp>
        <p:nvSpPr>
          <p:cNvPr id="911" name="Google Shape;911;p91"/>
          <p:cNvSpPr txBox="1"/>
          <p:nvPr>
            <p:ph type="ctrTitle"/>
          </p:nvPr>
        </p:nvSpPr>
        <p:spPr>
          <a:xfrm>
            <a:off x="1313250" y="2109413"/>
            <a:ext cx="6517500" cy="1362300"/>
          </a:xfrm>
          <a:prstGeom prst="rect">
            <a:avLst/>
          </a:prstGeom>
        </p:spPr>
        <p:txBody>
          <a:bodyPr anchorCtr="0" anchor="ctr" bIns="91425" lIns="91425" spcFirstLastPara="1" rIns="91425" wrap="square" tIns="91425">
            <a:normAutofit/>
          </a:bodyPr>
          <a:lstStyle>
            <a:lvl1pPr lvl="0">
              <a:spcBef>
                <a:spcPts val="0"/>
              </a:spcBef>
              <a:spcAft>
                <a:spcPts val="0"/>
              </a:spcAft>
              <a:buSzPts val="5000"/>
              <a:buNone/>
              <a:defRPr sz="5000"/>
            </a:lvl1pPr>
            <a:lvl2pPr lvl="1">
              <a:spcBef>
                <a:spcPts val="0"/>
              </a:spcBef>
              <a:spcAft>
                <a:spcPts val="0"/>
              </a:spcAft>
              <a:buSzPts val="5000"/>
              <a:buNone/>
              <a:defRPr sz="5000"/>
            </a:lvl2pPr>
            <a:lvl3pPr lvl="2">
              <a:spcBef>
                <a:spcPts val="0"/>
              </a:spcBef>
              <a:spcAft>
                <a:spcPts val="0"/>
              </a:spcAft>
              <a:buSzPts val="5000"/>
              <a:buNone/>
              <a:defRPr sz="5000"/>
            </a:lvl3pPr>
            <a:lvl4pPr lvl="3">
              <a:spcBef>
                <a:spcPts val="0"/>
              </a:spcBef>
              <a:spcAft>
                <a:spcPts val="0"/>
              </a:spcAft>
              <a:buSzPts val="5000"/>
              <a:buNone/>
              <a:defRPr sz="5000"/>
            </a:lvl4pPr>
            <a:lvl5pPr lvl="4">
              <a:spcBef>
                <a:spcPts val="0"/>
              </a:spcBef>
              <a:spcAft>
                <a:spcPts val="0"/>
              </a:spcAft>
              <a:buSzPts val="5000"/>
              <a:buNone/>
              <a:defRPr sz="5000"/>
            </a:lvl5pPr>
            <a:lvl6pPr lvl="5">
              <a:spcBef>
                <a:spcPts val="0"/>
              </a:spcBef>
              <a:spcAft>
                <a:spcPts val="0"/>
              </a:spcAft>
              <a:buSzPts val="5000"/>
              <a:buNone/>
              <a:defRPr sz="5000"/>
            </a:lvl6pPr>
            <a:lvl7pPr lvl="6">
              <a:spcBef>
                <a:spcPts val="0"/>
              </a:spcBef>
              <a:spcAft>
                <a:spcPts val="0"/>
              </a:spcAft>
              <a:buSzPts val="5000"/>
              <a:buNone/>
              <a:defRPr sz="5000"/>
            </a:lvl7pPr>
            <a:lvl8pPr lvl="7">
              <a:spcBef>
                <a:spcPts val="0"/>
              </a:spcBef>
              <a:spcAft>
                <a:spcPts val="0"/>
              </a:spcAft>
              <a:buSzPts val="5000"/>
              <a:buNone/>
              <a:defRPr sz="5000"/>
            </a:lvl8pPr>
            <a:lvl9pPr lvl="8">
              <a:spcBef>
                <a:spcPts val="0"/>
              </a:spcBef>
              <a:spcAft>
                <a:spcPts val="0"/>
              </a:spcAft>
              <a:buSzPts val="5000"/>
              <a:buNone/>
              <a:defRPr sz="5000"/>
            </a:lvl9pPr>
          </a:lstStyle>
          <a:p/>
        </p:txBody>
      </p:sp>
      <p:sp>
        <p:nvSpPr>
          <p:cNvPr id="912" name="Google Shape;912;p91"/>
          <p:cNvSpPr/>
          <p:nvPr/>
        </p:nvSpPr>
        <p:spPr>
          <a:xfrm>
            <a:off x="74437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913" name="Google Shape;913;p91"/>
          <p:cNvSpPr/>
          <p:nvPr/>
        </p:nvSpPr>
        <p:spPr>
          <a:xfrm>
            <a:off x="57764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914" name="Google Shape;914;p91"/>
          <p:cNvSpPr txBox="1"/>
          <p:nvPr>
            <p:ph idx="1" type="subTitle"/>
          </p:nvPr>
        </p:nvSpPr>
        <p:spPr>
          <a:xfrm>
            <a:off x="5809350"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
        <p:nvSpPr>
          <p:cNvPr id="915" name="Google Shape;915;p91"/>
          <p:cNvSpPr txBox="1"/>
          <p:nvPr>
            <p:ph idx="2" type="subTitle"/>
          </p:nvPr>
        </p:nvSpPr>
        <p:spPr>
          <a:xfrm>
            <a:off x="7476775"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lank" type="blank">
  <p:cSld name="BLANK">
    <p:bg>
      <p:bgPr>
        <a:solidFill>
          <a:schemeClr val="dk2"/>
        </a:solidFill>
      </p:bgPr>
    </p:bg>
    <p:spTree>
      <p:nvGrpSpPr>
        <p:cNvPr id="916" name="Shape 916"/>
        <p:cNvGrpSpPr/>
        <p:nvPr/>
      </p:nvGrpSpPr>
      <p:grpSpPr>
        <a:xfrm>
          <a:off x="0" y="0"/>
          <a:ext cx="0" cy="0"/>
          <a:chOff x="0" y="0"/>
          <a:chExt cx="0" cy="0"/>
        </a:xfrm>
      </p:grpSpPr>
      <p:sp>
        <p:nvSpPr>
          <p:cNvPr id="917" name="Google Shape;917;p92"/>
          <p:cNvSpPr/>
          <p:nvPr/>
        </p:nvSpPr>
        <p:spPr>
          <a:xfrm>
            <a:off x="110838" y="113400"/>
            <a:ext cx="7947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918" name="Google Shape;918;p92"/>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cxnSp>
        <p:nvCxnSpPr>
          <p:cNvPr id="919" name="Google Shape;919;p92"/>
          <p:cNvCxnSpPr/>
          <p:nvPr/>
        </p:nvCxnSpPr>
        <p:spPr>
          <a:xfrm>
            <a:off x="111000" y="443900"/>
            <a:ext cx="8922000" cy="0"/>
          </a:xfrm>
          <a:prstGeom prst="straightConnector1">
            <a:avLst/>
          </a:prstGeom>
          <a:noFill/>
          <a:ln cap="flat" cmpd="sng" w="9525">
            <a:solidFill>
              <a:schemeClr val="lt1"/>
            </a:solidFill>
            <a:prstDash val="solid"/>
            <a:round/>
            <a:headEnd len="med" w="med" type="none"/>
            <a:tailEnd len="med" w="med" type="none"/>
          </a:ln>
        </p:spPr>
      </p:cxnSp>
      <p:sp>
        <p:nvSpPr>
          <p:cNvPr id="920" name="Google Shape;920;p92"/>
          <p:cNvSpPr/>
          <p:nvPr/>
        </p:nvSpPr>
        <p:spPr>
          <a:xfrm>
            <a:off x="74437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921" name="Google Shape;921;p92"/>
          <p:cNvSpPr/>
          <p:nvPr/>
        </p:nvSpPr>
        <p:spPr>
          <a:xfrm>
            <a:off x="5776463" y="113400"/>
            <a:ext cx="1589400" cy="226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Figtree SemiBold"/>
              <a:ea typeface="Figtree SemiBold"/>
              <a:cs typeface="Figtree SemiBold"/>
              <a:sym typeface="Figtree SemiBold"/>
            </a:endParaRPr>
          </a:p>
        </p:txBody>
      </p:sp>
      <p:sp>
        <p:nvSpPr>
          <p:cNvPr id="922" name="Google Shape;922;p92"/>
          <p:cNvSpPr txBox="1"/>
          <p:nvPr>
            <p:ph idx="1" type="subTitle"/>
          </p:nvPr>
        </p:nvSpPr>
        <p:spPr>
          <a:xfrm>
            <a:off x="5809350"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
        <p:nvSpPr>
          <p:cNvPr id="923" name="Google Shape;923;p92"/>
          <p:cNvSpPr txBox="1"/>
          <p:nvPr>
            <p:ph idx="2" type="subTitle"/>
          </p:nvPr>
        </p:nvSpPr>
        <p:spPr>
          <a:xfrm>
            <a:off x="7476775" y="58800"/>
            <a:ext cx="1556400" cy="338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1pPr>
            <a:lvl2pPr lvl="1">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2pPr>
            <a:lvl3pPr lvl="2">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3pPr>
            <a:lvl4pPr lvl="3">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4pPr>
            <a:lvl5pPr lvl="4">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5pPr>
            <a:lvl6pPr lvl="5">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6pPr>
            <a:lvl7pPr lvl="6">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7pPr>
            <a:lvl8pPr lvl="7">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8pPr>
            <a:lvl9pPr lvl="8">
              <a:spcBef>
                <a:spcPts val="0"/>
              </a:spcBef>
              <a:spcAft>
                <a:spcPts val="0"/>
              </a:spcAft>
              <a:buClr>
                <a:schemeClr val="dk1"/>
              </a:buClr>
              <a:buSzPts val="1000"/>
              <a:buFont typeface="Figtree SemiBold"/>
              <a:buNone/>
              <a:defRPr sz="1000">
                <a:solidFill>
                  <a:schemeClr val="dk1"/>
                </a:solidFill>
                <a:latin typeface="Figtree SemiBold"/>
                <a:ea typeface="Figtree SemiBold"/>
                <a:cs typeface="Figtree SemiBold"/>
                <a:sym typeface="Figtree SemiBold"/>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1" Type="http://schemas.openxmlformats.org/officeDocument/2006/relationships/theme" Target="../theme/theme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71.xml"/><Relationship Id="rId22" Type="http://schemas.openxmlformats.org/officeDocument/2006/relationships/slideLayout" Target="../slideLayouts/slideLayout73.xml"/><Relationship Id="rId21" Type="http://schemas.openxmlformats.org/officeDocument/2006/relationships/slideLayout" Target="../slideLayouts/slideLayout72.xml"/><Relationship Id="rId24" Type="http://schemas.openxmlformats.org/officeDocument/2006/relationships/slideLayout" Target="../slideLayouts/slideLayout75.xml"/><Relationship Id="rId23" Type="http://schemas.openxmlformats.org/officeDocument/2006/relationships/slideLayout" Target="../slideLayouts/slideLayout74.xml"/><Relationship Id="rId1" Type="http://schemas.openxmlformats.org/officeDocument/2006/relationships/slideLayout" Target="../slideLayouts/slideLayout52.xml"/><Relationship Id="rId2" Type="http://schemas.openxmlformats.org/officeDocument/2006/relationships/slideLayout" Target="../slideLayouts/slideLayout53.xml"/><Relationship Id="rId3" Type="http://schemas.openxmlformats.org/officeDocument/2006/relationships/slideLayout" Target="../slideLayouts/slideLayout54.xml"/><Relationship Id="rId4" Type="http://schemas.openxmlformats.org/officeDocument/2006/relationships/slideLayout" Target="../slideLayouts/slideLayout55.xml"/><Relationship Id="rId9" Type="http://schemas.openxmlformats.org/officeDocument/2006/relationships/slideLayout" Target="../slideLayouts/slideLayout60.xml"/><Relationship Id="rId26" Type="http://schemas.openxmlformats.org/officeDocument/2006/relationships/slideLayout" Target="../slideLayouts/slideLayout77.xml"/><Relationship Id="rId25" Type="http://schemas.openxmlformats.org/officeDocument/2006/relationships/slideLayout" Target="../slideLayouts/slideLayout76.xml"/><Relationship Id="rId28" Type="http://schemas.openxmlformats.org/officeDocument/2006/relationships/slideLayout" Target="../slideLayouts/slideLayout79.xml"/><Relationship Id="rId27" Type="http://schemas.openxmlformats.org/officeDocument/2006/relationships/slideLayout" Target="../slideLayouts/slideLayout78.xml"/><Relationship Id="rId5" Type="http://schemas.openxmlformats.org/officeDocument/2006/relationships/slideLayout" Target="../slideLayouts/slideLayout56.xml"/><Relationship Id="rId6" Type="http://schemas.openxmlformats.org/officeDocument/2006/relationships/slideLayout" Target="../slideLayouts/slideLayout57.xml"/><Relationship Id="rId29" Type="http://schemas.openxmlformats.org/officeDocument/2006/relationships/slideLayout" Target="../slideLayouts/slideLayout80.xml"/><Relationship Id="rId7" Type="http://schemas.openxmlformats.org/officeDocument/2006/relationships/slideLayout" Target="../slideLayouts/slideLayout58.xml"/><Relationship Id="rId8" Type="http://schemas.openxmlformats.org/officeDocument/2006/relationships/slideLayout" Target="../slideLayouts/slideLayout59.xml"/><Relationship Id="rId31" Type="http://schemas.openxmlformats.org/officeDocument/2006/relationships/slideLayout" Target="../slideLayouts/slideLayout82.xml"/><Relationship Id="rId30" Type="http://schemas.openxmlformats.org/officeDocument/2006/relationships/slideLayout" Target="../slideLayouts/slideLayout81.xml"/><Relationship Id="rId11" Type="http://schemas.openxmlformats.org/officeDocument/2006/relationships/slideLayout" Target="../slideLayouts/slideLayout62.xml"/><Relationship Id="rId33" Type="http://schemas.openxmlformats.org/officeDocument/2006/relationships/slideLayout" Target="../slideLayouts/slideLayout84.xml"/><Relationship Id="rId10" Type="http://schemas.openxmlformats.org/officeDocument/2006/relationships/slideLayout" Target="../slideLayouts/slideLayout61.xml"/><Relationship Id="rId32" Type="http://schemas.openxmlformats.org/officeDocument/2006/relationships/slideLayout" Target="../slideLayouts/slideLayout83.xml"/><Relationship Id="rId13" Type="http://schemas.openxmlformats.org/officeDocument/2006/relationships/slideLayout" Target="../slideLayouts/slideLayout64.xml"/><Relationship Id="rId35" Type="http://schemas.openxmlformats.org/officeDocument/2006/relationships/slideLayout" Target="../slideLayouts/slideLayout86.xml"/><Relationship Id="rId12" Type="http://schemas.openxmlformats.org/officeDocument/2006/relationships/slideLayout" Target="../slideLayouts/slideLayout63.xml"/><Relationship Id="rId34" Type="http://schemas.openxmlformats.org/officeDocument/2006/relationships/slideLayout" Target="../slideLayouts/slideLayout85.xml"/><Relationship Id="rId15" Type="http://schemas.openxmlformats.org/officeDocument/2006/relationships/slideLayout" Target="../slideLayouts/slideLayout66.xml"/><Relationship Id="rId37" Type="http://schemas.openxmlformats.org/officeDocument/2006/relationships/slideLayout" Target="../slideLayouts/slideLayout88.xml"/><Relationship Id="rId14" Type="http://schemas.openxmlformats.org/officeDocument/2006/relationships/slideLayout" Target="../slideLayouts/slideLayout65.xml"/><Relationship Id="rId36" Type="http://schemas.openxmlformats.org/officeDocument/2006/relationships/slideLayout" Target="../slideLayouts/slideLayout87.xml"/><Relationship Id="rId17" Type="http://schemas.openxmlformats.org/officeDocument/2006/relationships/slideLayout" Target="../slideLayouts/slideLayout68.xml"/><Relationship Id="rId39" Type="http://schemas.openxmlformats.org/officeDocument/2006/relationships/theme" Target="../theme/theme4.xml"/><Relationship Id="rId16" Type="http://schemas.openxmlformats.org/officeDocument/2006/relationships/slideLayout" Target="../slideLayouts/slideLayout67.xml"/><Relationship Id="rId38" Type="http://schemas.openxmlformats.org/officeDocument/2006/relationships/slideLayout" Target="../slideLayouts/slideLayout89.xml"/><Relationship Id="rId19" Type="http://schemas.openxmlformats.org/officeDocument/2006/relationships/slideLayout" Target="../slideLayouts/slideLayout70.xml"/><Relationship Id="rId18"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idx="12" type="sldNum"/>
          </p:nvPr>
        </p:nvSpPr>
        <p:spPr>
          <a:xfrm>
            <a:off x="143700" y="102475"/>
            <a:ext cx="548700" cy="248700"/>
          </a:xfrm>
          <a:prstGeom prst="rect">
            <a:avLst/>
          </a:prstGeom>
          <a:noFill/>
          <a:ln>
            <a:noFill/>
          </a:ln>
        </p:spPr>
        <p:txBody>
          <a:bodyPr anchorCtr="0" anchor="ctr" bIns="91425" lIns="91425" spcFirstLastPara="1" rIns="91425" wrap="square" tIns="91425">
            <a:noAutofit/>
          </a:bodyPr>
          <a:lstStyle>
            <a:lvl1pPr lvl="0">
              <a:buNone/>
              <a:defRPr sz="1000">
                <a:solidFill>
                  <a:schemeClr val="dk1"/>
                </a:solidFill>
                <a:latin typeface="Figtree SemiBold"/>
                <a:ea typeface="Figtree SemiBold"/>
                <a:cs typeface="Figtree SemiBold"/>
                <a:sym typeface="Figtree SemiBold"/>
              </a:defRPr>
            </a:lvl1pPr>
            <a:lvl2pPr lvl="1">
              <a:buNone/>
              <a:defRPr sz="1000">
                <a:solidFill>
                  <a:schemeClr val="dk1"/>
                </a:solidFill>
                <a:latin typeface="Figtree SemiBold"/>
                <a:ea typeface="Figtree SemiBold"/>
                <a:cs typeface="Figtree SemiBold"/>
                <a:sym typeface="Figtree SemiBold"/>
              </a:defRPr>
            </a:lvl2pPr>
            <a:lvl3pPr lvl="2">
              <a:buNone/>
              <a:defRPr sz="1000">
                <a:solidFill>
                  <a:schemeClr val="dk1"/>
                </a:solidFill>
                <a:latin typeface="Figtree SemiBold"/>
                <a:ea typeface="Figtree SemiBold"/>
                <a:cs typeface="Figtree SemiBold"/>
                <a:sym typeface="Figtree SemiBold"/>
              </a:defRPr>
            </a:lvl3pPr>
            <a:lvl4pPr lvl="3">
              <a:buNone/>
              <a:defRPr sz="1000">
                <a:solidFill>
                  <a:schemeClr val="dk1"/>
                </a:solidFill>
                <a:latin typeface="Figtree SemiBold"/>
                <a:ea typeface="Figtree SemiBold"/>
                <a:cs typeface="Figtree SemiBold"/>
                <a:sym typeface="Figtree SemiBold"/>
              </a:defRPr>
            </a:lvl4pPr>
            <a:lvl5pPr lvl="4">
              <a:buNone/>
              <a:defRPr sz="1000">
                <a:solidFill>
                  <a:schemeClr val="dk1"/>
                </a:solidFill>
                <a:latin typeface="Figtree SemiBold"/>
                <a:ea typeface="Figtree SemiBold"/>
                <a:cs typeface="Figtree SemiBold"/>
                <a:sym typeface="Figtree SemiBold"/>
              </a:defRPr>
            </a:lvl5pPr>
            <a:lvl6pPr lvl="5">
              <a:buNone/>
              <a:defRPr sz="1000">
                <a:solidFill>
                  <a:schemeClr val="dk1"/>
                </a:solidFill>
                <a:latin typeface="Figtree SemiBold"/>
                <a:ea typeface="Figtree SemiBold"/>
                <a:cs typeface="Figtree SemiBold"/>
                <a:sym typeface="Figtree SemiBold"/>
              </a:defRPr>
            </a:lvl6pPr>
            <a:lvl7pPr lvl="6">
              <a:buNone/>
              <a:defRPr sz="1000">
                <a:solidFill>
                  <a:schemeClr val="dk1"/>
                </a:solidFill>
                <a:latin typeface="Figtree SemiBold"/>
                <a:ea typeface="Figtree SemiBold"/>
                <a:cs typeface="Figtree SemiBold"/>
                <a:sym typeface="Figtree SemiBold"/>
              </a:defRPr>
            </a:lvl7pPr>
            <a:lvl8pPr lvl="7">
              <a:buNone/>
              <a:defRPr sz="1000">
                <a:solidFill>
                  <a:schemeClr val="dk1"/>
                </a:solidFill>
                <a:latin typeface="Figtree SemiBold"/>
                <a:ea typeface="Figtree SemiBold"/>
                <a:cs typeface="Figtree SemiBold"/>
                <a:sym typeface="Figtree SemiBold"/>
              </a:defRPr>
            </a:lvl8pPr>
            <a:lvl9pPr lvl="8">
              <a:buNone/>
              <a:defRPr sz="1000">
                <a:solidFill>
                  <a:schemeClr val="dk1"/>
                </a:solidFill>
                <a:latin typeface="Figtree SemiBold"/>
                <a:ea typeface="Figtree SemiBold"/>
                <a:cs typeface="Figtree SemiBold"/>
                <a:sym typeface="Figtree SemiBold"/>
              </a:defRPr>
            </a:lvl9pPr>
          </a:lstStyle>
          <a:p>
            <a:pPr indent="0" lvl="0" marL="0" rtl="0" algn="l">
              <a:spcBef>
                <a:spcPts val="0"/>
              </a:spcBef>
              <a:spcAft>
                <a:spcPts val="0"/>
              </a:spcAft>
              <a:buNone/>
            </a:pPr>
            <a:fld id="{00000000-1234-1234-1234-123412341234}" type="slidenum">
              <a:rPr lang="en"/>
              <a:t>‹#›</a:t>
            </a:fld>
            <a:endParaRPr/>
          </a:p>
        </p:txBody>
      </p:sp>
      <p:sp>
        <p:nvSpPr>
          <p:cNvPr id="52" name="Google Shape;52;p13"/>
          <p:cNvSpPr txBox="1"/>
          <p:nvPr>
            <p:ph idx="1" type="body"/>
          </p:nvPr>
        </p:nvSpPr>
        <p:spPr>
          <a:xfrm>
            <a:off x="932400" y="2949400"/>
            <a:ext cx="7279200" cy="877200"/>
          </a:xfrm>
          <a:prstGeom prst="rect">
            <a:avLst/>
          </a:prstGeom>
          <a:noFill/>
          <a:ln>
            <a:noFill/>
          </a:ln>
        </p:spPr>
        <p:txBody>
          <a:bodyPr anchorCtr="0" anchor="t" bIns="91425" lIns="91425" spcFirstLastPara="1" rIns="91425" wrap="square" tIns="91425">
            <a:normAutofit/>
          </a:bodyPr>
          <a:lstStyle>
            <a:lvl1pPr indent="-323850" lvl="0" marL="4572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1pPr>
            <a:lvl2pPr indent="-323850" lvl="1" marL="9144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2pPr>
            <a:lvl3pPr indent="-323850" lvl="2" marL="13716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3pPr>
            <a:lvl4pPr indent="-323850" lvl="3" marL="18288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4pPr>
            <a:lvl5pPr indent="-323850" lvl="4" marL="22860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5pPr>
            <a:lvl6pPr indent="-323850" lvl="5" marL="27432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6pPr>
            <a:lvl7pPr indent="-323850" lvl="6" marL="32004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7pPr>
            <a:lvl8pPr indent="-323850" lvl="7" marL="36576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8pPr>
            <a:lvl9pPr indent="-323850" lvl="8" marL="41148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9pPr>
          </a:lstStyle>
          <a:p/>
        </p:txBody>
      </p:sp>
      <p:sp>
        <p:nvSpPr>
          <p:cNvPr id="53" name="Google Shape;53;p13"/>
          <p:cNvSpPr txBox="1"/>
          <p:nvPr>
            <p:ph type="title"/>
          </p:nvPr>
        </p:nvSpPr>
        <p:spPr>
          <a:xfrm>
            <a:off x="932400" y="1881350"/>
            <a:ext cx="7279200" cy="572700"/>
          </a:xfrm>
          <a:prstGeom prst="rect">
            <a:avLst/>
          </a:prstGeom>
          <a:noFill/>
          <a:ln>
            <a:noFill/>
          </a:ln>
        </p:spPr>
        <p:txBody>
          <a:bodyPr anchorCtr="0" anchor="b" bIns="0" lIns="0" spcFirstLastPara="1" rIns="0" wrap="square" tIns="0">
            <a:normAutofit/>
          </a:bodyPr>
          <a:lstStyle>
            <a:lvl1pPr lvl="0" algn="ctr">
              <a:lnSpc>
                <a:spcPct val="85000"/>
              </a:lnSpc>
              <a:spcBef>
                <a:spcPts val="0"/>
              </a:spcBef>
              <a:spcAft>
                <a:spcPts val="0"/>
              </a:spcAft>
              <a:buClr>
                <a:schemeClr val="dk1"/>
              </a:buClr>
              <a:buSzPts val="3500"/>
              <a:buFont typeface="Figtree"/>
              <a:buNone/>
              <a:defRPr b="1" sz="3500">
                <a:solidFill>
                  <a:schemeClr val="dk1"/>
                </a:solidFill>
                <a:latin typeface="Figtree"/>
                <a:ea typeface="Figtree"/>
                <a:cs typeface="Figtree"/>
                <a:sym typeface="Figtree"/>
              </a:defRPr>
            </a:lvl1pPr>
            <a:lvl2pPr lvl="1" algn="ctr">
              <a:lnSpc>
                <a:spcPct val="85000"/>
              </a:lnSpc>
              <a:spcBef>
                <a:spcPts val="0"/>
              </a:spcBef>
              <a:spcAft>
                <a:spcPts val="0"/>
              </a:spcAft>
              <a:buClr>
                <a:schemeClr val="dk1"/>
              </a:buClr>
              <a:buSzPts val="3500"/>
              <a:buFont typeface="Figtree"/>
              <a:buNone/>
              <a:defRPr b="1" sz="3500">
                <a:solidFill>
                  <a:schemeClr val="dk1"/>
                </a:solidFill>
                <a:latin typeface="Figtree"/>
                <a:ea typeface="Figtree"/>
                <a:cs typeface="Figtree"/>
                <a:sym typeface="Figtree"/>
              </a:defRPr>
            </a:lvl2pPr>
            <a:lvl3pPr lvl="2" algn="ctr">
              <a:lnSpc>
                <a:spcPct val="85000"/>
              </a:lnSpc>
              <a:spcBef>
                <a:spcPts val="0"/>
              </a:spcBef>
              <a:spcAft>
                <a:spcPts val="0"/>
              </a:spcAft>
              <a:buClr>
                <a:schemeClr val="dk1"/>
              </a:buClr>
              <a:buSzPts val="3500"/>
              <a:buFont typeface="Figtree"/>
              <a:buNone/>
              <a:defRPr b="1" sz="3500">
                <a:solidFill>
                  <a:schemeClr val="dk1"/>
                </a:solidFill>
                <a:latin typeface="Figtree"/>
                <a:ea typeface="Figtree"/>
                <a:cs typeface="Figtree"/>
                <a:sym typeface="Figtree"/>
              </a:defRPr>
            </a:lvl3pPr>
            <a:lvl4pPr lvl="3" algn="ctr">
              <a:lnSpc>
                <a:spcPct val="85000"/>
              </a:lnSpc>
              <a:spcBef>
                <a:spcPts val="0"/>
              </a:spcBef>
              <a:spcAft>
                <a:spcPts val="0"/>
              </a:spcAft>
              <a:buClr>
                <a:schemeClr val="dk1"/>
              </a:buClr>
              <a:buSzPts val="3500"/>
              <a:buFont typeface="Figtree"/>
              <a:buNone/>
              <a:defRPr b="1" sz="3500">
                <a:solidFill>
                  <a:schemeClr val="dk1"/>
                </a:solidFill>
                <a:latin typeface="Figtree"/>
                <a:ea typeface="Figtree"/>
                <a:cs typeface="Figtree"/>
                <a:sym typeface="Figtree"/>
              </a:defRPr>
            </a:lvl4pPr>
            <a:lvl5pPr lvl="4" algn="ctr">
              <a:lnSpc>
                <a:spcPct val="85000"/>
              </a:lnSpc>
              <a:spcBef>
                <a:spcPts val="0"/>
              </a:spcBef>
              <a:spcAft>
                <a:spcPts val="0"/>
              </a:spcAft>
              <a:buClr>
                <a:schemeClr val="dk1"/>
              </a:buClr>
              <a:buSzPts val="3500"/>
              <a:buFont typeface="Figtree"/>
              <a:buNone/>
              <a:defRPr b="1" sz="3500">
                <a:solidFill>
                  <a:schemeClr val="dk1"/>
                </a:solidFill>
                <a:latin typeface="Figtree"/>
                <a:ea typeface="Figtree"/>
                <a:cs typeface="Figtree"/>
                <a:sym typeface="Figtree"/>
              </a:defRPr>
            </a:lvl5pPr>
            <a:lvl6pPr lvl="5" algn="ctr">
              <a:lnSpc>
                <a:spcPct val="85000"/>
              </a:lnSpc>
              <a:spcBef>
                <a:spcPts val="0"/>
              </a:spcBef>
              <a:spcAft>
                <a:spcPts val="0"/>
              </a:spcAft>
              <a:buClr>
                <a:schemeClr val="dk1"/>
              </a:buClr>
              <a:buSzPts val="3500"/>
              <a:buFont typeface="Figtree"/>
              <a:buNone/>
              <a:defRPr b="1" sz="3500">
                <a:solidFill>
                  <a:schemeClr val="dk1"/>
                </a:solidFill>
                <a:latin typeface="Figtree"/>
                <a:ea typeface="Figtree"/>
                <a:cs typeface="Figtree"/>
                <a:sym typeface="Figtree"/>
              </a:defRPr>
            </a:lvl6pPr>
            <a:lvl7pPr lvl="6" algn="ctr">
              <a:lnSpc>
                <a:spcPct val="85000"/>
              </a:lnSpc>
              <a:spcBef>
                <a:spcPts val="0"/>
              </a:spcBef>
              <a:spcAft>
                <a:spcPts val="0"/>
              </a:spcAft>
              <a:buClr>
                <a:schemeClr val="dk1"/>
              </a:buClr>
              <a:buSzPts val="3500"/>
              <a:buFont typeface="Figtree"/>
              <a:buNone/>
              <a:defRPr b="1" sz="3500">
                <a:solidFill>
                  <a:schemeClr val="dk1"/>
                </a:solidFill>
                <a:latin typeface="Figtree"/>
                <a:ea typeface="Figtree"/>
                <a:cs typeface="Figtree"/>
                <a:sym typeface="Figtree"/>
              </a:defRPr>
            </a:lvl7pPr>
            <a:lvl8pPr lvl="7" algn="ctr">
              <a:lnSpc>
                <a:spcPct val="85000"/>
              </a:lnSpc>
              <a:spcBef>
                <a:spcPts val="0"/>
              </a:spcBef>
              <a:spcAft>
                <a:spcPts val="0"/>
              </a:spcAft>
              <a:buClr>
                <a:schemeClr val="dk1"/>
              </a:buClr>
              <a:buSzPts val="3500"/>
              <a:buFont typeface="Figtree"/>
              <a:buNone/>
              <a:defRPr b="1" sz="3500">
                <a:solidFill>
                  <a:schemeClr val="dk1"/>
                </a:solidFill>
                <a:latin typeface="Figtree"/>
                <a:ea typeface="Figtree"/>
                <a:cs typeface="Figtree"/>
                <a:sym typeface="Figtree"/>
              </a:defRPr>
            </a:lvl8pPr>
            <a:lvl9pPr lvl="8" algn="ctr">
              <a:lnSpc>
                <a:spcPct val="85000"/>
              </a:lnSpc>
              <a:spcBef>
                <a:spcPts val="0"/>
              </a:spcBef>
              <a:spcAft>
                <a:spcPts val="0"/>
              </a:spcAft>
              <a:buClr>
                <a:schemeClr val="dk1"/>
              </a:buClr>
              <a:buSzPts val="3500"/>
              <a:buFont typeface="Figtree"/>
              <a:buNone/>
              <a:defRPr b="1" sz="3500">
                <a:solidFill>
                  <a:schemeClr val="dk1"/>
                </a:solidFill>
                <a:latin typeface="Figtree"/>
                <a:ea typeface="Figtree"/>
                <a:cs typeface="Figtree"/>
                <a:sym typeface="Figtree"/>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91" name="Shape 491"/>
        <p:cNvGrpSpPr/>
        <p:nvPr/>
      </p:nvGrpSpPr>
      <p:grpSpPr>
        <a:xfrm>
          <a:off x="0" y="0"/>
          <a:ext cx="0" cy="0"/>
          <a:chOff x="0" y="0"/>
          <a:chExt cx="0" cy="0"/>
        </a:xfrm>
      </p:grpSpPr>
      <p:sp>
        <p:nvSpPr>
          <p:cNvPr id="492" name="Google Shape;492;p54"/>
          <p:cNvSpPr txBox="1"/>
          <p:nvPr>
            <p:ph idx="12" type="sldNum"/>
          </p:nvPr>
        </p:nvSpPr>
        <p:spPr>
          <a:xfrm>
            <a:off x="143700" y="102475"/>
            <a:ext cx="548700" cy="248700"/>
          </a:xfrm>
          <a:prstGeom prst="rect">
            <a:avLst/>
          </a:prstGeom>
          <a:noFill/>
          <a:ln>
            <a:noFill/>
          </a:ln>
        </p:spPr>
        <p:txBody>
          <a:bodyPr anchorCtr="0" anchor="ctr" bIns="91425" lIns="91425" spcFirstLastPara="1" rIns="91425" wrap="square" tIns="91425">
            <a:noAutofit/>
          </a:bodyPr>
          <a:lstStyle>
            <a:lvl1pPr lvl="0">
              <a:buNone/>
              <a:defRPr sz="1000">
                <a:solidFill>
                  <a:schemeClr val="dk1"/>
                </a:solidFill>
                <a:latin typeface="Figtree SemiBold"/>
                <a:ea typeface="Figtree SemiBold"/>
                <a:cs typeface="Figtree SemiBold"/>
                <a:sym typeface="Figtree SemiBold"/>
              </a:defRPr>
            </a:lvl1pPr>
            <a:lvl2pPr lvl="1">
              <a:buNone/>
              <a:defRPr sz="1000">
                <a:solidFill>
                  <a:schemeClr val="dk1"/>
                </a:solidFill>
                <a:latin typeface="Figtree SemiBold"/>
                <a:ea typeface="Figtree SemiBold"/>
                <a:cs typeface="Figtree SemiBold"/>
                <a:sym typeface="Figtree SemiBold"/>
              </a:defRPr>
            </a:lvl2pPr>
            <a:lvl3pPr lvl="2">
              <a:buNone/>
              <a:defRPr sz="1000">
                <a:solidFill>
                  <a:schemeClr val="dk1"/>
                </a:solidFill>
                <a:latin typeface="Figtree SemiBold"/>
                <a:ea typeface="Figtree SemiBold"/>
                <a:cs typeface="Figtree SemiBold"/>
                <a:sym typeface="Figtree SemiBold"/>
              </a:defRPr>
            </a:lvl3pPr>
            <a:lvl4pPr lvl="3">
              <a:buNone/>
              <a:defRPr sz="1000">
                <a:solidFill>
                  <a:schemeClr val="dk1"/>
                </a:solidFill>
                <a:latin typeface="Figtree SemiBold"/>
                <a:ea typeface="Figtree SemiBold"/>
                <a:cs typeface="Figtree SemiBold"/>
                <a:sym typeface="Figtree SemiBold"/>
              </a:defRPr>
            </a:lvl4pPr>
            <a:lvl5pPr lvl="4">
              <a:buNone/>
              <a:defRPr sz="1000">
                <a:solidFill>
                  <a:schemeClr val="dk1"/>
                </a:solidFill>
                <a:latin typeface="Figtree SemiBold"/>
                <a:ea typeface="Figtree SemiBold"/>
                <a:cs typeface="Figtree SemiBold"/>
                <a:sym typeface="Figtree SemiBold"/>
              </a:defRPr>
            </a:lvl5pPr>
            <a:lvl6pPr lvl="5">
              <a:buNone/>
              <a:defRPr sz="1000">
                <a:solidFill>
                  <a:schemeClr val="dk1"/>
                </a:solidFill>
                <a:latin typeface="Figtree SemiBold"/>
                <a:ea typeface="Figtree SemiBold"/>
                <a:cs typeface="Figtree SemiBold"/>
                <a:sym typeface="Figtree SemiBold"/>
              </a:defRPr>
            </a:lvl6pPr>
            <a:lvl7pPr lvl="6">
              <a:buNone/>
              <a:defRPr sz="1000">
                <a:solidFill>
                  <a:schemeClr val="dk1"/>
                </a:solidFill>
                <a:latin typeface="Figtree SemiBold"/>
                <a:ea typeface="Figtree SemiBold"/>
                <a:cs typeface="Figtree SemiBold"/>
                <a:sym typeface="Figtree SemiBold"/>
              </a:defRPr>
            </a:lvl7pPr>
            <a:lvl8pPr lvl="7">
              <a:buNone/>
              <a:defRPr sz="1000">
                <a:solidFill>
                  <a:schemeClr val="dk1"/>
                </a:solidFill>
                <a:latin typeface="Figtree SemiBold"/>
                <a:ea typeface="Figtree SemiBold"/>
                <a:cs typeface="Figtree SemiBold"/>
                <a:sym typeface="Figtree SemiBold"/>
              </a:defRPr>
            </a:lvl8pPr>
            <a:lvl9pPr lvl="8">
              <a:buNone/>
              <a:defRPr sz="1000">
                <a:solidFill>
                  <a:schemeClr val="dk1"/>
                </a:solidFill>
                <a:latin typeface="Figtree SemiBold"/>
                <a:ea typeface="Figtree SemiBold"/>
                <a:cs typeface="Figtree SemiBold"/>
                <a:sym typeface="Figtree SemiBold"/>
              </a:defRPr>
            </a:lvl9pPr>
          </a:lstStyle>
          <a:p>
            <a:pPr indent="0" lvl="0" marL="0" rtl="0" algn="l">
              <a:spcBef>
                <a:spcPts val="0"/>
              </a:spcBef>
              <a:spcAft>
                <a:spcPts val="0"/>
              </a:spcAft>
              <a:buNone/>
            </a:pPr>
            <a:fld id="{00000000-1234-1234-1234-123412341234}" type="slidenum">
              <a:rPr lang="en"/>
              <a:t>‹#›</a:t>
            </a:fld>
            <a:endParaRPr/>
          </a:p>
        </p:txBody>
      </p:sp>
      <p:sp>
        <p:nvSpPr>
          <p:cNvPr id="493" name="Google Shape;493;p54"/>
          <p:cNvSpPr txBox="1"/>
          <p:nvPr>
            <p:ph idx="1" type="body"/>
          </p:nvPr>
        </p:nvSpPr>
        <p:spPr>
          <a:xfrm>
            <a:off x="932400" y="2949400"/>
            <a:ext cx="7279200" cy="877200"/>
          </a:xfrm>
          <a:prstGeom prst="rect">
            <a:avLst/>
          </a:prstGeom>
          <a:noFill/>
          <a:ln>
            <a:noFill/>
          </a:ln>
        </p:spPr>
        <p:txBody>
          <a:bodyPr anchorCtr="0" anchor="t" bIns="91425" lIns="91425" spcFirstLastPara="1" rIns="91425" wrap="square" tIns="91425">
            <a:normAutofit/>
          </a:bodyPr>
          <a:lstStyle>
            <a:lvl1pPr indent="-323850" lvl="0" marL="4572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1pPr>
            <a:lvl2pPr indent="-323850" lvl="1" marL="9144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2pPr>
            <a:lvl3pPr indent="-323850" lvl="2" marL="13716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3pPr>
            <a:lvl4pPr indent="-323850" lvl="3" marL="18288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4pPr>
            <a:lvl5pPr indent="-323850" lvl="4" marL="22860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5pPr>
            <a:lvl6pPr indent="-323850" lvl="5" marL="27432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6pPr>
            <a:lvl7pPr indent="-323850" lvl="6" marL="32004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7pPr>
            <a:lvl8pPr indent="-323850" lvl="7" marL="36576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8pPr>
            <a:lvl9pPr indent="-323850" lvl="8" marL="4114800" algn="ctr">
              <a:spcBef>
                <a:spcPts val="0"/>
              </a:spcBef>
              <a:spcAft>
                <a:spcPts val="0"/>
              </a:spcAft>
              <a:buClr>
                <a:schemeClr val="dk1"/>
              </a:buClr>
              <a:buSzPts val="1500"/>
              <a:buFont typeface="Figtree"/>
              <a:buChar char="■"/>
              <a:defRPr sz="1500">
                <a:solidFill>
                  <a:schemeClr val="dk1"/>
                </a:solidFill>
                <a:latin typeface="Figtree"/>
                <a:ea typeface="Figtree"/>
                <a:cs typeface="Figtree"/>
                <a:sym typeface="Figtree"/>
              </a:defRPr>
            </a:lvl9pPr>
          </a:lstStyle>
          <a:p/>
        </p:txBody>
      </p:sp>
      <p:sp>
        <p:nvSpPr>
          <p:cNvPr id="494" name="Google Shape;494;p54"/>
          <p:cNvSpPr txBox="1"/>
          <p:nvPr>
            <p:ph type="title"/>
          </p:nvPr>
        </p:nvSpPr>
        <p:spPr>
          <a:xfrm>
            <a:off x="932400" y="1881350"/>
            <a:ext cx="7279200" cy="572700"/>
          </a:xfrm>
          <a:prstGeom prst="rect">
            <a:avLst/>
          </a:prstGeom>
          <a:noFill/>
          <a:ln>
            <a:noFill/>
          </a:ln>
        </p:spPr>
        <p:txBody>
          <a:bodyPr anchorCtr="0" anchor="b" bIns="0" lIns="0" spcFirstLastPara="1" rIns="0" wrap="square" tIns="0">
            <a:normAutofit/>
          </a:bodyPr>
          <a:lstStyle>
            <a:lvl1pPr lvl="0" algn="ctr">
              <a:lnSpc>
                <a:spcPct val="85000"/>
              </a:lnSpc>
              <a:spcBef>
                <a:spcPts val="0"/>
              </a:spcBef>
              <a:spcAft>
                <a:spcPts val="0"/>
              </a:spcAft>
              <a:buClr>
                <a:schemeClr val="dk1"/>
              </a:buClr>
              <a:buSzPts val="3500"/>
              <a:buFont typeface="Figtree"/>
              <a:buNone/>
              <a:defRPr b="1" sz="3500">
                <a:solidFill>
                  <a:schemeClr val="dk1"/>
                </a:solidFill>
                <a:latin typeface="Figtree"/>
                <a:ea typeface="Figtree"/>
                <a:cs typeface="Figtree"/>
                <a:sym typeface="Figtree"/>
              </a:defRPr>
            </a:lvl1pPr>
            <a:lvl2pPr lvl="1" algn="ctr">
              <a:lnSpc>
                <a:spcPct val="85000"/>
              </a:lnSpc>
              <a:spcBef>
                <a:spcPts val="0"/>
              </a:spcBef>
              <a:spcAft>
                <a:spcPts val="0"/>
              </a:spcAft>
              <a:buClr>
                <a:schemeClr val="dk1"/>
              </a:buClr>
              <a:buSzPts val="3500"/>
              <a:buFont typeface="Figtree"/>
              <a:buNone/>
              <a:defRPr b="1" sz="3500">
                <a:solidFill>
                  <a:schemeClr val="dk1"/>
                </a:solidFill>
                <a:latin typeface="Figtree"/>
                <a:ea typeface="Figtree"/>
                <a:cs typeface="Figtree"/>
                <a:sym typeface="Figtree"/>
              </a:defRPr>
            </a:lvl2pPr>
            <a:lvl3pPr lvl="2" algn="ctr">
              <a:lnSpc>
                <a:spcPct val="85000"/>
              </a:lnSpc>
              <a:spcBef>
                <a:spcPts val="0"/>
              </a:spcBef>
              <a:spcAft>
                <a:spcPts val="0"/>
              </a:spcAft>
              <a:buClr>
                <a:schemeClr val="dk1"/>
              </a:buClr>
              <a:buSzPts val="3500"/>
              <a:buFont typeface="Figtree"/>
              <a:buNone/>
              <a:defRPr b="1" sz="3500">
                <a:solidFill>
                  <a:schemeClr val="dk1"/>
                </a:solidFill>
                <a:latin typeface="Figtree"/>
                <a:ea typeface="Figtree"/>
                <a:cs typeface="Figtree"/>
                <a:sym typeface="Figtree"/>
              </a:defRPr>
            </a:lvl3pPr>
            <a:lvl4pPr lvl="3" algn="ctr">
              <a:lnSpc>
                <a:spcPct val="85000"/>
              </a:lnSpc>
              <a:spcBef>
                <a:spcPts val="0"/>
              </a:spcBef>
              <a:spcAft>
                <a:spcPts val="0"/>
              </a:spcAft>
              <a:buClr>
                <a:schemeClr val="dk1"/>
              </a:buClr>
              <a:buSzPts val="3500"/>
              <a:buFont typeface="Figtree"/>
              <a:buNone/>
              <a:defRPr b="1" sz="3500">
                <a:solidFill>
                  <a:schemeClr val="dk1"/>
                </a:solidFill>
                <a:latin typeface="Figtree"/>
                <a:ea typeface="Figtree"/>
                <a:cs typeface="Figtree"/>
                <a:sym typeface="Figtree"/>
              </a:defRPr>
            </a:lvl4pPr>
            <a:lvl5pPr lvl="4" algn="ctr">
              <a:lnSpc>
                <a:spcPct val="85000"/>
              </a:lnSpc>
              <a:spcBef>
                <a:spcPts val="0"/>
              </a:spcBef>
              <a:spcAft>
                <a:spcPts val="0"/>
              </a:spcAft>
              <a:buClr>
                <a:schemeClr val="dk1"/>
              </a:buClr>
              <a:buSzPts val="3500"/>
              <a:buFont typeface="Figtree"/>
              <a:buNone/>
              <a:defRPr b="1" sz="3500">
                <a:solidFill>
                  <a:schemeClr val="dk1"/>
                </a:solidFill>
                <a:latin typeface="Figtree"/>
                <a:ea typeface="Figtree"/>
                <a:cs typeface="Figtree"/>
                <a:sym typeface="Figtree"/>
              </a:defRPr>
            </a:lvl5pPr>
            <a:lvl6pPr lvl="5" algn="ctr">
              <a:lnSpc>
                <a:spcPct val="85000"/>
              </a:lnSpc>
              <a:spcBef>
                <a:spcPts val="0"/>
              </a:spcBef>
              <a:spcAft>
                <a:spcPts val="0"/>
              </a:spcAft>
              <a:buClr>
                <a:schemeClr val="dk1"/>
              </a:buClr>
              <a:buSzPts val="3500"/>
              <a:buFont typeface="Figtree"/>
              <a:buNone/>
              <a:defRPr b="1" sz="3500">
                <a:solidFill>
                  <a:schemeClr val="dk1"/>
                </a:solidFill>
                <a:latin typeface="Figtree"/>
                <a:ea typeface="Figtree"/>
                <a:cs typeface="Figtree"/>
                <a:sym typeface="Figtree"/>
              </a:defRPr>
            </a:lvl6pPr>
            <a:lvl7pPr lvl="6" algn="ctr">
              <a:lnSpc>
                <a:spcPct val="85000"/>
              </a:lnSpc>
              <a:spcBef>
                <a:spcPts val="0"/>
              </a:spcBef>
              <a:spcAft>
                <a:spcPts val="0"/>
              </a:spcAft>
              <a:buClr>
                <a:schemeClr val="dk1"/>
              </a:buClr>
              <a:buSzPts val="3500"/>
              <a:buFont typeface="Figtree"/>
              <a:buNone/>
              <a:defRPr b="1" sz="3500">
                <a:solidFill>
                  <a:schemeClr val="dk1"/>
                </a:solidFill>
                <a:latin typeface="Figtree"/>
                <a:ea typeface="Figtree"/>
                <a:cs typeface="Figtree"/>
                <a:sym typeface="Figtree"/>
              </a:defRPr>
            </a:lvl7pPr>
            <a:lvl8pPr lvl="7" algn="ctr">
              <a:lnSpc>
                <a:spcPct val="85000"/>
              </a:lnSpc>
              <a:spcBef>
                <a:spcPts val="0"/>
              </a:spcBef>
              <a:spcAft>
                <a:spcPts val="0"/>
              </a:spcAft>
              <a:buClr>
                <a:schemeClr val="dk1"/>
              </a:buClr>
              <a:buSzPts val="3500"/>
              <a:buFont typeface="Figtree"/>
              <a:buNone/>
              <a:defRPr b="1" sz="3500">
                <a:solidFill>
                  <a:schemeClr val="dk1"/>
                </a:solidFill>
                <a:latin typeface="Figtree"/>
                <a:ea typeface="Figtree"/>
                <a:cs typeface="Figtree"/>
                <a:sym typeface="Figtree"/>
              </a:defRPr>
            </a:lvl8pPr>
            <a:lvl9pPr lvl="8" algn="ctr">
              <a:lnSpc>
                <a:spcPct val="85000"/>
              </a:lnSpc>
              <a:spcBef>
                <a:spcPts val="0"/>
              </a:spcBef>
              <a:spcAft>
                <a:spcPts val="0"/>
              </a:spcAft>
              <a:buClr>
                <a:schemeClr val="dk1"/>
              </a:buClr>
              <a:buSzPts val="3500"/>
              <a:buFont typeface="Figtree"/>
              <a:buNone/>
              <a:defRPr b="1" sz="3500">
                <a:solidFill>
                  <a:schemeClr val="dk1"/>
                </a:solidFill>
                <a:latin typeface="Figtree"/>
                <a:ea typeface="Figtree"/>
                <a:cs typeface="Figtree"/>
                <a:sym typeface="Figtree"/>
              </a:defRPr>
            </a:lvl9pPr>
          </a:lstStyle>
          <a:p/>
        </p:txBody>
      </p:sp>
    </p:spTree>
  </p:cSld>
  <p:clrMap accent1="accent1" accent2="accent2" accent3="accent3" accent4="accent4" accent5="accent5" accent6="accent6" bg1="lt1" bg2="dk2" tx1="dk1" tx2="lt2" folHlink="folHlink" hlink="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 id="2147483718" r:id="rId20"/>
    <p:sldLayoutId id="2147483719" r:id="rId21"/>
    <p:sldLayoutId id="2147483720" r:id="rId22"/>
    <p:sldLayoutId id="2147483721" r:id="rId23"/>
    <p:sldLayoutId id="2147483722" r:id="rId24"/>
    <p:sldLayoutId id="2147483723" r:id="rId25"/>
    <p:sldLayoutId id="2147483724" r:id="rId26"/>
    <p:sldLayoutId id="2147483725" r:id="rId27"/>
    <p:sldLayoutId id="2147483726" r:id="rId28"/>
    <p:sldLayoutId id="2147483727" r:id="rId29"/>
    <p:sldLayoutId id="2147483728" r:id="rId30"/>
    <p:sldLayoutId id="2147483729" r:id="rId31"/>
    <p:sldLayoutId id="2147483730" r:id="rId32"/>
    <p:sldLayoutId id="2147483731" r:id="rId33"/>
    <p:sldLayoutId id="2147483732" r:id="rId34"/>
    <p:sldLayoutId id="2147483733" r:id="rId35"/>
    <p:sldLayoutId id="2147483734" r:id="rId36"/>
    <p:sldLayoutId id="2147483735" r:id="rId37"/>
    <p:sldLayoutId id="2147483736" r:id="rId3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2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5.xml"/><Relationship Id="rId3" Type="http://schemas.openxmlformats.org/officeDocument/2006/relationships/hyperlink" Target="https://www.instructables.com/Piezoelectric-Shoe-Soles/" TargetMode="Externa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1.png"/><Relationship Id="rId5"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hyperlink" Target="https://ninjatek.com/shop/ninjaflex/"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4.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7.xml"/><Relationship Id="rId3"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0.xml"/><Relationship Id="rId3" Type="http://schemas.openxmlformats.org/officeDocument/2006/relationships/hyperlink" Target="https://www.raynexzheng.com/" TargetMode="External"/><Relationship Id="rId4" Type="http://schemas.openxmlformats.org/officeDocument/2006/relationships/hyperlink" Target="https://www.youtube.com/watch?v=HwpPpnEb4Ok" TargetMode="External"/><Relationship Id="rId5" Type="http://schemas.openxmlformats.org/officeDocument/2006/relationships/image" Target="../media/image19.png"/><Relationship Id="rId6"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1.xml"/><Relationship Id="rId3" Type="http://schemas.openxmlformats.org/officeDocument/2006/relationships/hyperlink" Target="https://www.youtube.com/watch?v=PNjc9tUs96Y" TargetMode="External"/><Relationship Id="rId4" Type="http://schemas.openxmlformats.org/officeDocument/2006/relationships/hyperlink" Target="https://www.youtube.com/watch?v=FXyyuW4YoVU" TargetMode="External"/><Relationship Id="rId9" Type="http://schemas.openxmlformats.org/officeDocument/2006/relationships/hyperlink" Target="https://www.youtube.com/watch?v=svK6Gv7oM6U" TargetMode="External"/><Relationship Id="rId5" Type="http://schemas.openxmlformats.org/officeDocument/2006/relationships/hyperlink" Target="https://www.youtube.com/watch?v=zA0CCOYpnj4" TargetMode="External"/><Relationship Id="rId6" Type="http://schemas.openxmlformats.org/officeDocument/2006/relationships/hyperlink" Target="https://www.youtube.com/watch?v=p-yxiSrDiqQ" TargetMode="External"/><Relationship Id="rId7" Type="http://schemas.openxmlformats.org/officeDocument/2006/relationships/hyperlink" Target="https://www.youtube.com/watch?v=VcdIR3cuc0U" TargetMode="External"/><Relationship Id="rId8" Type="http://schemas.openxmlformats.org/officeDocument/2006/relationships/hyperlink" Target="https://www.youtube.com/watch?v=jYLG9XTBL94"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93"/>
          <p:cNvSpPr txBox="1"/>
          <p:nvPr>
            <p:ph type="ctrTitle"/>
          </p:nvPr>
        </p:nvSpPr>
        <p:spPr>
          <a:xfrm>
            <a:off x="429300" y="862475"/>
            <a:ext cx="8285400" cy="1894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0"/>
              </a:spcBef>
              <a:spcAft>
                <a:spcPts val="0"/>
              </a:spcAft>
              <a:buNone/>
            </a:pPr>
            <a:r>
              <a:rPr lang="en"/>
              <a:t> </a:t>
            </a:r>
            <a:r>
              <a:rPr lang="en" sz="6000"/>
              <a:t>3D Kinetic Energy Harvesting Shoe Sole</a:t>
            </a:r>
            <a:endParaRPr sz="6000"/>
          </a:p>
        </p:txBody>
      </p:sp>
      <p:sp>
        <p:nvSpPr>
          <p:cNvPr id="929" name="Google Shape;929;p93"/>
          <p:cNvSpPr txBox="1"/>
          <p:nvPr>
            <p:ph idx="1" type="subTitle"/>
          </p:nvPr>
        </p:nvSpPr>
        <p:spPr>
          <a:xfrm>
            <a:off x="429300" y="3116325"/>
            <a:ext cx="8285400" cy="649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0"/>
              </a:spcBef>
              <a:spcAft>
                <a:spcPts val="0"/>
              </a:spcAft>
              <a:buNone/>
            </a:pPr>
            <a:r>
              <a:rPr lang="en" sz="2000"/>
              <a:t>2025 FUSD and MSJ Rotary 3D Printing Maker </a:t>
            </a:r>
            <a:r>
              <a:rPr lang="en" sz="2000"/>
              <a:t>Faire</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933" name="Shape 933"/>
        <p:cNvGrpSpPr/>
        <p:nvPr/>
      </p:nvGrpSpPr>
      <p:grpSpPr>
        <a:xfrm>
          <a:off x="0" y="0"/>
          <a:ext cx="0" cy="0"/>
          <a:chOff x="0" y="0"/>
          <a:chExt cx="0" cy="0"/>
        </a:xfrm>
      </p:grpSpPr>
      <p:sp>
        <p:nvSpPr>
          <p:cNvPr id="934" name="Google Shape;934;p94"/>
          <p:cNvSpPr txBox="1"/>
          <p:nvPr>
            <p:ph idx="4294967295" type="title"/>
          </p:nvPr>
        </p:nvSpPr>
        <p:spPr>
          <a:xfrm>
            <a:off x="231000" y="1825275"/>
            <a:ext cx="8682000" cy="2680800"/>
          </a:xfrm>
          <a:prstGeom prst="rect">
            <a:avLst/>
          </a:prstGeom>
          <a:effectLst>
            <a:outerShdw blurRad="57150" rotWithShape="0" algn="bl" dir="5400000" dist="19050">
              <a:srgbClr val="000000">
                <a:alpha val="50000"/>
              </a:srgbClr>
            </a:outerShdw>
          </a:effectLst>
        </p:spPr>
        <p:txBody>
          <a:bodyPr anchorCtr="0" anchor="t" bIns="0" lIns="0" spcFirstLastPara="1" rIns="0" wrap="square" tIns="0">
            <a:normAutofit/>
          </a:bodyPr>
          <a:lstStyle/>
          <a:p>
            <a:pPr indent="0" lvl="0" marL="0" rtl="0" algn="ctr">
              <a:spcBef>
                <a:spcPts val="0"/>
              </a:spcBef>
              <a:spcAft>
                <a:spcPts val="0"/>
              </a:spcAft>
              <a:buClr>
                <a:schemeClr val="dk1"/>
              </a:buClr>
              <a:buSzPts val="1100"/>
              <a:buFont typeface="Arial"/>
              <a:buNone/>
            </a:pPr>
            <a:r>
              <a:rPr b="0" lang="en" sz="6800">
                <a:latin typeface="Figtree ExtraBold"/>
                <a:ea typeface="Figtree ExtraBold"/>
                <a:cs typeface="Figtree ExtraBold"/>
                <a:sym typeface="Figtree ExtraBold"/>
              </a:rPr>
              <a:t>3D Kinetic Energy</a:t>
            </a:r>
            <a:endParaRPr sz="6800">
              <a:solidFill>
                <a:srgbClr val="FF0000"/>
              </a:solidFill>
            </a:endParaRPr>
          </a:p>
        </p:txBody>
      </p:sp>
      <p:sp>
        <p:nvSpPr>
          <p:cNvPr id="935" name="Google Shape;935;p94"/>
          <p:cNvSpPr txBox="1"/>
          <p:nvPr/>
        </p:nvSpPr>
        <p:spPr>
          <a:xfrm>
            <a:off x="1443950" y="3549725"/>
            <a:ext cx="6248400" cy="75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2000">
                <a:solidFill>
                  <a:schemeClr val="dk1"/>
                </a:solidFill>
                <a:latin typeface="Figtree"/>
                <a:ea typeface="Figtree"/>
                <a:cs typeface="Figtree"/>
                <a:sym typeface="Figtree"/>
              </a:rPr>
              <a:t>2025 FUSD and MSJ Rotary 3D Printing Maker Faire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939" name="Shape 939"/>
        <p:cNvGrpSpPr/>
        <p:nvPr/>
      </p:nvGrpSpPr>
      <p:grpSpPr>
        <a:xfrm>
          <a:off x="0" y="0"/>
          <a:ext cx="0" cy="0"/>
          <a:chOff x="0" y="0"/>
          <a:chExt cx="0" cy="0"/>
        </a:xfrm>
      </p:grpSpPr>
      <p:sp>
        <p:nvSpPr>
          <p:cNvPr id="940" name="Google Shape;940;p95"/>
          <p:cNvSpPr txBox="1"/>
          <p:nvPr>
            <p:ph idx="4294967295" type="title"/>
          </p:nvPr>
        </p:nvSpPr>
        <p:spPr>
          <a:xfrm>
            <a:off x="199025" y="1827700"/>
            <a:ext cx="8682000" cy="2680800"/>
          </a:xfrm>
          <a:prstGeom prst="rect">
            <a:avLst/>
          </a:prstGeom>
          <a:effectLst>
            <a:outerShdw blurRad="57150" rotWithShape="0" algn="bl" dir="5400000" dist="19050">
              <a:srgbClr val="000000">
                <a:alpha val="50000"/>
              </a:srgbClr>
            </a:outerShdw>
          </a:effectLst>
        </p:spPr>
        <p:txBody>
          <a:bodyPr anchorCtr="0" anchor="t" bIns="0" lIns="0" spcFirstLastPara="1" rIns="0" wrap="square" tIns="0">
            <a:normAutofit/>
          </a:bodyPr>
          <a:lstStyle/>
          <a:p>
            <a:pPr indent="0" lvl="0" marL="0" rtl="0" algn="ctr">
              <a:spcBef>
                <a:spcPts val="0"/>
              </a:spcBef>
              <a:spcAft>
                <a:spcPts val="0"/>
              </a:spcAft>
              <a:buClr>
                <a:schemeClr val="dk1"/>
              </a:buClr>
              <a:buSzPts val="1100"/>
              <a:buFont typeface="Arial"/>
              <a:buNone/>
            </a:pPr>
            <a:r>
              <a:rPr b="0" lang="en" sz="6800">
                <a:latin typeface="Figtree ExtraBold"/>
                <a:ea typeface="Figtree ExtraBold"/>
                <a:cs typeface="Figtree ExtraBold"/>
                <a:sym typeface="Figtree ExtraBold"/>
              </a:rPr>
              <a:t>Harvesting Shoe Sole</a:t>
            </a:r>
            <a:endParaRPr sz="6800">
              <a:solidFill>
                <a:srgbClr val="FF0000"/>
              </a:solidFill>
            </a:endParaRPr>
          </a:p>
        </p:txBody>
      </p:sp>
      <p:sp>
        <p:nvSpPr>
          <p:cNvPr id="941" name="Google Shape;941;p95"/>
          <p:cNvSpPr txBox="1"/>
          <p:nvPr/>
        </p:nvSpPr>
        <p:spPr>
          <a:xfrm>
            <a:off x="1443950" y="3549725"/>
            <a:ext cx="6248400" cy="755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945" name="Shape 945"/>
        <p:cNvGrpSpPr/>
        <p:nvPr/>
      </p:nvGrpSpPr>
      <p:grpSpPr>
        <a:xfrm>
          <a:off x="0" y="0"/>
          <a:ext cx="0" cy="0"/>
          <a:chOff x="0" y="0"/>
          <a:chExt cx="0" cy="0"/>
        </a:xfrm>
      </p:grpSpPr>
      <p:sp>
        <p:nvSpPr>
          <p:cNvPr id="946" name="Google Shape;946;p96"/>
          <p:cNvSpPr txBox="1"/>
          <p:nvPr>
            <p:ph type="title"/>
          </p:nvPr>
        </p:nvSpPr>
        <p:spPr>
          <a:xfrm>
            <a:off x="434800" y="2593849"/>
            <a:ext cx="2325600" cy="393600"/>
          </a:xfrm>
          <a:prstGeom prst="rect">
            <a:avLst/>
          </a:prstGeom>
          <a:effectLst>
            <a:outerShdw blurRad="57150" rotWithShape="0" algn="bl" dir="5400000" dist="19050">
              <a:srgbClr val="000000">
                <a:alpha val="50000"/>
              </a:srgbClr>
            </a:outerShdw>
          </a:effectLst>
        </p:spPr>
        <p:txBody>
          <a:bodyPr anchorCtr="0" anchor="ctr" bIns="0" lIns="0" spcFirstLastPara="1" rIns="0" wrap="square" tIns="0">
            <a:noAutofit/>
          </a:bodyPr>
          <a:lstStyle/>
          <a:p>
            <a:pPr indent="0" lvl="0" marL="0" rtl="0" algn="ctr">
              <a:spcBef>
                <a:spcPts val="0"/>
              </a:spcBef>
              <a:spcAft>
                <a:spcPts val="0"/>
              </a:spcAft>
              <a:buNone/>
            </a:pPr>
            <a:r>
              <a:rPr lang="en"/>
              <a:t>Team Member</a:t>
            </a:r>
            <a:endParaRPr/>
          </a:p>
        </p:txBody>
      </p:sp>
      <p:sp>
        <p:nvSpPr>
          <p:cNvPr id="947" name="Google Shape;947;p96"/>
          <p:cNvSpPr txBox="1"/>
          <p:nvPr>
            <p:ph idx="2" type="title"/>
          </p:nvPr>
        </p:nvSpPr>
        <p:spPr>
          <a:xfrm>
            <a:off x="3154575" y="1851675"/>
            <a:ext cx="2903400" cy="2001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sz="2200"/>
              <a:t>Christopher Huang</a:t>
            </a:r>
            <a:endParaRPr sz="2200"/>
          </a:p>
          <a:p>
            <a:pPr indent="0" lvl="0" marL="0" rtl="0" algn="ctr">
              <a:spcBef>
                <a:spcPts val="0"/>
              </a:spcBef>
              <a:spcAft>
                <a:spcPts val="0"/>
              </a:spcAft>
              <a:buNone/>
            </a:pPr>
            <a:r>
              <a:rPr lang="en" sz="1600">
                <a:latin typeface="Figtree"/>
                <a:ea typeface="Figtree"/>
                <a:cs typeface="Figtree"/>
                <a:sym typeface="Figtree"/>
              </a:rPr>
              <a:t>Irvington High School </a:t>
            </a:r>
            <a:endParaRPr sz="1600">
              <a:latin typeface="Figtree"/>
              <a:ea typeface="Figtree"/>
              <a:cs typeface="Figtree"/>
              <a:sym typeface="Figtree"/>
            </a:endParaRPr>
          </a:p>
          <a:p>
            <a:pPr indent="0" lvl="0" marL="0" rtl="0" algn="ctr">
              <a:spcBef>
                <a:spcPts val="0"/>
              </a:spcBef>
              <a:spcAft>
                <a:spcPts val="0"/>
              </a:spcAft>
              <a:buNone/>
            </a:pPr>
            <a:r>
              <a:rPr lang="en" sz="1600">
                <a:latin typeface="Figtree"/>
                <a:ea typeface="Figtree"/>
                <a:cs typeface="Figtree"/>
                <a:sym typeface="Figtree"/>
              </a:rPr>
              <a:t>10th Grade</a:t>
            </a:r>
            <a:endParaRPr sz="1600">
              <a:latin typeface="Figtree"/>
              <a:ea typeface="Figtree"/>
              <a:cs typeface="Figtree"/>
              <a:sym typeface="Figtree"/>
            </a:endParaRPr>
          </a:p>
        </p:txBody>
      </p:sp>
      <p:sp>
        <p:nvSpPr>
          <p:cNvPr id="948" name="Google Shape;948;p96"/>
          <p:cNvSpPr txBox="1"/>
          <p:nvPr>
            <p:ph idx="1" type="body"/>
          </p:nvPr>
        </p:nvSpPr>
        <p:spPr>
          <a:xfrm>
            <a:off x="3444531" y="2339298"/>
            <a:ext cx="2325600" cy="677400"/>
          </a:xfrm>
          <a:prstGeom prst="rect">
            <a:avLst/>
          </a:prstGeom>
        </p:spPr>
        <p:txBody>
          <a:bodyPr anchorCtr="0" anchor="t" bIns="0" lIns="0" spcFirstLastPara="1" rIns="0" wrap="square" tIns="0">
            <a:noAutofit/>
          </a:bodyPr>
          <a:lstStyle/>
          <a:p>
            <a:pPr indent="0" lvl="0" marL="0" rtl="0" algn="ctr">
              <a:spcBef>
                <a:spcPts val="0"/>
              </a:spcBef>
              <a:spcAft>
                <a:spcPts val="1200"/>
              </a:spcAft>
              <a:buNone/>
            </a:pPr>
            <a:r>
              <a:rPr lang="en"/>
              <a:t>Pic</a:t>
            </a:r>
            <a:endParaRPr/>
          </a:p>
        </p:txBody>
      </p:sp>
      <p:sp>
        <p:nvSpPr>
          <p:cNvPr id="949" name="Google Shape;949;p96"/>
          <p:cNvSpPr txBox="1"/>
          <p:nvPr>
            <p:ph idx="3" type="title"/>
          </p:nvPr>
        </p:nvSpPr>
        <p:spPr>
          <a:xfrm>
            <a:off x="6409681" y="1851672"/>
            <a:ext cx="2325600" cy="2001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sz="2200"/>
              <a:t>Kevin Xia</a:t>
            </a:r>
            <a:endParaRPr sz="2200"/>
          </a:p>
          <a:p>
            <a:pPr indent="0" lvl="0" marL="0" rtl="0" algn="ctr">
              <a:spcBef>
                <a:spcPts val="0"/>
              </a:spcBef>
              <a:spcAft>
                <a:spcPts val="0"/>
              </a:spcAft>
              <a:buClr>
                <a:schemeClr val="dk1"/>
              </a:buClr>
              <a:buSzPts val="1100"/>
              <a:buFont typeface="Arial"/>
              <a:buNone/>
            </a:pPr>
            <a:r>
              <a:rPr lang="en" sz="1600">
                <a:latin typeface="Figtree"/>
                <a:ea typeface="Figtree"/>
                <a:cs typeface="Figtree"/>
                <a:sym typeface="Figtree"/>
              </a:rPr>
              <a:t>Irvington High School 10th Grade</a:t>
            </a:r>
            <a:endParaRPr sz="2200">
              <a:latin typeface="Figtree"/>
              <a:ea typeface="Figtree"/>
              <a:cs typeface="Figtree"/>
              <a:sym typeface="Figtree"/>
            </a:endParaRPr>
          </a:p>
        </p:txBody>
      </p:sp>
      <p:sp>
        <p:nvSpPr>
          <p:cNvPr id="950" name="Google Shape;950;p96"/>
          <p:cNvSpPr txBox="1"/>
          <p:nvPr>
            <p:ph idx="4" type="body"/>
          </p:nvPr>
        </p:nvSpPr>
        <p:spPr>
          <a:xfrm>
            <a:off x="6900125" y="2465800"/>
            <a:ext cx="1214400" cy="615000"/>
          </a:xfrm>
          <a:prstGeom prst="rect">
            <a:avLst/>
          </a:prstGeom>
        </p:spPr>
        <p:txBody>
          <a:bodyPr anchorCtr="0" anchor="t" bIns="0" lIns="0" spcFirstLastPara="1" rIns="0" wrap="square" tIns="0">
            <a:noAutofit/>
          </a:bodyPr>
          <a:lstStyle/>
          <a:p>
            <a:pPr indent="0" lvl="0" marL="0" rtl="0" algn="ctr">
              <a:spcBef>
                <a:spcPts val="0"/>
              </a:spcBef>
              <a:spcAft>
                <a:spcPts val="1200"/>
              </a:spcAft>
              <a:buNone/>
            </a:pPr>
            <a:r>
              <a:t/>
            </a:r>
            <a:endParaRPr>
              <a:solidFill>
                <a:srgbClr val="FF0000"/>
              </a:solidFill>
            </a:endParaRPr>
          </a:p>
        </p:txBody>
      </p:sp>
      <p:sp>
        <p:nvSpPr>
          <p:cNvPr id="951" name="Google Shape;951;p96"/>
          <p:cNvSpPr txBox="1"/>
          <p:nvPr>
            <p:ph idx="5" type="subTitle"/>
          </p:nvPr>
        </p:nvSpPr>
        <p:spPr>
          <a:xfrm>
            <a:off x="5809350" y="58800"/>
            <a:ext cx="1556400" cy="338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t/>
            </a:r>
            <a:endParaRPr/>
          </a:p>
        </p:txBody>
      </p:sp>
      <p:sp>
        <p:nvSpPr>
          <p:cNvPr id="952" name="Google Shape;952;p96"/>
          <p:cNvSpPr txBox="1"/>
          <p:nvPr>
            <p:ph idx="6" type="subTitle"/>
          </p:nvPr>
        </p:nvSpPr>
        <p:spPr>
          <a:xfrm>
            <a:off x="7476775" y="58800"/>
            <a:ext cx="1556400" cy="338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t/>
            </a:r>
            <a:endParaRPr/>
          </a:p>
        </p:txBody>
      </p:sp>
      <p:pic>
        <p:nvPicPr>
          <p:cNvPr id="953" name="Google Shape;953;p96"/>
          <p:cNvPicPr preferRelativeResize="0"/>
          <p:nvPr/>
        </p:nvPicPr>
        <p:blipFill>
          <a:blip r:embed="rId3">
            <a:alphaModFix/>
          </a:blip>
          <a:stretch>
            <a:fillRect/>
          </a:stretch>
        </p:blipFill>
        <p:spPr>
          <a:xfrm>
            <a:off x="3757725" y="2261275"/>
            <a:ext cx="1501025" cy="2033649"/>
          </a:xfrm>
          <a:prstGeom prst="rect">
            <a:avLst/>
          </a:prstGeom>
          <a:noFill/>
          <a:ln>
            <a:noFill/>
          </a:ln>
        </p:spPr>
      </p:pic>
      <p:pic>
        <p:nvPicPr>
          <p:cNvPr id="954" name="Google Shape;954;p96"/>
          <p:cNvPicPr preferRelativeResize="0"/>
          <p:nvPr/>
        </p:nvPicPr>
        <p:blipFill rotWithShape="1">
          <a:blip r:embed="rId4">
            <a:alphaModFix/>
          </a:blip>
          <a:srcRect b="46988" l="27680" r="61176" t="30364"/>
          <a:stretch/>
        </p:blipFill>
        <p:spPr>
          <a:xfrm>
            <a:off x="6805450" y="2216526"/>
            <a:ext cx="1534051" cy="20784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958" name="Shape 958"/>
        <p:cNvGrpSpPr/>
        <p:nvPr/>
      </p:nvGrpSpPr>
      <p:grpSpPr>
        <a:xfrm>
          <a:off x="0" y="0"/>
          <a:ext cx="0" cy="0"/>
          <a:chOff x="0" y="0"/>
          <a:chExt cx="0" cy="0"/>
        </a:xfrm>
      </p:grpSpPr>
      <p:sp>
        <p:nvSpPr>
          <p:cNvPr id="959" name="Google Shape;959;p97"/>
          <p:cNvSpPr txBox="1"/>
          <p:nvPr>
            <p:ph type="title"/>
          </p:nvPr>
        </p:nvSpPr>
        <p:spPr>
          <a:xfrm>
            <a:off x="434800" y="2593850"/>
            <a:ext cx="2758800" cy="393600"/>
          </a:xfrm>
          <a:prstGeom prst="rect">
            <a:avLst/>
          </a:prstGeom>
          <a:effectLst>
            <a:outerShdw blurRad="57150" rotWithShape="0" algn="bl" dir="5400000" dist="19050">
              <a:srgbClr val="000000">
                <a:alpha val="50000"/>
              </a:srgbClr>
            </a:outerShdw>
          </a:effectLst>
        </p:spPr>
        <p:txBody>
          <a:bodyPr anchorCtr="0" anchor="ctr" bIns="0" lIns="0" spcFirstLastPara="1" rIns="0" wrap="square" tIns="0">
            <a:noAutofit/>
          </a:bodyPr>
          <a:lstStyle/>
          <a:p>
            <a:pPr indent="0" lvl="0" marL="0" rtl="0" algn="ctr">
              <a:spcBef>
                <a:spcPts val="0"/>
              </a:spcBef>
              <a:spcAft>
                <a:spcPts val="0"/>
              </a:spcAft>
              <a:buNone/>
            </a:pPr>
            <a:r>
              <a:rPr lang="en"/>
              <a:t>Instructables.com</a:t>
            </a:r>
            <a:endParaRPr/>
          </a:p>
        </p:txBody>
      </p:sp>
      <p:sp>
        <p:nvSpPr>
          <p:cNvPr id="960" name="Google Shape;960;p97"/>
          <p:cNvSpPr txBox="1"/>
          <p:nvPr>
            <p:ph idx="2" type="title"/>
          </p:nvPr>
        </p:nvSpPr>
        <p:spPr>
          <a:xfrm>
            <a:off x="3154575" y="1851675"/>
            <a:ext cx="2903400" cy="2001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sz="2200">
                <a:latin typeface="Figtree"/>
                <a:ea typeface="Figtree"/>
                <a:cs typeface="Figtree"/>
                <a:sym typeface="Figtree"/>
              </a:rPr>
              <a:t>Link:</a:t>
            </a:r>
            <a:endParaRPr sz="2200">
              <a:latin typeface="Figtree"/>
              <a:ea typeface="Figtree"/>
              <a:cs typeface="Figtree"/>
              <a:sym typeface="Figtree"/>
            </a:endParaRPr>
          </a:p>
        </p:txBody>
      </p:sp>
      <p:sp>
        <p:nvSpPr>
          <p:cNvPr id="961" name="Google Shape;961;p97"/>
          <p:cNvSpPr txBox="1"/>
          <p:nvPr>
            <p:ph idx="1" type="body"/>
          </p:nvPr>
        </p:nvSpPr>
        <p:spPr>
          <a:xfrm>
            <a:off x="3444531" y="2339298"/>
            <a:ext cx="2325600" cy="677400"/>
          </a:xfrm>
          <a:prstGeom prst="rect">
            <a:avLst/>
          </a:prstGeom>
        </p:spPr>
        <p:txBody>
          <a:bodyPr anchorCtr="0" anchor="t" bIns="0" lIns="0" spcFirstLastPara="1" rIns="0" wrap="square" tIns="0">
            <a:noAutofit/>
          </a:bodyPr>
          <a:lstStyle/>
          <a:p>
            <a:pPr indent="0" lvl="0" marL="0" rtl="0" algn="ctr">
              <a:spcBef>
                <a:spcPts val="0"/>
              </a:spcBef>
              <a:spcAft>
                <a:spcPts val="1200"/>
              </a:spcAft>
              <a:buNone/>
            </a:pPr>
            <a:r>
              <a:rPr lang="en" u="sng">
                <a:latin typeface="Arial"/>
                <a:ea typeface="Arial"/>
                <a:cs typeface="Arial"/>
                <a:sym typeface="Arial"/>
                <a:hlinkClick r:id="rId3"/>
              </a:rPr>
              <a:t>https://www.instructables.com/Piezoelectric-Shoe-Soles/</a:t>
            </a:r>
            <a:r>
              <a:rPr lang="en">
                <a:latin typeface="Arial"/>
                <a:ea typeface="Arial"/>
                <a:cs typeface="Arial"/>
                <a:sym typeface="Arial"/>
              </a:rPr>
              <a:t> </a:t>
            </a:r>
            <a:endParaRPr/>
          </a:p>
        </p:txBody>
      </p:sp>
      <p:sp>
        <p:nvSpPr>
          <p:cNvPr id="962" name="Google Shape;962;p97"/>
          <p:cNvSpPr txBox="1"/>
          <p:nvPr>
            <p:ph idx="3" type="title"/>
          </p:nvPr>
        </p:nvSpPr>
        <p:spPr>
          <a:xfrm>
            <a:off x="6409681" y="1851672"/>
            <a:ext cx="2325600" cy="2001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sz="2200">
                <a:latin typeface="Figtree"/>
                <a:ea typeface="Figtree"/>
                <a:cs typeface="Figtree"/>
                <a:sym typeface="Figtree"/>
              </a:rPr>
              <a:t>QR Code:</a:t>
            </a:r>
            <a:endParaRPr sz="2200">
              <a:latin typeface="Figtree"/>
              <a:ea typeface="Figtree"/>
              <a:cs typeface="Figtree"/>
              <a:sym typeface="Figtree"/>
            </a:endParaRPr>
          </a:p>
        </p:txBody>
      </p:sp>
      <p:sp>
        <p:nvSpPr>
          <p:cNvPr id="963" name="Google Shape;963;p97"/>
          <p:cNvSpPr txBox="1"/>
          <p:nvPr>
            <p:ph idx="4" type="body"/>
          </p:nvPr>
        </p:nvSpPr>
        <p:spPr>
          <a:xfrm>
            <a:off x="6993926" y="2261275"/>
            <a:ext cx="1021500" cy="677400"/>
          </a:xfrm>
          <a:prstGeom prst="rect">
            <a:avLst/>
          </a:prstGeom>
        </p:spPr>
        <p:txBody>
          <a:bodyPr anchorCtr="0" anchor="t" bIns="0" lIns="0" spcFirstLastPara="1" rIns="0" wrap="square" tIns="0">
            <a:noAutofit/>
          </a:bodyPr>
          <a:lstStyle/>
          <a:p>
            <a:pPr indent="0" lvl="0" marL="0" rtl="0" algn="ctr">
              <a:spcBef>
                <a:spcPts val="0"/>
              </a:spcBef>
              <a:spcAft>
                <a:spcPts val="1200"/>
              </a:spcAft>
              <a:buNone/>
            </a:pPr>
            <a:r>
              <a:t/>
            </a:r>
            <a:endParaRPr/>
          </a:p>
        </p:txBody>
      </p:sp>
      <p:sp>
        <p:nvSpPr>
          <p:cNvPr id="964" name="Google Shape;964;p97"/>
          <p:cNvSpPr txBox="1"/>
          <p:nvPr>
            <p:ph idx="5" type="subTitle"/>
          </p:nvPr>
        </p:nvSpPr>
        <p:spPr>
          <a:xfrm>
            <a:off x="5809350" y="58800"/>
            <a:ext cx="1556400" cy="338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t/>
            </a:r>
            <a:endParaRPr/>
          </a:p>
        </p:txBody>
      </p:sp>
      <p:sp>
        <p:nvSpPr>
          <p:cNvPr id="965" name="Google Shape;965;p97"/>
          <p:cNvSpPr txBox="1"/>
          <p:nvPr>
            <p:ph idx="6" type="subTitle"/>
          </p:nvPr>
        </p:nvSpPr>
        <p:spPr>
          <a:xfrm>
            <a:off x="7476775" y="58800"/>
            <a:ext cx="1556400" cy="338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t/>
            </a:r>
            <a:endParaRPr/>
          </a:p>
        </p:txBody>
      </p:sp>
      <p:pic>
        <p:nvPicPr>
          <p:cNvPr id="966" name="Google Shape;966;p97"/>
          <p:cNvPicPr preferRelativeResize="0"/>
          <p:nvPr/>
        </p:nvPicPr>
        <p:blipFill>
          <a:blip r:embed="rId4">
            <a:alphaModFix/>
          </a:blip>
          <a:stretch>
            <a:fillRect/>
          </a:stretch>
        </p:blipFill>
        <p:spPr>
          <a:xfrm>
            <a:off x="6682075" y="2168750"/>
            <a:ext cx="1633850" cy="1502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p98"/>
          <p:cNvSpPr txBox="1"/>
          <p:nvPr>
            <p:ph type="ctrTitle"/>
          </p:nvPr>
        </p:nvSpPr>
        <p:spPr>
          <a:xfrm>
            <a:off x="429300" y="699175"/>
            <a:ext cx="8285400" cy="698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400">
                <a:latin typeface="Calibri"/>
                <a:ea typeface="Calibri"/>
                <a:cs typeface="Calibri"/>
                <a:sym typeface="Calibri"/>
              </a:rPr>
              <a:t>Problem Statement</a:t>
            </a:r>
            <a:endParaRPr/>
          </a:p>
        </p:txBody>
      </p:sp>
      <p:sp>
        <p:nvSpPr>
          <p:cNvPr id="972" name="Google Shape;972;p98"/>
          <p:cNvSpPr txBox="1"/>
          <p:nvPr>
            <p:ph idx="1" type="subTitle"/>
          </p:nvPr>
        </p:nvSpPr>
        <p:spPr>
          <a:xfrm>
            <a:off x="652225" y="1543575"/>
            <a:ext cx="8285400" cy="3288900"/>
          </a:xfrm>
          <a:prstGeom prst="rect">
            <a:avLst/>
          </a:prstGeom>
        </p:spPr>
        <p:txBody>
          <a:bodyPr anchorCtr="0" anchor="t" bIns="91425" lIns="91425" spcFirstLastPara="1" rIns="91425" wrap="square" tIns="91425">
            <a:noAutofit/>
          </a:bodyPr>
          <a:lstStyle/>
          <a:p>
            <a:pPr indent="0" lvl="0" marL="0" rtl="0" algn="l">
              <a:lnSpc>
                <a:spcPct val="115000"/>
              </a:lnSpc>
              <a:spcBef>
                <a:spcPts val="800"/>
              </a:spcBef>
              <a:spcAft>
                <a:spcPts val="0"/>
              </a:spcAft>
              <a:buClr>
                <a:schemeClr val="dk1"/>
              </a:buClr>
              <a:buSzPts val="1100"/>
              <a:buFont typeface="Arial"/>
              <a:buNone/>
            </a:pPr>
            <a:r>
              <a:rPr lang="en" sz="2000">
                <a:latin typeface="Calibri"/>
                <a:ea typeface="Calibri"/>
                <a:cs typeface="Calibri"/>
                <a:sym typeface="Calibri"/>
              </a:rPr>
              <a:t>• Our planet faces an </a:t>
            </a:r>
            <a:r>
              <a:rPr b="1" lang="en" sz="2000">
                <a:latin typeface="Calibri"/>
                <a:ea typeface="Calibri"/>
                <a:cs typeface="Calibri"/>
                <a:sym typeface="Calibri"/>
              </a:rPr>
              <a:t>energy crisis</a:t>
            </a:r>
            <a:r>
              <a:rPr lang="en" sz="2000">
                <a:latin typeface="Calibri"/>
                <a:ea typeface="Calibri"/>
                <a:cs typeface="Calibri"/>
                <a:sym typeface="Calibri"/>
              </a:rPr>
              <a:t> due to climate change and pollution.</a:t>
            </a:r>
            <a:endParaRPr sz="2000">
              <a:latin typeface="Calibri"/>
              <a:ea typeface="Calibri"/>
              <a:cs typeface="Calibri"/>
              <a:sym typeface="Calibri"/>
            </a:endParaRPr>
          </a:p>
          <a:p>
            <a:pPr indent="0" lvl="0" marL="0" rtl="0" algn="l">
              <a:lnSpc>
                <a:spcPct val="115000"/>
              </a:lnSpc>
              <a:spcBef>
                <a:spcPts val="800"/>
              </a:spcBef>
              <a:spcAft>
                <a:spcPts val="0"/>
              </a:spcAft>
              <a:buClr>
                <a:schemeClr val="dk1"/>
              </a:buClr>
              <a:buSzPts val="1100"/>
              <a:buFont typeface="Arial"/>
              <a:buNone/>
            </a:pPr>
            <a:r>
              <a:rPr lang="en" sz="2000">
                <a:latin typeface="Calibri"/>
                <a:ea typeface="Calibri"/>
                <a:cs typeface="Calibri"/>
                <a:sym typeface="Calibri"/>
              </a:rPr>
              <a:t>• </a:t>
            </a:r>
            <a:r>
              <a:rPr b="1" lang="en" sz="2000">
                <a:latin typeface="Calibri"/>
                <a:ea typeface="Calibri"/>
                <a:cs typeface="Calibri"/>
                <a:sym typeface="Calibri"/>
              </a:rPr>
              <a:t>Traditional energy</a:t>
            </a:r>
            <a:r>
              <a:rPr lang="en" sz="2000">
                <a:latin typeface="Calibri"/>
                <a:ea typeface="Calibri"/>
                <a:cs typeface="Calibri"/>
                <a:sym typeface="Calibri"/>
              </a:rPr>
              <a:t> sources contribute to greenhouse gases and are unsustainable.</a:t>
            </a:r>
            <a:endParaRPr sz="2000">
              <a:latin typeface="Calibri"/>
              <a:ea typeface="Calibri"/>
              <a:cs typeface="Calibri"/>
              <a:sym typeface="Calibri"/>
            </a:endParaRPr>
          </a:p>
          <a:p>
            <a:pPr indent="0" lvl="0" marL="0" rtl="0" algn="l">
              <a:lnSpc>
                <a:spcPct val="115000"/>
              </a:lnSpc>
              <a:spcBef>
                <a:spcPts val="800"/>
              </a:spcBef>
              <a:spcAft>
                <a:spcPts val="0"/>
              </a:spcAft>
              <a:buClr>
                <a:schemeClr val="dk1"/>
              </a:buClr>
              <a:buSzPts val="1100"/>
              <a:buFont typeface="Arial"/>
              <a:buNone/>
            </a:pPr>
            <a:r>
              <a:rPr lang="en" sz="2000">
                <a:latin typeface="Calibri"/>
                <a:ea typeface="Calibri"/>
                <a:cs typeface="Calibri"/>
                <a:sym typeface="Calibri"/>
              </a:rPr>
              <a:t>• </a:t>
            </a:r>
            <a:r>
              <a:rPr b="1" lang="en" sz="2000">
                <a:latin typeface="Calibri"/>
                <a:ea typeface="Calibri"/>
                <a:cs typeface="Calibri"/>
                <a:sym typeface="Calibri"/>
              </a:rPr>
              <a:t>Kinetic energy</a:t>
            </a:r>
            <a:r>
              <a:rPr lang="en" sz="2000">
                <a:latin typeface="Calibri"/>
                <a:ea typeface="Calibri"/>
                <a:cs typeface="Calibri"/>
                <a:sym typeface="Calibri"/>
              </a:rPr>
              <a:t> from human movement is wasted every day.</a:t>
            </a:r>
            <a:endParaRPr sz="2000">
              <a:latin typeface="Calibri"/>
              <a:ea typeface="Calibri"/>
              <a:cs typeface="Calibri"/>
              <a:sym typeface="Calibri"/>
            </a:endParaRPr>
          </a:p>
          <a:p>
            <a:pPr indent="0" lvl="0" marL="0" rtl="0" algn="l">
              <a:lnSpc>
                <a:spcPct val="115000"/>
              </a:lnSpc>
              <a:spcBef>
                <a:spcPts val="800"/>
              </a:spcBef>
              <a:spcAft>
                <a:spcPts val="0"/>
              </a:spcAft>
              <a:buClr>
                <a:schemeClr val="dk1"/>
              </a:buClr>
              <a:buSzPts val="1100"/>
              <a:buFont typeface="Arial"/>
              <a:buNone/>
            </a:pPr>
            <a:r>
              <a:rPr lang="en" sz="2000">
                <a:latin typeface="Calibri"/>
                <a:ea typeface="Calibri"/>
                <a:cs typeface="Calibri"/>
                <a:sym typeface="Calibri"/>
              </a:rPr>
              <a:t>• </a:t>
            </a:r>
            <a:r>
              <a:rPr b="1" lang="en" sz="2000">
                <a:latin typeface="Calibri"/>
                <a:ea typeface="Calibri"/>
                <a:cs typeface="Calibri"/>
                <a:sym typeface="Calibri"/>
              </a:rPr>
              <a:t>Sedentary lifestyles</a:t>
            </a:r>
            <a:r>
              <a:rPr lang="en" sz="2000">
                <a:latin typeface="Calibri"/>
                <a:ea typeface="Calibri"/>
                <a:cs typeface="Calibri"/>
                <a:sym typeface="Calibri"/>
              </a:rPr>
              <a:t> contribute to health problems like obesity and heart disease.</a:t>
            </a:r>
            <a:endParaRPr sz="2000">
              <a:latin typeface="Calibri"/>
              <a:ea typeface="Calibri"/>
              <a:cs typeface="Calibri"/>
              <a:sym typeface="Calibri"/>
            </a:endParaRPr>
          </a:p>
          <a:p>
            <a:pPr indent="0" lvl="0" marL="0" rtl="0" algn="l">
              <a:lnSpc>
                <a:spcPct val="115000"/>
              </a:lnSpc>
              <a:spcBef>
                <a:spcPts val="800"/>
              </a:spcBef>
              <a:spcAft>
                <a:spcPts val="0"/>
              </a:spcAft>
              <a:buNone/>
            </a:pPr>
            <a:r>
              <a:t/>
            </a:r>
            <a:endParaRPr sz="20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99"/>
          <p:cNvSpPr txBox="1"/>
          <p:nvPr>
            <p:ph type="ctrTitle"/>
          </p:nvPr>
        </p:nvSpPr>
        <p:spPr>
          <a:xfrm>
            <a:off x="429300" y="385450"/>
            <a:ext cx="8285400" cy="640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400">
                <a:latin typeface="Calibri"/>
                <a:ea typeface="Calibri"/>
                <a:cs typeface="Calibri"/>
                <a:sym typeface="Calibri"/>
              </a:rPr>
              <a:t>Mission</a:t>
            </a:r>
            <a:endParaRPr/>
          </a:p>
        </p:txBody>
      </p:sp>
      <p:sp>
        <p:nvSpPr>
          <p:cNvPr id="978" name="Google Shape;978;p99"/>
          <p:cNvSpPr txBox="1"/>
          <p:nvPr>
            <p:ph idx="1" type="subTitle"/>
          </p:nvPr>
        </p:nvSpPr>
        <p:spPr>
          <a:xfrm>
            <a:off x="429300" y="976150"/>
            <a:ext cx="8285400" cy="3611100"/>
          </a:xfrm>
          <a:prstGeom prst="rect">
            <a:avLst/>
          </a:prstGeom>
        </p:spPr>
        <p:txBody>
          <a:bodyPr anchorCtr="0" anchor="t" bIns="91425" lIns="91425" spcFirstLastPara="1" rIns="91425" wrap="square" tIns="91425">
            <a:noAutofit/>
          </a:bodyPr>
          <a:lstStyle/>
          <a:p>
            <a:pPr indent="0" lvl="0" marL="0" rtl="0" algn="l">
              <a:lnSpc>
                <a:spcPct val="115000"/>
              </a:lnSpc>
              <a:spcBef>
                <a:spcPts val="800"/>
              </a:spcBef>
              <a:spcAft>
                <a:spcPts val="0"/>
              </a:spcAft>
              <a:buClr>
                <a:schemeClr val="dk1"/>
              </a:buClr>
              <a:buSzPts val="1100"/>
              <a:buFont typeface="Arial"/>
              <a:buNone/>
            </a:pPr>
            <a:r>
              <a:rPr lang="en" sz="2000">
                <a:latin typeface="Calibri"/>
                <a:ea typeface="Calibri"/>
                <a:cs typeface="Calibri"/>
                <a:sym typeface="Calibri"/>
              </a:rPr>
              <a:t>• </a:t>
            </a:r>
            <a:r>
              <a:rPr b="1" lang="en" sz="2000">
                <a:latin typeface="Calibri"/>
                <a:ea typeface="Calibri"/>
                <a:cs typeface="Calibri"/>
                <a:sym typeface="Calibri"/>
              </a:rPr>
              <a:t>Integrates</a:t>
            </a:r>
            <a:r>
              <a:rPr lang="en" sz="2000">
                <a:latin typeface="Calibri"/>
                <a:ea typeface="Calibri"/>
                <a:cs typeface="Calibri"/>
                <a:sym typeface="Calibri"/>
              </a:rPr>
              <a:t> piezoelectric sensors into 3D-printed shoe soles to harvest energy.</a:t>
            </a:r>
            <a:endParaRPr sz="2000">
              <a:latin typeface="Calibri"/>
              <a:ea typeface="Calibri"/>
              <a:cs typeface="Calibri"/>
              <a:sym typeface="Calibri"/>
            </a:endParaRPr>
          </a:p>
          <a:p>
            <a:pPr indent="0" lvl="0" marL="0" rtl="0" algn="l">
              <a:lnSpc>
                <a:spcPct val="115000"/>
              </a:lnSpc>
              <a:spcBef>
                <a:spcPts val="800"/>
              </a:spcBef>
              <a:spcAft>
                <a:spcPts val="0"/>
              </a:spcAft>
              <a:buClr>
                <a:schemeClr val="dk1"/>
              </a:buClr>
              <a:buSzPts val="1100"/>
              <a:buFont typeface="Arial"/>
              <a:buNone/>
            </a:pPr>
            <a:r>
              <a:rPr lang="en" sz="2000">
                <a:latin typeface="Calibri"/>
                <a:ea typeface="Calibri"/>
                <a:cs typeface="Calibri"/>
                <a:sym typeface="Calibri"/>
              </a:rPr>
              <a:t>• </a:t>
            </a:r>
            <a:r>
              <a:rPr b="1" lang="en" sz="2000">
                <a:latin typeface="Calibri"/>
                <a:ea typeface="Calibri"/>
                <a:cs typeface="Calibri"/>
                <a:sym typeface="Calibri"/>
              </a:rPr>
              <a:t>Converts</a:t>
            </a:r>
            <a:r>
              <a:rPr lang="en" sz="2000">
                <a:latin typeface="Calibri"/>
                <a:ea typeface="Calibri"/>
                <a:cs typeface="Calibri"/>
                <a:sym typeface="Calibri"/>
              </a:rPr>
              <a:t> mechanical energy from walking into electrical energy.</a:t>
            </a:r>
            <a:endParaRPr sz="2000">
              <a:latin typeface="Calibri"/>
              <a:ea typeface="Calibri"/>
              <a:cs typeface="Calibri"/>
              <a:sym typeface="Calibri"/>
            </a:endParaRPr>
          </a:p>
          <a:p>
            <a:pPr indent="0" lvl="0" marL="0" rtl="0" algn="l">
              <a:lnSpc>
                <a:spcPct val="115000"/>
              </a:lnSpc>
              <a:spcBef>
                <a:spcPts val="800"/>
              </a:spcBef>
              <a:spcAft>
                <a:spcPts val="0"/>
              </a:spcAft>
              <a:buClr>
                <a:schemeClr val="dk1"/>
              </a:buClr>
              <a:buSzPts val="1100"/>
              <a:buFont typeface="Arial"/>
              <a:buNone/>
            </a:pPr>
            <a:r>
              <a:rPr lang="en" sz="2000">
                <a:latin typeface="Calibri"/>
                <a:ea typeface="Calibri"/>
                <a:cs typeface="Calibri"/>
                <a:sym typeface="Calibri"/>
              </a:rPr>
              <a:t>• Energy can be </a:t>
            </a:r>
            <a:r>
              <a:rPr b="1" lang="en" sz="2000">
                <a:latin typeface="Calibri"/>
                <a:ea typeface="Calibri"/>
                <a:cs typeface="Calibri"/>
                <a:sym typeface="Calibri"/>
              </a:rPr>
              <a:t>stored</a:t>
            </a:r>
            <a:r>
              <a:rPr lang="en" sz="2000">
                <a:latin typeface="Calibri"/>
                <a:ea typeface="Calibri"/>
                <a:cs typeface="Calibri"/>
                <a:sym typeface="Calibri"/>
              </a:rPr>
              <a:t> in batteries or capacitors to power devices like fitness trackers and smartphones.</a:t>
            </a:r>
            <a:endParaRPr sz="2000">
              <a:latin typeface="Calibri"/>
              <a:ea typeface="Calibri"/>
              <a:cs typeface="Calibri"/>
              <a:sym typeface="Calibri"/>
            </a:endParaRPr>
          </a:p>
          <a:p>
            <a:pPr indent="0" lvl="0" marL="0" rtl="0" algn="l">
              <a:lnSpc>
                <a:spcPct val="115000"/>
              </a:lnSpc>
              <a:spcBef>
                <a:spcPts val="800"/>
              </a:spcBef>
              <a:spcAft>
                <a:spcPts val="0"/>
              </a:spcAft>
              <a:buNone/>
            </a:pPr>
            <a:r>
              <a:rPr lang="en" sz="2000">
                <a:latin typeface="Calibri"/>
                <a:ea typeface="Calibri"/>
                <a:cs typeface="Calibri"/>
                <a:sym typeface="Calibri"/>
              </a:rPr>
              <a:t>• </a:t>
            </a:r>
            <a:r>
              <a:rPr b="1" lang="en" sz="2000">
                <a:latin typeface="Calibri"/>
                <a:ea typeface="Calibri"/>
                <a:cs typeface="Calibri"/>
                <a:sym typeface="Calibri"/>
              </a:rPr>
              <a:t>Encourages</a:t>
            </a:r>
            <a:r>
              <a:rPr lang="en" sz="2000">
                <a:latin typeface="Calibri"/>
                <a:ea typeface="Calibri"/>
                <a:cs typeface="Calibri"/>
                <a:sym typeface="Calibri"/>
              </a:rPr>
              <a:t> sustainable energy generation and </a:t>
            </a:r>
            <a:r>
              <a:rPr b="1" lang="en" sz="2000">
                <a:latin typeface="Calibri"/>
                <a:ea typeface="Calibri"/>
                <a:cs typeface="Calibri"/>
                <a:sym typeface="Calibri"/>
              </a:rPr>
              <a:t>reduces</a:t>
            </a:r>
            <a:r>
              <a:rPr lang="en" sz="2000">
                <a:latin typeface="Calibri"/>
                <a:ea typeface="Calibri"/>
                <a:cs typeface="Calibri"/>
                <a:sym typeface="Calibri"/>
              </a:rPr>
              <a:t> reliance on fossil fuels. </a:t>
            </a:r>
            <a:endParaRPr sz="2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p100"/>
          <p:cNvSpPr txBox="1"/>
          <p:nvPr>
            <p:ph type="ctrTitle"/>
          </p:nvPr>
        </p:nvSpPr>
        <p:spPr>
          <a:xfrm>
            <a:off x="429300" y="513625"/>
            <a:ext cx="8285400" cy="640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400">
                <a:latin typeface="Calibri"/>
                <a:ea typeface="Calibri"/>
                <a:cs typeface="Calibri"/>
                <a:sym typeface="Calibri"/>
              </a:rPr>
              <a:t>Vision</a:t>
            </a:r>
            <a:endParaRPr/>
          </a:p>
        </p:txBody>
      </p:sp>
      <p:sp>
        <p:nvSpPr>
          <p:cNvPr id="984" name="Google Shape;984;p100"/>
          <p:cNvSpPr txBox="1"/>
          <p:nvPr>
            <p:ph idx="1" type="subTitle"/>
          </p:nvPr>
        </p:nvSpPr>
        <p:spPr>
          <a:xfrm>
            <a:off x="429300" y="1277050"/>
            <a:ext cx="8285400" cy="3611100"/>
          </a:xfrm>
          <a:prstGeom prst="rect">
            <a:avLst/>
          </a:prstGeom>
        </p:spPr>
        <p:txBody>
          <a:bodyPr anchorCtr="0" anchor="t" bIns="91425" lIns="91425" spcFirstLastPara="1" rIns="91425" wrap="square" tIns="91425">
            <a:noAutofit/>
          </a:bodyPr>
          <a:lstStyle/>
          <a:p>
            <a:pPr indent="0" lvl="0" marL="0" rtl="0" algn="l">
              <a:lnSpc>
                <a:spcPct val="115000"/>
              </a:lnSpc>
              <a:spcBef>
                <a:spcPts val="800"/>
              </a:spcBef>
              <a:spcAft>
                <a:spcPts val="0"/>
              </a:spcAft>
              <a:buClr>
                <a:schemeClr val="dk1"/>
              </a:buClr>
              <a:buSzPts val="1100"/>
              <a:buFont typeface="Arial"/>
              <a:buNone/>
            </a:pPr>
            <a:r>
              <a:rPr lang="en" sz="2000">
                <a:latin typeface="Calibri"/>
                <a:ea typeface="Calibri"/>
                <a:cs typeface="Calibri"/>
                <a:sym typeface="Calibri"/>
              </a:rPr>
              <a:t>• Create </a:t>
            </a:r>
            <a:r>
              <a:rPr b="1" lang="en" sz="2000">
                <a:latin typeface="Calibri"/>
                <a:ea typeface="Calibri"/>
                <a:cs typeface="Calibri"/>
                <a:sym typeface="Calibri"/>
              </a:rPr>
              <a:t>a sustainable and healthy future</a:t>
            </a:r>
            <a:r>
              <a:rPr lang="en" sz="2000">
                <a:latin typeface="Calibri"/>
                <a:ea typeface="Calibri"/>
                <a:cs typeface="Calibri"/>
                <a:sym typeface="Calibri"/>
              </a:rPr>
              <a:t> through kinetic energy harvesting.</a:t>
            </a:r>
            <a:endParaRPr sz="2000">
              <a:latin typeface="Calibri"/>
              <a:ea typeface="Calibri"/>
              <a:cs typeface="Calibri"/>
              <a:sym typeface="Calibri"/>
            </a:endParaRPr>
          </a:p>
          <a:p>
            <a:pPr indent="0" lvl="0" marL="0" rtl="0" algn="l">
              <a:lnSpc>
                <a:spcPct val="115000"/>
              </a:lnSpc>
              <a:spcBef>
                <a:spcPts val="800"/>
              </a:spcBef>
              <a:spcAft>
                <a:spcPts val="0"/>
              </a:spcAft>
              <a:buClr>
                <a:schemeClr val="dk1"/>
              </a:buClr>
              <a:buSzPts val="1100"/>
              <a:buFont typeface="Arial"/>
              <a:buNone/>
            </a:pPr>
            <a:r>
              <a:rPr lang="en" sz="2000">
                <a:latin typeface="Calibri"/>
                <a:ea typeface="Calibri"/>
                <a:cs typeface="Calibri"/>
                <a:sym typeface="Calibri"/>
              </a:rPr>
              <a:t>• Develop energy-harvesting shoes as </a:t>
            </a:r>
            <a:r>
              <a:rPr b="1" lang="en" sz="2000">
                <a:latin typeface="Calibri"/>
                <a:ea typeface="Calibri"/>
                <a:cs typeface="Calibri"/>
                <a:sym typeface="Calibri"/>
              </a:rPr>
              <a:t>commercially viable products</a:t>
            </a:r>
            <a:r>
              <a:rPr lang="en" sz="2000">
                <a:latin typeface="Calibri"/>
                <a:ea typeface="Calibri"/>
                <a:cs typeface="Calibri"/>
                <a:sym typeface="Calibri"/>
              </a:rPr>
              <a:t>.</a:t>
            </a:r>
            <a:endParaRPr sz="2000">
              <a:latin typeface="Calibri"/>
              <a:ea typeface="Calibri"/>
              <a:cs typeface="Calibri"/>
              <a:sym typeface="Calibri"/>
            </a:endParaRPr>
          </a:p>
          <a:p>
            <a:pPr indent="0" lvl="0" marL="0" rtl="0" algn="l">
              <a:lnSpc>
                <a:spcPct val="115000"/>
              </a:lnSpc>
              <a:spcBef>
                <a:spcPts val="800"/>
              </a:spcBef>
              <a:spcAft>
                <a:spcPts val="0"/>
              </a:spcAft>
              <a:buClr>
                <a:schemeClr val="dk1"/>
              </a:buClr>
              <a:buSzPts val="1100"/>
              <a:buFont typeface="Arial"/>
              <a:buNone/>
            </a:pPr>
            <a:r>
              <a:rPr lang="en" sz="2000">
                <a:latin typeface="Calibri"/>
                <a:ea typeface="Calibri"/>
                <a:cs typeface="Calibri"/>
                <a:sym typeface="Calibri"/>
              </a:rPr>
              <a:t>• Imagine </a:t>
            </a:r>
            <a:r>
              <a:rPr b="1" lang="en" sz="2000">
                <a:latin typeface="Calibri"/>
                <a:ea typeface="Calibri"/>
                <a:cs typeface="Calibri"/>
                <a:sym typeface="Calibri"/>
              </a:rPr>
              <a:t>cities powered by kinetic energy</a:t>
            </a:r>
            <a:r>
              <a:rPr lang="en" sz="2000">
                <a:latin typeface="Calibri"/>
                <a:ea typeface="Calibri"/>
                <a:cs typeface="Calibri"/>
                <a:sym typeface="Calibri"/>
              </a:rPr>
              <a:t> from walking citizens.</a:t>
            </a:r>
            <a:endParaRPr sz="2000">
              <a:latin typeface="Calibri"/>
              <a:ea typeface="Calibri"/>
              <a:cs typeface="Calibri"/>
              <a:sym typeface="Calibri"/>
            </a:endParaRPr>
          </a:p>
          <a:p>
            <a:pPr indent="0" lvl="0" marL="0" rtl="0" algn="l">
              <a:lnSpc>
                <a:spcPct val="115000"/>
              </a:lnSpc>
              <a:spcBef>
                <a:spcPts val="800"/>
              </a:spcBef>
              <a:spcAft>
                <a:spcPts val="0"/>
              </a:spcAft>
              <a:buClr>
                <a:schemeClr val="dk1"/>
              </a:buClr>
              <a:buSzPts val="1100"/>
              <a:buFont typeface="Arial"/>
              <a:buNone/>
            </a:pPr>
            <a:r>
              <a:rPr lang="en" sz="2000">
                <a:latin typeface="Calibri"/>
                <a:ea typeface="Calibri"/>
                <a:cs typeface="Calibri"/>
                <a:sym typeface="Calibri"/>
              </a:rPr>
              <a:t>• Integrate </a:t>
            </a:r>
            <a:r>
              <a:rPr b="1" lang="en" sz="2000">
                <a:latin typeface="Calibri"/>
                <a:ea typeface="Calibri"/>
                <a:cs typeface="Calibri"/>
                <a:sym typeface="Calibri"/>
              </a:rPr>
              <a:t>a smart tracking system</a:t>
            </a:r>
            <a:r>
              <a:rPr lang="en" sz="2000">
                <a:latin typeface="Calibri"/>
                <a:ea typeface="Calibri"/>
                <a:cs typeface="Calibri"/>
                <a:sym typeface="Calibri"/>
              </a:rPr>
              <a:t> for real-time energy monitoring and motivation.</a:t>
            </a:r>
            <a:endParaRPr sz="2000">
              <a:latin typeface="Calibri"/>
              <a:ea typeface="Calibri"/>
              <a:cs typeface="Calibri"/>
              <a:sym typeface="Calibri"/>
            </a:endParaRPr>
          </a:p>
          <a:p>
            <a:pPr indent="0" lvl="0" marL="0" rtl="0" algn="l">
              <a:lnSpc>
                <a:spcPct val="115000"/>
              </a:lnSpc>
              <a:spcBef>
                <a:spcPts val="800"/>
              </a:spcBef>
              <a:spcAft>
                <a:spcPts val="0"/>
              </a:spcAft>
              <a:buNone/>
            </a:pPr>
            <a:r>
              <a:rPr lang="en" sz="2000">
                <a:latin typeface="Calibri"/>
                <a:ea typeface="Calibri"/>
                <a:cs typeface="Calibri"/>
                <a:sym typeface="Calibri"/>
              </a:rPr>
              <a:t>• Combine energy sustainability with </a:t>
            </a:r>
            <a:r>
              <a:rPr b="1" lang="en" sz="2000">
                <a:latin typeface="Calibri"/>
                <a:ea typeface="Calibri"/>
                <a:cs typeface="Calibri"/>
                <a:sym typeface="Calibri"/>
              </a:rPr>
              <a:t>personal fitness</a:t>
            </a:r>
            <a:r>
              <a:rPr lang="en" sz="2000">
                <a:latin typeface="Calibri"/>
                <a:ea typeface="Calibri"/>
                <a:cs typeface="Calibri"/>
                <a:sym typeface="Calibri"/>
              </a:rPr>
              <a:t> for global impact.</a:t>
            </a:r>
            <a:endParaRPr sz="2000">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8" name="Shape 988"/>
        <p:cNvGrpSpPr/>
        <p:nvPr/>
      </p:nvGrpSpPr>
      <p:grpSpPr>
        <a:xfrm>
          <a:off x="0" y="0"/>
          <a:ext cx="0" cy="0"/>
          <a:chOff x="0" y="0"/>
          <a:chExt cx="0" cy="0"/>
        </a:xfrm>
      </p:grpSpPr>
      <p:sp>
        <p:nvSpPr>
          <p:cNvPr id="989" name="Google Shape;989;p101"/>
          <p:cNvSpPr txBox="1"/>
          <p:nvPr>
            <p:ph type="title"/>
          </p:nvPr>
        </p:nvSpPr>
        <p:spPr>
          <a:xfrm>
            <a:off x="465125" y="589981"/>
            <a:ext cx="8269500" cy="558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0" lang="en" sz="4700">
                <a:latin typeface="Calibri"/>
                <a:ea typeface="Calibri"/>
                <a:cs typeface="Calibri"/>
                <a:sym typeface="Calibri"/>
              </a:rPr>
              <a:t>Rotary Values</a:t>
            </a:r>
            <a:endParaRPr sz="2800"/>
          </a:p>
        </p:txBody>
      </p:sp>
      <p:sp>
        <p:nvSpPr>
          <p:cNvPr id="990" name="Google Shape;990;p101"/>
          <p:cNvSpPr txBox="1"/>
          <p:nvPr>
            <p:ph idx="2" type="title"/>
          </p:nvPr>
        </p:nvSpPr>
        <p:spPr>
          <a:xfrm>
            <a:off x="3190050" y="1564425"/>
            <a:ext cx="2763900" cy="385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500"/>
              <a:t>  </a:t>
            </a:r>
            <a:r>
              <a:rPr lang="en" sz="2000"/>
              <a:t>Promoting </a:t>
            </a:r>
            <a:endParaRPr sz="2000"/>
          </a:p>
          <a:p>
            <a:pPr indent="0" lvl="0" marL="0" rtl="0" algn="ctr">
              <a:spcBef>
                <a:spcPts val="0"/>
              </a:spcBef>
              <a:spcAft>
                <a:spcPts val="0"/>
              </a:spcAft>
              <a:buNone/>
            </a:pPr>
            <a:r>
              <a:rPr lang="en" sz="2000"/>
              <a:t>Lifestyles</a:t>
            </a:r>
            <a:endParaRPr sz="2000"/>
          </a:p>
        </p:txBody>
      </p:sp>
      <p:sp>
        <p:nvSpPr>
          <p:cNvPr id="991" name="Google Shape;991;p101"/>
          <p:cNvSpPr txBox="1"/>
          <p:nvPr>
            <p:ph idx="1" type="body"/>
          </p:nvPr>
        </p:nvSpPr>
        <p:spPr>
          <a:xfrm>
            <a:off x="3409838" y="2352500"/>
            <a:ext cx="2325600" cy="169200"/>
          </a:xfrm>
          <a:prstGeom prst="rect">
            <a:avLst/>
          </a:prstGeom>
        </p:spPr>
        <p:txBody>
          <a:bodyPr anchorCtr="0" anchor="t" bIns="0" lIns="0" spcFirstLastPara="1" rIns="0" wrap="square" tIns="0">
            <a:spAutoFit/>
          </a:bodyPr>
          <a:lstStyle/>
          <a:p>
            <a:pPr indent="0" lvl="0" marL="0" rtl="0" algn="ctr">
              <a:spcBef>
                <a:spcPts val="0"/>
              </a:spcBef>
              <a:spcAft>
                <a:spcPts val="1200"/>
              </a:spcAft>
              <a:buNone/>
            </a:pPr>
            <a:r>
              <a:t/>
            </a:r>
            <a:endParaRPr/>
          </a:p>
        </p:txBody>
      </p:sp>
      <p:sp>
        <p:nvSpPr>
          <p:cNvPr id="992" name="Google Shape;992;p101"/>
          <p:cNvSpPr txBox="1"/>
          <p:nvPr>
            <p:ph idx="4" type="body"/>
          </p:nvPr>
        </p:nvSpPr>
        <p:spPr>
          <a:xfrm>
            <a:off x="362475" y="2352500"/>
            <a:ext cx="2325600" cy="169200"/>
          </a:xfrm>
          <a:prstGeom prst="rect">
            <a:avLst/>
          </a:prstGeom>
        </p:spPr>
        <p:txBody>
          <a:bodyPr anchorCtr="0" anchor="t" bIns="0" lIns="0" spcFirstLastPara="1" rIns="0" wrap="square" tIns="0">
            <a:spAutoFit/>
          </a:bodyPr>
          <a:lstStyle/>
          <a:p>
            <a:pPr indent="0" lvl="0" marL="0" rtl="0" algn="ctr">
              <a:spcBef>
                <a:spcPts val="0"/>
              </a:spcBef>
              <a:spcAft>
                <a:spcPts val="1200"/>
              </a:spcAft>
              <a:buNone/>
            </a:pPr>
            <a:r>
              <a:t/>
            </a:r>
            <a:endParaRPr/>
          </a:p>
        </p:txBody>
      </p:sp>
      <p:sp>
        <p:nvSpPr>
          <p:cNvPr id="993" name="Google Shape;993;p101"/>
          <p:cNvSpPr txBox="1"/>
          <p:nvPr>
            <p:ph idx="5" type="title"/>
          </p:nvPr>
        </p:nvSpPr>
        <p:spPr>
          <a:xfrm>
            <a:off x="6409025" y="1564425"/>
            <a:ext cx="2325600" cy="5250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500"/>
              <a:t>  </a:t>
            </a:r>
            <a:r>
              <a:rPr lang="en" sz="2000"/>
              <a:t>Supporting Education</a:t>
            </a:r>
            <a:endParaRPr sz="2000"/>
          </a:p>
        </p:txBody>
      </p:sp>
      <p:sp>
        <p:nvSpPr>
          <p:cNvPr id="994" name="Google Shape;994;p101"/>
          <p:cNvSpPr txBox="1"/>
          <p:nvPr>
            <p:ph idx="6" type="body"/>
          </p:nvPr>
        </p:nvSpPr>
        <p:spPr>
          <a:xfrm>
            <a:off x="6457200" y="2352500"/>
            <a:ext cx="2325600" cy="169200"/>
          </a:xfrm>
          <a:prstGeom prst="rect">
            <a:avLst/>
          </a:prstGeom>
        </p:spPr>
        <p:txBody>
          <a:bodyPr anchorCtr="0" anchor="t" bIns="0" lIns="0" spcFirstLastPara="1" rIns="0" wrap="square" tIns="0">
            <a:spAutoFit/>
          </a:bodyPr>
          <a:lstStyle/>
          <a:p>
            <a:pPr indent="0" lvl="0" marL="0" rtl="0" algn="ctr">
              <a:spcBef>
                <a:spcPts val="0"/>
              </a:spcBef>
              <a:spcAft>
                <a:spcPts val="1200"/>
              </a:spcAft>
              <a:buNone/>
            </a:pPr>
            <a:r>
              <a:t/>
            </a:r>
            <a:endParaRPr/>
          </a:p>
        </p:txBody>
      </p:sp>
      <p:sp>
        <p:nvSpPr>
          <p:cNvPr id="995" name="Google Shape;995;p101"/>
          <p:cNvSpPr txBox="1"/>
          <p:nvPr>
            <p:ph idx="7" type="title"/>
          </p:nvPr>
        </p:nvSpPr>
        <p:spPr>
          <a:xfrm>
            <a:off x="208900" y="3684925"/>
            <a:ext cx="2325600" cy="200100"/>
          </a:xfrm>
          <a:prstGeom prst="rect">
            <a:avLst/>
          </a:prstGeom>
        </p:spPr>
        <p:txBody>
          <a:bodyPr anchorCtr="0" anchor="t" bIns="0" lIns="0" spcFirstLastPara="1" rIns="0" wrap="square" tIns="0">
            <a:noAutofit/>
          </a:bodyPr>
          <a:lstStyle/>
          <a:p>
            <a:pPr indent="-304800" lvl="0" marL="457200" rtl="0" algn="l">
              <a:spcBef>
                <a:spcPts val="0"/>
              </a:spcBef>
              <a:spcAft>
                <a:spcPts val="0"/>
              </a:spcAft>
              <a:buSzPts val="1200"/>
              <a:buChar char="-"/>
            </a:pPr>
            <a:r>
              <a:rPr b="0" lang="en" sz="1200"/>
              <a:t>Reduces reliance on fossil fuels</a:t>
            </a:r>
            <a:endParaRPr b="0" sz="1200"/>
          </a:p>
        </p:txBody>
      </p:sp>
      <p:sp>
        <p:nvSpPr>
          <p:cNvPr id="996" name="Google Shape;996;p101"/>
          <p:cNvSpPr txBox="1"/>
          <p:nvPr>
            <p:ph idx="8" type="body"/>
          </p:nvPr>
        </p:nvSpPr>
        <p:spPr>
          <a:xfrm>
            <a:off x="208900" y="4010950"/>
            <a:ext cx="2325600" cy="338700"/>
          </a:xfrm>
          <a:prstGeom prst="rect">
            <a:avLst/>
          </a:prstGeom>
        </p:spPr>
        <p:txBody>
          <a:bodyPr anchorCtr="0" anchor="t" bIns="0" lIns="0" spcFirstLastPara="1" rIns="0" wrap="square" tIns="0">
            <a:spAutoFit/>
          </a:bodyPr>
          <a:lstStyle/>
          <a:p>
            <a:pPr indent="-298450" lvl="0" marL="457200" rtl="0" algn="l">
              <a:spcBef>
                <a:spcPts val="0"/>
              </a:spcBef>
              <a:spcAft>
                <a:spcPts val="0"/>
              </a:spcAft>
              <a:buSzPts val="1100"/>
              <a:buChar char="-"/>
            </a:pPr>
            <a:r>
              <a:rPr lang="en"/>
              <a:t>Converts wasted kinetic energy into usable electricity</a:t>
            </a:r>
            <a:endParaRPr/>
          </a:p>
        </p:txBody>
      </p:sp>
      <p:sp>
        <p:nvSpPr>
          <p:cNvPr id="997" name="Google Shape;997;p101"/>
          <p:cNvSpPr txBox="1"/>
          <p:nvPr>
            <p:ph idx="9" type="title"/>
          </p:nvPr>
        </p:nvSpPr>
        <p:spPr>
          <a:xfrm>
            <a:off x="3273650" y="3657050"/>
            <a:ext cx="2447700" cy="825900"/>
          </a:xfrm>
          <a:prstGeom prst="rect">
            <a:avLst/>
          </a:prstGeom>
        </p:spPr>
        <p:txBody>
          <a:bodyPr anchorCtr="0" anchor="t" bIns="0" lIns="0" spcFirstLastPara="1" rIns="0" wrap="square" tIns="0">
            <a:noAutofit/>
          </a:bodyPr>
          <a:lstStyle/>
          <a:p>
            <a:pPr indent="-304800" lvl="0" marL="457200" rtl="0" algn="l">
              <a:lnSpc>
                <a:spcPct val="100000"/>
              </a:lnSpc>
              <a:spcBef>
                <a:spcPts val="0"/>
              </a:spcBef>
              <a:spcAft>
                <a:spcPts val="0"/>
              </a:spcAft>
              <a:buSzPts val="1200"/>
              <a:buChar char="-"/>
            </a:pPr>
            <a:r>
              <a:rPr b="0" lang="en" sz="1200"/>
              <a:t>Promotes healthier lifestyles by motivating people to walk and exercise more and generate energy.</a:t>
            </a:r>
            <a:endParaRPr b="0" sz="1200"/>
          </a:p>
          <a:p>
            <a:pPr indent="0" lvl="0" marL="457200" rtl="0" algn="l">
              <a:spcBef>
                <a:spcPts val="1200"/>
              </a:spcBef>
              <a:spcAft>
                <a:spcPts val="0"/>
              </a:spcAft>
              <a:buNone/>
            </a:pPr>
            <a:r>
              <a:t/>
            </a:r>
            <a:endParaRPr b="0" sz="1200"/>
          </a:p>
        </p:txBody>
      </p:sp>
      <p:sp>
        <p:nvSpPr>
          <p:cNvPr id="998" name="Google Shape;998;p101"/>
          <p:cNvSpPr txBox="1"/>
          <p:nvPr>
            <p:ph idx="13" type="body"/>
          </p:nvPr>
        </p:nvSpPr>
        <p:spPr>
          <a:xfrm>
            <a:off x="3287912" y="4402900"/>
            <a:ext cx="2325600" cy="169200"/>
          </a:xfrm>
          <a:prstGeom prst="rect">
            <a:avLst/>
          </a:prstGeom>
        </p:spPr>
        <p:txBody>
          <a:bodyPr anchorCtr="0" anchor="t" bIns="0" lIns="0" spcFirstLastPara="1" rIns="0" wrap="square" tIns="0">
            <a:spAutoFit/>
          </a:bodyPr>
          <a:lstStyle/>
          <a:p>
            <a:pPr indent="0" lvl="0" marL="457200" rtl="0" algn="l">
              <a:spcBef>
                <a:spcPts val="0"/>
              </a:spcBef>
              <a:spcAft>
                <a:spcPts val="1200"/>
              </a:spcAft>
              <a:buNone/>
            </a:pPr>
            <a:r>
              <a:t/>
            </a:r>
            <a:endParaRPr/>
          </a:p>
        </p:txBody>
      </p:sp>
      <p:sp>
        <p:nvSpPr>
          <p:cNvPr id="999" name="Google Shape;999;p101"/>
          <p:cNvSpPr txBox="1"/>
          <p:nvPr>
            <p:ph idx="14" type="title"/>
          </p:nvPr>
        </p:nvSpPr>
        <p:spPr>
          <a:xfrm>
            <a:off x="6339025" y="3684925"/>
            <a:ext cx="2325600" cy="558900"/>
          </a:xfrm>
          <a:prstGeom prst="rect">
            <a:avLst/>
          </a:prstGeom>
        </p:spPr>
        <p:txBody>
          <a:bodyPr anchorCtr="0" anchor="t" bIns="0" lIns="0" spcFirstLastPara="1" rIns="0" wrap="square" tIns="0">
            <a:noAutofit/>
          </a:bodyPr>
          <a:lstStyle/>
          <a:p>
            <a:pPr indent="-298450" lvl="0" marL="457200" rtl="0" algn="l">
              <a:lnSpc>
                <a:spcPct val="100000"/>
              </a:lnSpc>
              <a:spcBef>
                <a:spcPts val="0"/>
              </a:spcBef>
              <a:spcAft>
                <a:spcPts val="0"/>
              </a:spcAft>
              <a:buSzPts val="1100"/>
              <a:buChar char="-"/>
            </a:pPr>
            <a:r>
              <a:rPr b="0" lang="en" sz="1100"/>
              <a:t>Provides an excellent tool for teaching renewable energy and sustainability.</a:t>
            </a:r>
            <a:endParaRPr sz="1100"/>
          </a:p>
        </p:txBody>
      </p:sp>
      <p:sp>
        <p:nvSpPr>
          <p:cNvPr id="1000" name="Google Shape;1000;p101"/>
          <p:cNvSpPr txBox="1"/>
          <p:nvPr>
            <p:ph idx="15" type="body"/>
          </p:nvPr>
        </p:nvSpPr>
        <p:spPr>
          <a:xfrm>
            <a:off x="6366900" y="4250575"/>
            <a:ext cx="2325600" cy="744900"/>
          </a:xfrm>
          <a:prstGeom prst="rect">
            <a:avLst/>
          </a:prstGeom>
        </p:spPr>
        <p:txBody>
          <a:bodyPr anchorCtr="0" anchor="t" bIns="0" lIns="0" spcFirstLastPara="1" rIns="0" wrap="square" tIns="0">
            <a:spAutoFit/>
          </a:bodyPr>
          <a:lstStyle/>
          <a:p>
            <a:pPr indent="-298450" lvl="0" marL="457200" rtl="0" algn="l">
              <a:lnSpc>
                <a:spcPct val="85000"/>
              </a:lnSpc>
              <a:spcBef>
                <a:spcPts val="0"/>
              </a:spcBef>
              <a:spcAft>
                <a:spcPts val="0"/>
              </a:spcAft>
              <a:buSzPts val="1100"/>
              <a:buChar char="-"/>
            </a:pPr>
            <a:r>
              <a:rPr lang="en"/>
              <a:t>Encourages greener living and raises awareness of personal energy consumption.</a:t>
            </a:r>
            <a:endParaRPr/>
          </a:p>
          <a:p>
            <a:pPr indent="0" lvl="0" marL="0" rtl="0" algn="ctr">
              <a:spcBef>
                <a:spcPts val="0"/>
              </a:spcBef>
              <a:spcAft>
                <a:spcPts val="1200"/>
              </a:spcAft>
              <a:buNone/>
            </a:pPr>
            <a:r>
              <a:t/>
            </a:r>
            <a:endParaRPr/>
          </a:p>
        </p:txBody>
      </p:sp>
      <p:pic>
        <p:nvPicPr>
          <p:cNvPr id="1001" name="Google Shape;1001;p101"/>
          <p:cNvPicPr preferRelativeResize="0"/>
          <p:nvPr/>
        </p:nvPicPr>
        <p:blipFill>
          <a:blip r:embed="rId3">
            <a:alphaModFix/>
          </a:blip>
          <a:stretch>
            <a:fillRect/>
          </a:stretch>
        </p:blipFill>
        <p:spPr>
          <a:xfrm>
            <a:off x="668220" y="2247750"/>
            <a:ext cx="1714117" cy="1180975"/>
          </a:xfrm>
          <a:prstGeom prst="rect">
            <a:avLst/>
          </a:prstGeom>
          <a:noFill/>
          <a:ln>
            <a:noFill/>
          </a:ln>
        </p:spPr>
      </p:pic>
      <p:pic>
        <p:nvPicPr>
          <p:cNvPr id="1002" name="Google Shape;1002;p101"/>
          <p:cNvPicPr preferRelativeResize="0"/>
          <p:nvPr/>
        </p:nvPicPr>
        <p:blipFill>
          <a:blip r:embed="rId4">
            <a:alphaModFix/>
          </a:blip>
          <a:stretch>
            <a:fillRect/>
          </a:stretch>
        </p:blipFill>
        <p:spPr>
          <a:xfrm>
            <a:off x="3690875" y="2242500"/>
            <a:ext cx="1763525" cy="1180975"/>
          </a:xfrm>
          <a:prstGeom prst="rect">
            <a:avLst/>
          </a:prstGeom>
          <a:noFill/>
          <a:ln>
            <a:noFill/>
          </a:ln>
        </p:spPr>
      </p:pic>
      <p:pic>
        <p:nvPicPr>
          <p:cNvPr id="1003" name="Google Shape;1003;p101"/>
          <p:cNvPicPr preferRelativeResize="0"/>
          <p:nvPr/>
        </p:nvPicPr>
        <p:blipFill>
          <a:blip r:embed="rId5">
            <a:alphaModFix/>
          </a:blip>
          <a:stretch>
            <a:fillRect/>
          </a:stretch>
        </p:blipFill>
        <p:spPr>
          <a:xfrm>
            <a:off x="6738250" y="2225125"/>
            <a:ext cx="1763525" cy="1139625"/>
          </a:xfrm>
          <a:prstGeom prst="rect">
            <a:avLst/>
          </a:prstGeom>
          <a:noFill/>
          <a:ln>
            <a:noFill/>
          </a:ln>
        </p:spPr>
      </p:pic>
      <p:sp>
        <p:nvSpPr>
          <p:cNvPr id="1004" name="Google Shape;1004;p101"/>
          <p:cNvSpPr txBox="1"/>
          <p:nvPr>
            <p:ph idx="5" type="title"/>
          </p:nvPr>
        </p:nvSpPr>
        <p:spPr>
          <a:xfrm>
            <a:off x="821100" y="1564425"/>
            <a:ext cx="1613100" cy="52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2000"/>
              <a:t>Protecting</a:t>
            </a:r>
            <a:r>
              <a:rPr lang="en" sz="2000"/>
              <a:t>   Environment</a:t>
            </a:r>
            <a:endParaRPr sz="2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p102"/>
          <p:cNvSpPr txBox="1"/>
          <p:nvPr>
            <p:ph type="ctrTitle"/>
          </p:nvPr>
        </p:nvSpPr>
        <p:spPr>
          <a:xfrm>
            <a:off x="429300" y="604250"/>
            <a:ext cx="8285400" cy="842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5200">
                <a:latin typeface="Calibri"/>
                <a:ea typeface="Calibri"/>
                <a:cs typeface="Calibri"/>
                <a:sym typeface="Calibri"/>
              </a:rPr>
              <a:t>Project Summary</a:t>
            </a:r>
            <a:endParaRPr sz="5200"/>
          </a:p>
        </p:txBody>
      </p:sp>
      <p:sp>
        <p:nvSpPr>
          <p:cNvPr id="1010" name="Google Shape;1010;p102"/>
          <p:cNvSpPr txBox="1"/>
          <p:nvPr>
            <p:ph idx="1" type="subTitle"/>
          </p:nvPr>
        </p:nvSpPr>
        <p:spPr>
          <a:xfrm>
            <a:off x="429300" y="1277050"/>
            <a:ext cx="8550000" cy="3020400"/>
          </a:xfrm>
          <a:prstGeom prst="rect">
            <a:avLst/>
          </a:prstGeom>
        </p:spPr>
        <p:txBody>
          <a:bodyPr anchorCtr="0" anchor="t" bIns="91425" lIns="91425" spcFirstLastPara="1" rIns="91425" wrap="square" tIns="91425">
            <a:noAutofit/>
          </a:bodyPr>
          <a:lstStyle/>
          <a:p>
            <a:pPr indent="-355600" lvl="0" marL="457200" rtl="0" algn="l">
              <a:lnSpc>
                <a:spcPct val="115000"/>
              </a:lnSpc>
              <a:spcBef>
                <a:spcPts val="800"/>
              </a:spcBef>
              <a:spcAft>
                <a:spcPts val="0"/>
              </a:spcAft>
              <a:buSzPts val="2000"/>
              <a:buFont typeface="Calibri"/>
              <a:buChar char="-"/>
            </a:pPr>
            <a:r>
              <a:rPr lang="en" sz="2000">
                <a:latin typeface="Calibri"/>
                <a:ea typeface="Calibri"/>
                <a:cs typeface="Calibri"/>
                <a:sym typeface="Calibri"/>
              </a:rPr>
              <a:t>Our project focuses on developing sustainable kinetic energy harvesting shoes by integrating </a:t>
            </a:r>
            <a:r>
              <a:rPr lang="en" sz="2000">
                <a:latin typeface="Calibri"/>
                <a:ea typeface="Calibri"/>
                <a:cs typeface="Calibri"/>
                <a:sym typeface="Calibri"/>
              </a:rPr>
              <a:t>piezoelectric</a:t>
            </a:r>
            <a:r>
              <a:rPr lang="en" sz="2000">
                <a:latin typeface="Calibri"/>
                <a:ea typeface="Calibri"/>
                <a:cs typeface="Calibri"/>
                <a:sym typeface="Calibri"/>
              </a:rPr>
              <a:t> sensors with 3D technology.</a:t>
            </a:r>
            <a:endParaRPr sz="2000">
              <a:latin typeface="Calibri"/>
              <a:ea typeface="Calibri"/>
              <a:cs typeface="Calibri"/>
              <a:sym typeface="Calibri"/>
            </a:endParaRPr>
          </a:p>
          <a:p>
            <a:pPr indent="-355600" lvl="0" marL="457200" rtl="0" algn="l">
              <a:lnSpc>
                <a:spcPct val="115000"/>
              </a:lnSpc>
              <a:spcBef>
                <a:spcPts val="0"/>
              </a:spcBef>
              <a:spcAft>
                <a:spcPts val="0"/>
              </a:spcAft>
              <a:buSzPts val="2000"/>
              <a:buFont typeface="Calibri"/>
              <a:buChar char="-"/>
            </a:pPr>
            <a:r>
              <a:rPr lang="en" sz="2000">
                <a:latin typeface="Calibri"/>
                <a:ea typeface="Calibri"/>
                <a:cs typeface="Calibri"/>
                <a:sym typeface="Calibri"/>
              </a:rPr>
              <a:t>Our project utilizes a 3D-printed shoe sole to house the electrical components.</a:t>
            </a:r>
            <a:endParaRPr sz="2000">
              <a:latin typeface="Calibri"/>
              <a:ea typeface="Calibri"/>
              <a:cs typeface="Calibri"/>
              <a:sym typeface="Calibri"/>
            </a:endParaRPr>
          </a:p>
          <a:p>
            <a:pPr indent="-355600" lvl="0" marL="457200" rtl="0" algn="l">
              <a:lnSpc>
                <a:spcPct val="115000"/>
              </a:lnSpc>
              <a:spcBef>
                <a:spcPts val="0"/>
              </a:spcBef>
              <a:spcAft>
                <a:spcPts val="0"/>
              </a:spcAft>
              <a:buSzPts val="2000"/>
              <a:buFont typeface="Calibri"/>
              <a:buChar char="-"/>
            </a:pPr>
            <a:r>
              <a:rPr lang="en" sz="2000">
                <a:latin typeface="Calibri"/>
                <a:ea typeface="Calibri"/>
                <a:cs typeface="Calibri"/>
                <a:sym typeface="Calibri"/>
              </a:rPr>
              <a:t>The piezoelectric sensors generate power when people walk or run.</a:t>
            </a:r>
            <a:endParaRPr sz="2000">
              <a:latin typeface="Calibri"/>
              <a:ea typeface="Calibri"/>
              <a:cs typeface="Calibri"/>
              <a:sym typeface="Calibri"/>
            </a:endParaRPr>
          </a:p>
          <a:p>
            <a:pPr indent="-355600" lvl="0" marL="457200" rtl="0" algn="l">
              <a:lnSpc>
                <a:spcPct val="115000"/>
              </a:lnSpc>
              <a:spcBef>
                <a:spcPts val="0"/>
              </a:spcBef>
              <a:spcAft>
                <a:spcPts val="0"/>
              </a:spcAft>
              <a:buSzPts val="2000"/>
              <a:buFont typeface="Calibri"/>
              <a:buChar char="-"/>
            </a:pPr>
            <a:r>
              <a:rPr lang="en" sz="2000">
                <a:latin typeface="Calibri"/>
                <a:ea typeface="Calibri"/>
                <a:cs typeface="Calibri"/>
                <a:sym typeface="Calibri"/>
              </a:rPr>
              <a:t>The generated power can be stored in an embedded battery to charge wearable devices and cell phones.</a:t>
            </a:r>
            <a:endParaRPr sz="2000">
              <a:latin typeface="Calibri"/>
              <a:ea typeface="Calibri"/>
              <a:cs typeface="Calibri"/>
              <a:sym typeface="Calibri"/>
            </a:endParaRPr>
          </a:p>
          <a:p>
            <a:pPr indent="-355600" lvl="0" marL="457200" rtl="0" algn="l">
              <a:lnSpc>
                <a:spcPct val="115000"/>
              </a:lnSpc>
              <a:spcBef>
                <a:spcPts val="0"/>
              </a:spcBef>
              <a:spcAft>
                <a:spcPts val="0"/>
              </a:spcAft>
              <a:buSzPts val="2000"/>
              <a:buFont typeface="Calibri"/>
              <a:buChar char="-"/>
            </a:pPr>
            <a:r>
              <a:rPr lang="en" sz="2000">
                <a:latin typeface="Calibri"/>
                <a:ea typeface="Calibri"/>
                <a:cs typeface="Calibri"/>
                <a:sym typeface="Calibri"/>
              </a:rPr>
              <a:t>NinjaFlex 3D Printer Filament (85A) </a:t>
            </a:r>
            <a:r>
              <a:rPr lang="en" sz="2000">
                <a:latin typeface="Calibri"/>
                <a:ea typeface="Calibri"/>
                <a:cs typeface="Calibri"/>
                <a:sym typeface="Calibri"/>
              </a:rPr>
              <a:t>housing ensures comfort and durability.</a:t>
            </a:r>
            <a:endParaRPr sz="2000">
              <a:latin typeface="Calibri"/>
              <a:ea typeface="Calibri"/>
              <a:cs typeface="Calibri"/>
              <a:sym typeface="Calibri"/>
            </a:endParaRPr>
          </a:p>
          <a:p>
            <a:pPr indent="0" lvl="0" marL="0" rtl="0" algn="l">
              <a:lnSpc>
                <a:spcPct val="115000"/>
              </a:lnSpc>
              <a:spcBef>
                <a:spcPts val="800"/>
              </a:spcBef>
              <a:spcAft>
                <a:spcPts val="0"/>
              </a:spcAft>
              <a:buNone/>
            </a:pPr>
            <a:r>
              <a:t/>
            </a:r>
            <a:endParaRPr sz="2000">
              <a:latin typeface="Calibri"/>
              <a:ea typeface="Calibri"/>
              <a:cs typeface="Calibri"/>
              <a:sym typeface="Calibri"/>
            </a:endParaRPr>
          </a:p>
          <a:p>
            <a:pPr indent="0" lvl="0" marL="0" rtl="0" algn="l">
              <a:lnSpc>
                <a:spcPct val="115000"/>
              </a:lnSpc>
              <a:spcBef>
                <a:spcPts val="800"/>
              </a:spcBef>
              <a:spcAft>
                <a:spcPts val="0"/>
              </a:spcAft>
              <a:buNone/>
            </a:pPr>
            <a:r>
              <a:t/>
            </a:r>
            <a:endParaRPr sz="2000">
              <a:latin typeface="Calibri"/>
              <a:ea typeface="Calibri"/>
              <a:cs typeface="Calibri"/>
              <a:sym typeface="Calibri"/>
            </a:endParaRPr>
          </a:p>
        </p:txBody>
      </p:sp>
      <p:sp>
        <p:nvSpPr>
          <p:cNvPr id="1011" name="Google Shape;1011;p102"/>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1015" name="Shape 1015"/>
        <p:cNvGrpSpPr/>
        <p:nvPr/>
      </p:nvGrpSpPr>
      <p:grpSpPr>
        <a:xfrm>
          <a:off x="0" y="0"/>
          <a:ext cx="0" cy="0"/>
          <a:chOff x="0" y="0"/>
          <a:chExt cx="0" cy="0"/>
        </a:xfrm>
      </p:grpSpPr>
      <p:sp>
        <p:nvSpPr>
          <p:cNvPr id="1016" name="Google Shape;1016;p103"/>
          <p:cNvSpPr txBox="1"/>
          <p:nvPr>
            <p:ph idx="4294967295" type="title"/>
          </p:nvPr>
        </p:nvSpPr>
        <p:spPr>
          <a:xfrm>
            <a:off x="434800" y="2593850"/>
            <a:ext cx="2073300" cy="393600"/>
          </a:xfrm>
          <a:prstGeom prst="rect">
            <a:avLst/>
          </a:prstGeom>
          <a:effectLst>
            <a:outerShdw blurRad="57150" rotWithShape="0" algn="bl" dir="5400000" dist="19050">
              <a:srgbClr val="000000">
                <a:alpha val="50000"/>
              </a:srgbClr>
            </a:outerShdw>
          </a:effectLst>
        </p:spPr>
        <p:txBody>
          <a:bodyPr anchorCtr="0" anchor="b" bIns="0" lIns="0" spcFirstLastPara="1" rIns="0" wrap="square" tIns="0">
            <a:normAutofit fontScale="90000"/>
          </a:bodyPr>
          <a:lstStyle/>
          <a:p>
            <a:pPr indent="0" lvl="0" marL="0" rtl="0" algn="ctr">
              <a:spcBef>
                <a:spcPts val="0"/>
              </a:spcBef>
              <a:spcAft>
                <a:spcPts val="0"/>
              </a:spcAft>
              <a:buNone/>
            </a:pPr>
            <a:r>
              <a:rPr lang="en"/>
              <a:t>Shoe Sole </a:t>
            </a:r>
            <a:endParaRPr/>
          </a:p>
          <a:p>
            <a:pPr indent="0" lvl="0" marL="0" rtl="0" algn="ctr">
              <a:spcBef>
                <a:spcPts val="0"/>
              </a:spcBef>
              <a:spcAft>
                <a:spcPts val="0"/>
              </a:spcAft>
              <a:buNone/>
            </a:pPr>
            <a:r>
              <a:rPr lang="en"/>
              <a:t>3D Design:</a:t>
            </a:r>
            <a:endParaRPr/>
          </a:p>
        </p:txBody>
      </p:sp>
      <p:pic>
        <p:nvPicPr>
          <p:cNvPr id="1017" name="Google Shape;1017;p103"/>
          <p:cNvPicPr preferRelativeResize="0"/>
          <p:nvPr/>
        </p:nvPicPr>
        <p:blipFill>
          <a:blip r:embed="rId3">
            <a:alphaModFix/>
          </a:blip>
          <a:stretch>
            <a:fillRect/>
          </a:stretch>
        </p:blipFill>
        <p:spPr>
          <a:xfrm>
            <a:off x="2508100" y="501125"/>
            <a:ext cx="4590048" cy="2666325"/>
          </a:xfrm>
          <a:prstGeom prst="rect">
            <a:avLst/>
          </a:prstGeom>
          <a:noFill/>
          <a:ln>
            <a:noFill/>
          </a:ln>
        </p:spPr>
      </p:pic>
      <p:pic>
        <p:nvPicPr>
          <p:cNvPr id="1018" name="Google Shape;1018;p103"/>
          <p:cNvPicPr preferRelativeResize="0"/>
          <p:nvPr/>
        </p:nvPicPr>
        <p:blipFill>
          <a:blip r:embed="rId4">
            <a:alphaModFix/>
          </a:blip>
          <a:stretch>
            <a:fillRect/>
          </a:stretch>
        </p:blipFill>
        <p:spPr>
          <a:xfrm>
            <a:off x="5824800" y="3226075"/>
            <a:ext cx="2343449" cy="1877901"/>
          </a:xfrm>
          <a:prstGeom prst="rect">
            <a:avLst/>
          </a:prstGeom>
          <a:noFill/>
          <a:ln>
            <a:noFill/>
          </a:ln>
        </p:spPr>
      </p:pic>
      <p:sp>
        <p:nvSpPr>
          <p:cNvPr id="1019" name="Google Shape;1019;p103"/>
          <p:cNvSpPr txBox="1"/>
          <p:nvPr/>
        </p:nvSpPr>
        <p:spPr>
          <a:xfrm>
            <a:off x="2682000" y="2782550"/>
            <a:ext cx="30000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t/>
            </a:r>
            <a:endParaRPr b="1" sz="1300" u="sng">
              <a:solidFill>
                <a:schemeClr val="hlink"/>
              </a:solidFill>
              <a:hlinkClick r:id="rId5"/>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1023" name="Shape 1023"/>
        <p:cNvGrpSpPr/>
        <p:nvPr/>
      </p:nvGrpSpPr>
      <p:grpSpPr>
        <a:xfrm>
          <a:off x="0" y="0"/>
          <a:ext cx="0" cy="0"/>
          <a:chOff x="0" y="0"/>
          <a:chExt cx="0" cy="0"/>
        </a:xfrm>
      </p:grpSpPr>
      <p:sp>
        <p:nvSpPr>
          <p:cNvPr id="1024" name="Google Shape;1024;p104"/>
          <p:cNvSpPr txBox="1"/>
          <p:nvPr>
            <p:ph idx="4294967295" type="title"/>
          </p:nvPr>
        </p:nvSpPr>
        <p:spPr>
          <a:xfrm>
            <a:off x="434800" y="2593850"/>
            <a:ext cx="2073300" cy="393600"/>
          </a:xfrm>
          <a:prstGeom prst="rect">
            <a:avLst/>
          </a:prstGeom>
          <a:effectLst>
            <a:outerShdw blurRad="57150" rotWithShape="0" algn="bl" dir="5400000" dist="19050">
              <a:srgbClr val="000000">
                <a:alpha val="50000"/>
              </a:srgbClr>
            </a:outerShdw>
          </a:effectLst>
        </p:spPr>
        <p:txBody>
          <a:bodyPr anchorCtr="0" anchor="b" bIns="0" lIns="0" spcFirstLastPara="1" rIns="0" wrap="square" tIns="0">
            <a:normAutofit fontScale="90000"/>
          </a:bodyPr>
          <a:lstStyle/>
          <a:p>
            <a:pPr indent="0" lvl="0" marL="0" rtl="0" algn="ctr">
              <a:spcBef>
                <a:spcPts val="0"/>
              </a:spcBef>
              <a:spcAft>
                <a:spcPts val="0"/>
              </a:spcAft>
              <a:buNone/>
            </a:pPr>
            <a:r>
              <a:t/>
            </a:r>
            <a:endParaRPr/>
          </a:p>
        </p:txBody>
      </p:sp>
      <p:pic>
        <p:nvPicPr>
          <p:cNvPr id="1025" name="Google Shape;1025;p104"/>
          <p:cNvPicPr preferRelativeResize="0"/>
          <p:nvPr/>
        </p:nvPicPr>
        <p:blipFill>
          <a:blip r:embed="rId3">
            <a:alphaModFix/>
          </a:blip>
          <a:stretch>
            <a:fillRect/>
          </a:stretch>
        </p:blipFill>
        <p:spPr>
          <a:xfrm>
            <a:off x="5943925" y="3774800"/>
            <a:ext cx="3060126" cy="1106700"/>
          </a:xfrm>
          <a:prstGeom prst="rect">
            <a:avLst/>
          </a:prstGeom>
          <a:noFill/>
          <a:ln>
            <a:noFill/>
          </a:ln>
        </p:spPr>
      </p:pic>
      <p:pic>
        <p:nvPicPr>
          <p:cNvPr id="1026" name="Google Shape;1026;p104"/>
          <p:cNvPicPr preferRelativeResize="0"/>
          <p:nvPr/>
        </p:nvPicPr>
        <p:blipFill>
          <a:blip r:embed="rId4">
            <a:alphaModFix/>
          </a:blip>
          <a:stretch>
            <a:fillRect/>
          </a:stretch>
        </p:blipFill>
        <p:spPr>
          <a:xfrm>
            <a:off x="964613" y="321000"/>
            <a:ext cx="7026924" cy="2807375"/>
          </a:xfrm>
          <a:prstGeom prst="rect">
            <a:avLst/>
          </a:prstGeom>
          <a:noFill/>
          <a:ln>
            <a:noFill/>
          </a:ln>
        </p:spPr>
      </p:pic>
      <p:sp>
        <p:nvSpPr>
          <p:cNvPr id="1027" name="Google Shape;1027;p104"/>
          <p:cNvSpPr txBox="1"/>
          <p:nvPr/>
        </p:nvSpPr>
        <p:spPr>
          <a:xfrm>
            <a:off x="2508100" y="3391175"/>
            <a:ext cx="1926000" cy="61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Energy Storage</a:t>
            </a:r>
            <a:endParaRPr b="1"/>
          </a:p>
          <a:p>
            <a:pPr indent="0" lvl="0" marL="0" rtl="0" algn="ctr">
              <a:spcBef>
                <a:spcPts val="0"/>
              </a:spcBef>
              <a:spcAft>
                <a:spcPts val="0"/>
              </a:spcAft>
              <a:buNone/>
            </a:pPr>
            <a:r>
              <a:rPr b="1" lang="en"/>
              <a:t>(Battery)</a:t>
            </a:r>
            <a:endParaRPr b="1"/>
          </a:p>
        </p:txBody>
      </p:sp>
      <p:sp>
        <p:nvSpPr>
          <p:cNvPr id="1028" name="Google Shape;1028;p104"/>
          <p:cNvSpPr txBox="1"/>
          <p:nvPr/>
        </p:nvSpPr>
        <p:spPr>
          <a:xfrm>
            <a:off x="4171400" y="3391175"/>
            <a:ext cx="1926000" cy="61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Charging </a:t>
            </a:r>
            <a:r>
              <a:rPr b="1" lang="en"/>
              <a:t>Module</a:t>
            </a:r>
            <a:endParaRPr b="1"/>
          </a:p>
          <a:p>
            <a:pPr indent="0" lvl="0" marL="0" rtl="0" algn="ctr">
              <a:spcBef>
                <a:spcPts val="0"/>
              </a:spcBef>
              <a:spcAft>
                <a:spcPts val="0"/>
              </a:spcAft>
              <a:buNone/>
            </a:pPr>
            <a:r>
              <a:rPr b="1" lang="en"/>
              <a:t>(USB Output)</a:t>
            </a:r>
            <a:endParaRPr b="1"/>
          </a:p>
        </p:txBody>
      </p:sp>
      <p:sp>
        <p:nvSpPr>
          <p:cNvPr id="1029" name="Google Shape;1029;p104"/>
          <p:cNvSpPr txBox="1"/>
          <p:nvPr/>
        </p:nvSpPr>
        <p:spPr>
          <a:xfrm>
            <a:off x="362475" y="3391175"/>
            <a:ext cx="1926000" cy="61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Power from Piezoelectric Discs</a:t>
            </a:r>
            <a:endParaRPr b="1"/>
          </a:p>
        </p:txBody>
      </p:sp>
      <p:sp>
        <p:nvSpPr>
          <p:cNvPr id="1030" name="Google Shape;1030;p104"/>
          <p:cNvSpPr txBox="1"/>
          <p:nvPr/>
        </p:nvSpPr>
        <p:spPr>
          <a:xfrm>
            <a:off x="1203825" y="4161525"/>
            <a:ext cx="1926000" cy="45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a:solidFill>
                  <a:schemeClr val="dk1"/>
                </a:solidFill>
              </a:rPr>
              <a:t>Diode Rectifier</a:t>
            </a:r>
            <a:endParaRPr b="1"/>
          </a:p>
        </p:txBody>
      </p:sp>
      <p:cxnSp>
        <p:nvCxnSpPr>
          <p:cNvPr id="1031" name="Google Shape;1031;p104"/>
          <p:cNvCxnSpPr>
            <a:endCxn id="1029" idx="0"/>
          </p:cNvCxnSpPr>
          <p:nvPr/>
        </p:nvCxnSpPr>
        <p:spPr>
          <a:xfrm flipH="1">
            <a:off x="1325475" y="2248175"/>
            <a:ext cx="765300" cy="1143000"/>
          </a:xfrm>
          <a:prstGeom prst="straightConnector1">
            <a:avLst/>
          </a:prstGeom>
          <a:noFill/>
          <a:ln cap="flat" cmpd="sng" w="19050">
            <a:solidFill>
              <a:schemeClr val="dk1"/>
            </a:solidFill>
            <a:prstDash val="solid"/>
            <a:round/>
            <a:headEnd len="med" w="med" type="none"/>
            <a:tailEnd len="med" w="med" type="none"/>
          </a:ln>
        </p:spPr>
      </p:cxnSp>
      <p:cxnSp>
        <p:nvCxnSpPr>
          <p:cNvPr id="1032" name="Google Shape;1032;p104"/>
          <p:cNvCxnSpPr>
            <a:endCxn id="1030" idx="0"/>
          </p:cNvCxnSpPr>
          <p:nvPr/>
        </p:nvCxnSpPr>
        <p:spPr>
          <a:xfrm flipH="1">
            <a:off x="2166825" y="1790025"/>
            <a:ext cx="632400" cy="2371500"/>
          </a:xfrm>
          <a:prstGeom prst="straightConnector1">
            <a:avLst/>
          </a:prstGeom>
          <a:noFill/>
          <a:ln cap="flat" cmpd="sng" w="19050">
            <a:solidFill>
              <a:schemeClr val="dk1"/>
            </a:solidFill>
            <a:prstDash val="solid"/>
            <a:round/>
            <a:headEnd len="med" w="med" type="none"/>
            <a:tailEnd len="med" w="med" type="none"/>
          </a:ln>
        </p:spPr>
      </p:cxnSp>
      <p:cxnSp>
        <p:nvCxnSpPr>
          <p:cNvPr id="1033" name="Google Shape;1033;p104"/>
          <p:cNvCxnSpPr/>
          <p:nvPr/>
        </p:nvCxnSpPr>
        <p:spPr>
          <a:xfrm flipH="1">
            <a:off x="3703500" y="1629700"/>
            <a:ext cx="868500" cy="1753500"/>
          </a:xfrm>
          <a:prstGeom prst="straightConnector1">
            <a:avLst/>
          </a:prstGeom>
          <a:noFill/>
          <a:ln cap="flat" cmpd="sng" w="19050">
            <a:solidFill>
              <a:schemeClr val="dk1"/>
            </a:solidFill>
            <a:prstDash val="solid"/>
            <a:round/>
            <a:headEnd len="med" w="med" type="none"/>
            <a:tailEnd len="med" w="med" type="none"/>
          </a:ln>
        </p:spPr>
      </p:cxnSp>
      <p:cxnSp>
        <p:nvCxnSpPr>
          <p:cNvPr id="1034" name="Google Shape;1034;p104"/>
          <p:cNvCxnSpPr>
            <a:endCxn id="1028" idx="0"/>
          </p:cNvCxnSpPr>
          <p:nvPr/>
        </p:nvCxnSpPr>
        <p:spPr>
          <a:xfrm flipH="1">
            <a:off x="5134400" y="2051975"/>
            <a:ext cx="651300" cy="1339200"/>
          </a:xfrm>
          <a:prstGeom prst="straightConnector1">
            <a:avLst/>
          </a:prstGeom>
          <a:noFill/>
          <a:ln cap="flat" cmpd="sng" w="19050">
            <a:solidFill>
              <a:schemeClr val="dk1"/>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105"/>
          <p:cNvSpPr txBox="1"/>
          <p:nvPr>
            <p:ph type="ctrTitle"/>
          </p:nvPr>
        </p:nvSpPr>
        <p:spPr>
          <a:xfrm>
            <a:off x="429300" y="677900"/>
            <a:ext cx="2557200" cy="640800"/>
          </a:xfrm>
          <a:prstGeom prst="rect">
            <a:avLst/>
          </a:prstGeom>
        </p:spPr>
        <p:txBody>
          <a:bodyPr anchorCtr="0" anchor="b" bIns="91425" lIns="91425" spcFirstLastPara="1" rIns="91425" wrap="square" tIns="91425">
            <a:noAutofit/>
          </a:bodyPr>
          <a:lstStyle/>
          <a:p>
            <a:pPr indent="0" lvl="0" marL="0" rtl="0" algn="ctr">
              <a:lnSpc>
                <a:spcPct val="115000"/>
              </a:lnSpc>
              <a:spcBef>
                <a:spcPts val="1800"/>
              </a:spcBef>
              <a:spcAft>
                <a:spcPts val="400"/>
              </a:spcAft>
              <a:buClr>
                <a:schemeClr val="dk1"/>
              </a:buClr>
              <a:buSzPts val="1100"/>
              <a:buFont typeface="Arial"/>
              <a:buNone/>
            </a:pPr>
            <a:r>
              <a:rPr b="1" lang="en" sz="2400">
                <a:latin typeface="Arial"/>
                <a:ea typeface="Arial"/>
                <a:cs typeface="Arial"/>
                <a:sym typeface="Arial"/>
              </a:rPr>
              <a:t>Electrical Components</a:t>
            </a:r>
            <a:endParaRPr/>
          </a:p>
        </p:txBody>
      </p:sp>
      <p:sp>
        <p:nvSpPr>
          <p:cNvPr id="1040" name="Google Shape;1040;p105"/>
          <p:cNvSpPr txBox="1"/>
          <p:nvPr>
            <p:ph idx="1" type="subTitle"/>
          </p:nvPr>
        </p:nvSpPr>
        <p:spPr>
          <a:xfrm>
            <a:off x="131550" y="1352125"/>
            <a:ext cx="3152700" cy="3611100"/>
          </a:xfrm>
          <a:prstGeom prst="rect">
            <a:avLst/>
          </a:prstGeom>
        </p:spPr>
        <p:txBody>
          <a:bodyPr anchorCtr="0" anchor="t" bIns="91425" lIns="91425" spcFirstLastPara="1" rIns="91425" wrap="square" tIns="91425">
            <a:noAutofit/>
          </a:bodyPr>
          <a:lstStyle/>
          <a:p>
            <a:pPr indent="-292100" lvl="0" marL="457200" rtl="0" algn="l">
              <a:lnSpc>
                <a:spcPct val="150000"/>
              </a:lnSpc>
              <a:spcBef>
                <a:spcPts val="1200"/>
              </a:spcBef>
              <a:spcAft>
                <a:spcPts val="0"/>
              </a:spcAft>
              <a:buSzPts val="1000"/>
              <a:buFont typeface="Arial"/>
              <a:buChar char="●"/>
            </a:pPr>
            <a:r>
              <a:rPr b="1" lang="en" sz="1000">
                <a:latin typeface="Arial"/>
                <a:ea typeface="Arial"/>
                <a:cs typeface="Arial"/>
                <a:sym typeface="Arial"/>
              </a:rPr>
              <a:t>12 x 27mm Piezoelectric Discs</a:t>
            </a:r>
            <a:endParaRPr b="1" sz="1000">
              <a:latin typeface="Arial"/>
              <a:ea typeface="Arial"/>
              <a:cs typeface="Arial"/>
              <a:sym typeface="Arial"/>
            </a:endParaRPr>
          </a:p>
          <a:p>
            <a:pPr indent="-292100" lvl="0" marL="457200" rtl="0" algn="l">
              <a:lnSpc>
                <a:spcPct val="150000"/>
              </a:lnSpc>
              <a:spcBef>
                <a:spcPts val="0"/>
              </a:spcBef>
              <a:spcAft>
                <a:spcPts val="0"/>
              </a:spcAft>
              <a:buSzPts val="1000"/>
              <a:buFont typeface="Arial"/>
              <a:buChar char="●"/>
            </a:pPr>
            <a:r>
              <a:rPr b="1" lang="en" sz="1000">
                <a:latin typeface="Arial"/>
                <a:ea typeface="Arial"/>
                <a:cs typeface="Arial"/>
                <a:sym typeface="Arial"/>
              </a:rPr>
              <a:t>4 x Schottky Diodes (1N5819) for a Bridge Rectifier</a:t>
            </a:r>
            <a:endParaRPr b="1" sz="1000">
              <a:solidFill>
                <a:srgbClr val="FF0000"/>
              </a:solidFill>
              <a:latin typeface="Arial"/>
              <a:ea typeface="Arial"/>
              <a:cs typeface="Arial"/>
              <a:sym typeface="Arial"/>
            </a:endParaRPr>
          </a:p>
          <a:p>
            <a:pPr indent="-292100" lvl="0" marL="457200" rtl="0" algn="l">
              <a:lnSpc>
                <a:spcPct val="150000"/>
              </a:lnSpc>
              <a:spcBef>
                <a:spcPts val="0"/>
              </a:spcBef>
              <a:spcAft>
                <a:spcPts val="0"/>
              </a:spcAft>
              <a:buSzPts val="1000"/>
              <a:buFont typeface="Arial"/>
              <a:buChar char="●"/>
            </a:pPr>
            <a:r>
              <a:rPr b="1" lang="en" sz="1000">
                <a:latin typeface="Arial"/>
                <a:ea typeface="Arial"/>
                <a:cs typeface="Arial"/>
                <a:sym typeface="Arial"/>
              </a:rPr>
              <a:t>5V Boost Converter (Power Supply Module Lithium Battery Li-ion Charging Protection Board 134N3P)</a:t>
            </a:r>
            <a:endParaRPr b="1" sz="1000">
              <a:latin typeface="Arial"/>
              <a:ea typeface="Arial"/>
              <a:cs typeface="Arial"/>
              <a:sym typeface="Arial"/>
            </a:endParaRPr>
          </a:p>
          <a:p>
            <a:pPr indent="-292100" lvl="0" marL="457200" rtl="0" algn="l">
              <a:lnSpc>
                <a:spcPct val="150000"/>
              </a:lnSpc>
              <a:spcBef>
                <a:spcPts val="0"/>
              </a:spcBef>
              <a:spcAft>
                <a:spcPts val="0"/>
              </a:spcAft>
              <a:buSzPts val="1000"/>
              <a:buFont typeface="Arial"/>
              <a:buChar char="●"/>
            </a:pPr>
            <a:r>
              <a:rPr b="1" lang="en" sz="1000">
                <a:latin typeface="Arial"/>
                <a:ea typeface="Arial"/>
                <a:cs typeface="Arial"/>
                <a:sym typeface="Arial"/>
              </a:rPr>
              <a:t>18650 Battery Storage Case/Charging Board</a:t>
            </a:r>
            <a:endParaRPr b="1" sz="1000">
              <a:latin typeface="Arial"/>
              <a:ea typeface="Arial"/>
              <a:cs typeface="Arial"/>
              <a:sym typeface="Arial"/>
            </a:endParaRPr>
          </a:p>
          <a:p>
            <a:pPr indent="-292100" lvl="0" marL="457200" rtl="0" algn="l">
              <a:lnSpc>
                <a:spcPct val="150000"/>
              </a:lnSpc>
              <a:spcBef>
                <a:spcPts val="0"/>
              </a:spcBef>
              <a:spcAft>
                <a:spcPts val="0"/>
              </a:spcAft>
              <a:buSzPts val="1000"/>
              <a:buFont typeface="Arial"/>
              <a:buChar char="●"/>
            </a:pPr>
            <a:r>
              <a:rPr b="1" lang="en" sz="1000">
                <a:latin typeface="Arial"/>
                <a:ea typeface="Arial"/>
                <a:cs typeface="Arial"/>
                <a:sym typeface="Arial"/>
              </a:rPr>
              <a:t>18650 Rechargeable Battery</a:t>
            </a:r>
            <a:endParaRPr b="1" sz="1000">
              <a:latin typeface="Calibri"/>
              <a:ea typeface="Calibri"/>
              <a:cs typeface="Calibri"/>
              <a:sym typeface="Calibri"/>
            </a:endParaRPr>
          </a:p>
        </p:txBody>
      </p:sp>
      <p:sp>
        <p:nvSpPr>
          <p:cNvPr id="1041" name="Google Shape;1041;p105"/>
          <p:cNvSpPr txBox="1"/>
          <p:nvPr>
            <p:ph idx="1" type="subTitle"/>
          </p:nvPr>
        </p:nvSpPr>
        <p:spPr>
          <a:xfrm>
            <a:off x="3062525" y="948725"/>
            <a:ext cx="6003300" cy="3740400"/>
          </a:xfrm>
          <a:prstGeom prst="rect">
            <a:avLst/>
          </a:prstGeom>
        </p:spPr>
        <p:txBody>
          <a:bodyPr anchorCtr="0" anchor="t" bIns="91425" lIns="91425" spcFirstLastPara="1" rIns="91425" wrap="square" tIns="91425">
            <a:noAutofit/>
          </a:bodyPr>
          <a:lstStyle/>
          <a:p>
            <a:pPr indent="-292100" lvl="0" marL="457200" rtl="0" algn="l">
              <a:lnSpc>
                <a:spcPct val="150000"/>
              </a:lnSpc>
              <a:spcBef>
                <a:spcPts val="1200"/>
              </a:spcBef>
              <a:spcAft>
                <a:spcPts val="0"/>
              </a:spcAft>
              <a:buSzPts val="1000"/>
              <a:buFont typeface="Arial"/>
              <a:buAutoNum type="arabicPeriod"/>
            </a:pPr>
            <a:r>
              <a:rPr b="1" lang="en" sz="1000">
                <a:latin typeface="Arial"/>
                <a:ea typeface="Arial"/>
                <a:cs typeface="Arial"/>
                <a:sym typeface="Arial"/>
              </a:rPr>
              <a:t>Connect Piezo Discs in Series:</a:t>
            </a:r>
            <a:endParaRPr b="1" sz="1000">
              <a:latin typeface="Arial"/>
              <a:ea typeface="Arial"/>
              <a:cs typeface="Arial"/>
              <a:sym typeface="Arial"/>
            </a:endParaRPr>
          </a:p>
          <a:p>
            <a:pPr indent="-292100" lvl="0" marL="914400" rtl="0" algn="l">
              <a:lnSpc>
                <a:spcPct val="100000"/>
              </a:lnSpc>
              <a:spcBef>
                <a:spcPts val="0"/>
              </a:spcBef>
              <a:spcAft>
                <a:spcPts val="0"/>
              </a:spcAft>
              <a:buSzPts val="1000"/>
              <a:buFont typeface="Arial"/>
              <a:buChar char="●"/>
            </a:pPr>
            <a:r>
              <a:rPr lang="en" sz="1000">
                <a:latin typeface="Arial"/>
                <a:ea typeface="Arial"/>
                <a:cs typeface="Arial"/>
                <a:sym typeface="Arial"/>
              </a:rPr>
              <a:t>Take </a:t>
            </a:r>
            <a:r>
              <a:rPr b="1" lang="en" sz="1000">
                <a:latin typeface="Arial"/>
                <a:ea typeface="Arial"/>
                <a:cs typeface="Arial"/>
                <a:sym typeface="Arial"/>
              </a:rPr>
              <a:t>Piezo Disc #1</a:t>
            </a:r>
            <a:r>
              <a:rPr lang="en" sz="1000">
                <a:latin typeface="Arial"/>
                <a:ea typeface="Arial"/>
                <a:cs typeface="Arial"/>
                <a:sym typeface="Arial"/>
              </a:rPr>
              <a:t> and connect its </a:t>
            </a:r>
            <a:r>
              <a:rPr b="1" lang="en" sz="1000">
                <a:latin typeface="Arial"/>
                <a:ea typeface="Arial"/>
                <a:cs typeface="Arial"/>
                <a:sym typeface="Arial"/>
              </a:rPr>
              <a:t>negative (-) lead</a:t>
            </a:r>
            <a:r>
              <a:rPr lang="en" sz="1000">
                <a:latin typeface="Arial"/>
                <a:ea typeface="Arial"/>
                <a:cs typeface="Arial"/>
                <a:sym typeface="Arial"/>
              </a:rPr>
              <a:t> to the </a:t>
            </a:r>
            <a:r>
              <a:rPr b="1" lang="en" sz="1000">
                <a:latin typeface="Arial"/>
                <a:ea typeface="Arial"/>
                <a:cs typeface="Arial"/>
                <a:sym typeface="Arial"/>
              </a:rPr>
              <a:t>positive (+) lead of Piezo Disc #2</a:t>
            </a:r>
            <a:r>
              <a:rPr lang="en" sz="1000">
                <a:latin typeface="Arial"/>
                <a:ea typeface="Arial"/>
                <a:cs typeface="Arial"/>
                <a:sym typeface="Arial"/>
              </a:rPr>
              <a:t>.</a:t>
            </a:r>
            <a:endParaRPr sz="1000">
              <a:latin typeface="Arial"/>
              <a:ea typeface="Arial"/>
              <a:cs typeface="Arial"/>
              <a:sym typeface="Arial"/>
            </a:endParaRPr>
          </a:p>
          <a:p>
            <a:pPr indent="-292100" lvl="0" marL="914400" rtl="0" algn="l">
              <a:lnSpc>
                <a:spcPct val="100000"/>
              </a:lnSpc>
              <a:spcBef>
                <a:spcPts val="0"/>
              </a:spcBef>
              <a:spcAft>
                <a:spcPts val="0"/>
              </a:spcAft>
              <a:buSzPts val="1000"/>
              <a:buFont typeface="Arial"/>
              <a:buChar char="●"/>
            </a:pPr>
            <a:r>
              <a:rPr lang="en" sz="1000">
                <a:latin typeface="Arial"/>
                <a:ea typeface="Arial"/>
                <a:cs typeface="Arial"/>
                <a:sym typeface="Arial"/>
              </a:rPr>
              <a:t>Repeat the wiring pattern on the rest </a:t>
            </a:r>
            <a:r>
              <a:rPr b="1" lang="en" sz="1000">
                <a:latin typeface="Arial"/>
                <a:ea typeface="Arial"/>
                <a:cs typeface="Arial"/>
                <a:sym typeface="Arial"/>
              </a:rPr>
              <a:t>Piezo Discs.</a:t>
            </a:r>
            <a:endParaRPr sz="1000">
              <a:latin typeface="Arial"/>
              <a:ea typeface="Arial"/>
              <a:cs typeface="Arial"/>
              <a:sym typeface="Arial"/>
            </a:endParaRPr>
          </a:p>
          <a:p>
            <a:pPr indent="-292100" lvl="0" marL="914400" rtl="0" algn="l">
              <a:lnSpc>
                <a:spcPct val="150000"/>
              </a:lnSpc>
              <a:spcBef>
                <a:spcPts val="0"/>
              </a:spcBef>
              <a:spcAft>
                <a:spcPts val="0"/>
              </a:spcAft>
              <a:buSzPts val="1000"/>
              <a:buFont typeface="Arial"/>
              <a:buChar char="●"/>
            </a:pPr>
            <a:r>
              <a:rPr lang="en" sz="1000">
                <a:latin typeface="Arial"/>
                <a:ea typeface="Arial"/>
                <a:cs typeface="Arial"/>
                <a:sym typeface="Arial"/>
              </a:rPr>
              <a:t>The remaining </a:t>
            </a:r>
            <a:r>
              <a:rPr b="1" lang="en" sz="1000">
                <a:latin typeface="Arial"/>
                <a:ea typeface="Arial"/>
                <a:cs typeface="Arial"/>
                <a:sym typeface="Arial"/>
              </a:rPr>
              <a:t>positive lead</a:t>
            </a:r>
            <a:r>
              <a:rPr lang="en" sz="1000">
                <a:latin typeface="Arial"/>
                <a:ea typeface="Arial"/>
                <a:cs typeface="Arial"/>
                <a:sym typeface="Arial"/>
              </a:rPr>
              <a:t> of Piezo Disc #1 and the </a:t>
            </a:r>
            <a:r>
              <a:rPr b="1" lang="en" sz="1000">
                <a:latin typeface="Arial"/>
                <a:ea typeface="Arial"/>
                <a:cs typeface="Arial"/>
                <a:sym typeface="Arial"/>
              </a:rPr>
              <a:t>negative lead</a:t>
            </a:r>
            <a:r>
              <a:rPr lang="en" sz="1000">
                <a:latin typeface="Arial"/>
                <a:ea typeface="Arial"/>
                <a:cs typeface="Arial"/>
                <a:sym typeface="Arial"/>
              </a:rPr>
              <a:t> of Piezo Disc #12 will be the final output. </a:t>
            </a:r>
            <a:endParaRPr sz="1000">
              <a:latin typeface="Arial"/>
              <a:ea typeface="Arial"/>
              <a:cs typeface="Arial"/>
              <a:sym typeface="Arial"/>
            </a:endParaRPr>
          </a:p>
          <a:p>
            <a:pPr indent="-292100" lvl="0" marL="457200" rtl="0" algn="l">
              <a:lnSpc>
                <a:spcPct val="150000"/>
              </a:lnSpc>
              <a:spcBef>
                <a:spcPts val="0"/>
              </a:spcBef>
              <a:spcAft>
                <a:spcPts val="0"/>
              </a:spcAft>
              <a:buSzPts val="1000"/>
              <a:buFont typeface="Arial"/>
              <a:buAutoNum type="arabicPeriod"/>
            </a:pPr>
            <a:r>
              <a:rPr b="1" lang="en" sz="1000">
                <a:latin typeface="Arial"/>
                <a:ea typeface="Arial"/>
                <a:cs typeface="Arial"/>
                <a:sym typeface="Arial"/>
              </a:rPr>
              <a:t>Connect to a Bridge Rectifier:</a:t>
            </a:r>
            <a:endParaRPr b="1" sz="1000">
              <a:latin typeface="Arial"/>
              <a:ea typeface="Arial"/>
              <a:cs typeface="Arial"/>
              <a:sym typeface="Arial"/>
            </a:endParaRPr>
          </a:p>
          <a:p>
            <a:pPr indent="-292100" lvl="0" marL="914400" rtl="0" algn="l">
              <a:lnSpc>
                <a:spcPct val="100000"/>
              </a:lnSpc>
              <a:spcBef>
                <a:spcPts val="0"/>
              </a:spcBef>
              <a:spcAft>
                <a:spcPts val="0"/>
              </a:spcAft>
              <a:buSzPts val="1000"/>
              <a:buFont typeface="Arial"/>
              <a:buChar char="●"/>
            </a:pPr>
            <a:r>
              <a:rPr b="1" lang="en" sz="1000">
                <a:latin typeface="Arial"/>
                <a:ea typeface="Arial"/>
                <a:cs typeface="Arial"/>
                <a:sym typeface="Arial"/>
              </a:rPr>
              <a:t>Final Positive Lead (Piezo #1)</a:t>
            </a:r>
            <a:r>
              <a:rPr lang="en" sz="1000">
                <a:latin typeface="Arial"/>
                <a:ea typeface="Arial"/>
                <a:cs typeface="Arial"/>
                <a:sym typeface="Arial"/>
              </a:rPr>
              <a:t> → Connect to </a:t>
            </a:r>
            <a:r>
              <a:rPr b="1" lang="en" sz="1000">
                <a:latin typeface="Arial"/>
                <a:ea typeface="Arial"/>
                <a:cs typeface="Arial"/>
                <a:sym typeface="Arial"/>
              </a:rPr>
              <a:t>AC1</a:t>
            </a:r>
            <a:r>
              <a:rPr lang="en" sz="1000">
                <a:latin typeface="Arial"/>
                <a:ea typeface="Arial"/>
                <a:cs typeface="Arial"/>
                <a:sym typeface="Arial"/>
              </a:rPr>
              <a:t> input of the bridge rectifier.</a:t>
            </a:r>
            <a:endParaRPr sz="1000">
              <a:latin typeface="Arial"/>
              <a:ea typeface="Arial"/>
              <a:cs typeface="Arial"/>
              <a:sym typeface="Arial"/>
            </a:endParaRPr>
          </a:p>
          <a:p>
            <a:pPr indent="-292100" lvl="0" marL="914400" rtl="0" algn="l">
              <a:lnSpc>
                <a:spcPct val="150000"/>
              </a:lnSpc>
              <a:spcBef>
                <a:spcPts val="0"/>
              </a:spcBef>
              <a:spcAft>
                <a:spcPts val="0"/>
              </a:spcAft>
              <a:buSzPts val="1000"/>
              <a:buFont typeface="Arial"/>
              <a:buChar char="●"/>
            </a:pPr>
            <a:r>
              <a:rPr b="1" lang="en" sz="1000">
                <a:latin typeface="Arial"/>
                <a:ea typeface="Arial"/>
                <a:cs typeface="Arial"/>
                <a:sym typeface="Arial"/>
              </a:rPr>
              <a:t>Final Negative Lead (Piezo #12)</a:t>
            </a:r>
            <a:r>
              <a:rPr lang="en" sz="1000">
                <a:latin typeface="Arial"/>
                <a:ea typeface="Arial"/>
                <a:cs typeface="Arial"/>
                <a:sym typeface="Arial"/>
              </a:rPr>
              <a:t> → Connect to </a:t>
            </a:r>
            <a:r>
              <a:rPr b="1" lang="en" sz="1000">
                <a:latin typeface="Arial"/>
                <a:ea typeface="Arial"/>
                <a:cs typeface="Arial"/>
                <a:sym typeface="Arial"/>
              </a:rPr>
              <a:t>AC2</a:t>
            </a:r>
            <a:r>
              <a:rPr lang="en" sz="1000">
                <a:latin typeface="Arial"/>
                <a:ea typeface="Arial"/>
                <a:cs typeface="Arial"/>
                <a:sym typeface="Arial"/>
              </a:rPr>
              <a:t> input of the bridge rectifier.</a:t>
            </a:r>
            <a:endParaRPr sz="1000">
              <a:latin typeface="Arial"/>
              <a:ea typeface="Arial"/>
              <a:cs typeface="Arial"/>
              <a:sym typeface="Arial"/>
            </a:endParaRPr>
          </a:p>
          <a:p>
            <a:pPr indent="-292100" lvl="0" marL="457200" rtl="0" algn="l">
              <a:lnSpc>
                <a:spcPct val="150000"/>
              </a:lnSpc>
              <a:spcBef>
                <a:spcPts val="0"/>
              </a:spcBef>
              <a:spcAft>
                <a:spcPts val="0"/>
              </a:spcAft>
              <a:buSzPts val="1000"/>
              <a:buFont typeface="Arial"/>
              <a:buAutoNum type="arabicPeriod"/>
            </a:pPr>
            <a:r>
              <a:rPr b="1" lang="en" sz="1000">
                <a:latin typeface="Arial"/>
                <a:ea typeface="Arial"/>
                <a:cs typeface="Arial"/>
                <a:sym typeface="Arial"/>
              </a:rPr>
              <a:t>Rectify AC to DC Using Schottky Diode Bridge:</a:t>
            </a:r>
            <a:endParaRPr b="1" sz="1000">
              <a:latin typeface="Arial"/>
              <a:ea typeface="Arial"/>
              <a:cs typeface="Arial"/>
              <a:sym typeface="Arial"/>
            </a:endParaRPr>
          </a:p>
          <a:p>
            <a:pPr indent="-292100" lvl="0" marL="914400" rtl="0" algn="l">
              <a:lnSpc>
                <a:spcPct val="100000"/>
              </a:lnSpc>
              <a:spcBef>
                <a:spcPts val="0"/>
              </a:spcBef>
              <a:spcAft>
                <a:spcPts val="0"/>
              </a:spcAft>
              <a:buSzPts val="1000"/>
              <a:buFont typeface="Arial"/>
              <a:buChar char="●"/>
            </a:pPr>
            <a:r>
              <a:rPr b="1" lang="en" sz="1000">
                <a:latin typeface="Arial"/>
                <a:ea typeface="Arial"/>
                <a:cs typeface="Arial"/>
                <a:sym typeface="Arial"/>
              </a:rPr>
              <a:t>Bridge Rectifier DC Output (+)</a:t>
            </a:r>
            <a:r>
              <a:rPr lang="en" sz="1000">
                <a:latin typeface="Arial"/>
                <a:ea typeface="Arial"/>
                <a:cs typeface="Arial"/>
                <a:sym typeface="Arial"/>
              </a:rPr>
              <a:t> → Connect to </a:t>
            </a:r>
            <a:r>
              <a:rPr b="1" lang="en" sz="1000">
                <a:latin typeface="Arial"/>
                <a:ea typeface="Arial"/>
                <a:cs typeface="Arial"/>
                <a:sym typeface="Arial"/>
              </a:rPr>
              <a:t>Boost Converter IN+</a:t>
            </a:r>
            <a:r>
              <a:rPr lang="en" sz="1000">
                <a:latin typeface="Arial"/>
                <a:ea typeface="Arial"/>
                <a:cs typeface="Arial"/>
                <a:sym typeface="Arial"/>
              </a:rPr>
              <a:t>.</a:t>
            </a:r>
            <a:endParaRPr sz="1000">
              <a:latin typeface="Arial"/>
              <a:ea typeface="Arial"/>
              <a:cs typeface="Arial"/>
              <a:sym typeface="Arial"/>
            </a:endParaRPr>
          </a:p>
          <a:p>
            <a:pPr indent="-292100" lvl="0" marL="914400" rtl="0" algn="l">
              <a:lnSpc>
                <a:spcPct val="150000"/>
              </a:lnSpc>
              <a:spcBef>
                <a:spcPts val="0"/>
              </a:spcBef>
              <a:spcAft>
                <a:spcPts val="0"/>
              </a:spcAft>
              <a:buSzPts val="1000"/>
              <a:buFont typeface="Arial"/>
              <a:buChar char="●"/>
            </a:pPr>
            <a:r>
              <a:rPr b="1" lang="en" sz="1000">
                <a:latin typeface="Arial"/>
                <a:ea typeface="Arial"/>
                <a:cs typeface="Arial"/>
                <a:sym typeface="Arial"/>
              </a:rPr>
              <a:t>Bridge Rectifier DC Output (-)</a:t>
            </a:r>
            <a:r>
              <a:rPr lang="en" sz="1000">
                <a:latin typeface="Arial"/>
                <a:ea typeface="Arial"/>
                <a:cs typeface="Arial"/>
                <a:sym typeface="Arial"/>
              </a:rPr>
              <a:t> → Connect to </a:t>
            </a:r>
            <a:r>
              <a:rPr b="1" lang="en" sz="1000">
                <a:latin typeface="Arial"/>
                <a:ea typeface="Arial"/>
                <a:cs typeface="Arial"/>
                <a:sym typeface="Arial"/>
              </a:rPr>
              <a:t>Boost Converter IN-</a:t>
            </a:r>
            <a:r>
              <a:rPr lang="en" sz="1000">
                <a:latin typeface="Arial"/>
                <a:ea typeface="Arial"/>
                <a:cs typeface="Arial"/>
                <a:sym typeface="Arial"/>
              </a:rPr>
              <a:t>.</a:t>
            </a:r>
            <a:endParaRPr sz="1000">
              <a:latin typeface="Arial"/>
              <a:ea typeface="Arial"/>
              <a:cs typeface="Arial"/>
              <a:sym typeface="Arial"/>
            </a:endParaRPr>
          </a:p>
          <a:p>
            <a:pPr indent="-292100" lvl="0" marL="457200" rtl="0" algn="l">
              <a:lnSpc>
                <a:spcPct val="150000"/>
              </a:lnSpc>
              <a:spcBef>
                <a:spcPts val="0"/>
              </a:spcBef>
              <a:spcAft>
                <a:spcPts val="0"/>
              </a:spcAft>
              <a:buSzPts val="1000"/>
              <a:buFont typeface="Arial"/>
              <a:buAutoNum type="arabicPeriod"/>
            </a:pPr>
            <a:r>
              <a:rPr b="1" lang="en" sz="1000">
                <a:latin typeface="Arial"/>
                <a:ea typeface="Arial"/>
                <a:cs typeface="Arial"/>
                <a:sym typeface="Arial"/>
              </a:rPr>
              <a:t>Charge the Battery:</a:t>
            </a:r>
            <a:endParaRPr b="1" sz="1000">
              <a:latin typeface="Arial"/>
              <a:ea typeface="Arial"/>
              <a:cs typeface="Arial"/>
              <a:sym typeface="Arial"/>
            </a:endParaRPr>
          </a:p>
          <a:p>
            <a:pPr indent="-292100" lvl="0" marL="914400" rtl="0" algn="l">
              <a:lnSpc>
                <a:spcPct val="100000"/>
              </a:lnSpc>
              <a:spcBef>
                <a:spcPts val="0"/>
              </a:spcBef>
              <a:spcAft>
                <a:spcPts val="0"/>
              </a:spcAft>
              <a:buSzPts val="1000"/>
              <a:buFont typeface="Arial"/>
              <a:buChar char="●"/>
            </a:pPr>
            <a:r>
              <a:rPr b="1" lang="en" sz="1000">
                <a:latin typeface="Arial"/>
                <a:ea typeface="Arial"/>
                <a:cs typeface="Arial"/>
                <a:sym typeface="Arial"/>
              </a:rPr>
              <a:t>Boost Converter 5V OUT+</a:t>
            </a:r>
            <a:r>
              <a:rPr lang="en" sz="1000">
                <a:latin typeface="Arial"/>
                <a:ea typeface="Arial"/>
                <a:cs typeface="Arial"/>
                <a:sym typeface="Arial"/>
              </a:rPr>
              <a:t> → Connect to </a:t>
            </a:r>
            <a:r>
              <a:rPr b="1" lang="en" sz="1000">
                <a:latin typeface="Arial"/>
                <a:ea typeface="Arial"/>
                <a:cs typeface="Arial"/>
                <a:sym typeface="Arial"/>
              </a:rPr>
              <a:t>Battery Charging Board IN+</a:t>
            </a:r>
            <a:r>
              <a:rPr lang="en" sz="1000">
                <a:latin typeface="Arial"/>
                <a:ea typeface="Arial"/>
                <a:cs typeface="Arial"/>
                <a:sym typeface="Arial"/>
              </a:rPr>
              <a:t>.</a:t>
            </a:r>
            <a:endParaRPr sz="1000">
              <a:latin typeface="Arial"/>
              <a:ea typeface="Arial"/>
              <a:cs typeface="Arial"/>
              <a:sym typeface="Arial"/>
            </a:endParaRPr>
          </a:p>
          <a:p>
            <a:pPr indent="-292100" lvl="0" marL="914400" rtl="0" algn="l">
              <a:lnSpc>
                <a:spcPct val="150000"/>
              </a:lnSpc>
              <a:spcBef>
                <a:spcPts val="0"/>
              </a:spcBef>
              <a:spcAft>
                <a:spcPts val="0"/>
              </a:spcAft>
              <a:buSzPts val="1000"/>
              <a:buFont typeface="Arial"/>
              <a:buChar char="●"/>
            </a:pPr>
            <a:r>
              <a:rPr b="1" lang="en" sz="1000">
                <a:latin typeface="Arial"/>
                <a:ea typeface="Arial"/>
                <a:cs typeface="Arial"/>
                <a:sym typeface="Arial"/>
              </a:rPr>
              <a:t>Boost Converter Ground</a:t>
            </a:r>
            <a:r>
              <a:rPr lang="en" sz="1000">
                <a:latin typeface="Arial"/>
                <a:ea typeface="Arial"/>
                <a:cs typeface="Arial"/>
                <a:sym typeface="Arial"/>
              </a:rPr>
              <a:t> → Connect to </a:t>
            </a:r>
            <a:r>
              <a:rPr b="1" lang="en" sz="1000">
                <a:latin typeface="Arial"/>
                <a:ea typeface="Arial"/>
                <a:cs typeface="Arial"/>
                <a:sym typeface="Arial"/>
              </a:rPr>
              <a:t>Battery Charging Board IN-</a:t>
            </a:r>
            <a:r>
              <a:rPr lang="en" sz="1000">
                <a:latin typeface="Arial"/>
                <a:ea typeface="Arial"/>
                <a:cs typeface="Arial"/>
                <a:sym typeface="Arial"/>
              </a:rPr>
              <a:t>.</a:t>
            </a:r>
            <a:endParaRPr sz="1000">
              <a:latin typeface="Arial"/>
              <a:ea typeface="Arial"/>
              <a:cs typeface="Arial"/>
              <a:sym typeface="Arial"/>
            </a:endParaRPr>
          </a:p>
          <a:p>
            <a:pPr indent="-292100" lvl="0" marL="457200" rtl="0" algn="l">
              <a:lnSpc>
                <a:spcPct val="150000"/>
              </a:lnSpc>
              <a:spcBef>
                <a:spcPts val="0"/>
              </a:spcBef>
              <a:spcAft>
                <a:spcPts val="0"/>
              </a:spcAft>
              <a:buSzPts val="1000"/>
              <a:buFont typeface="Arial"/>
              <a:buAutoNum type="arabicPeriod"/>
            </a:pPr>
            <a:r>
              <a:rPr b="1" lang="en" sz="1000">
                <a:latin typeface="Arial"/>
                <a:ea typeface="Arial"/>
                <a:cs typeface="Arial"/>
                <a:sym typeface="Arial"/>
              </a:rPr>
              <a:t>Connect to 18650 Battery: </a:t>
            </a:r>
            <a:endParaRPr b="1" sz="1000">
              <a:latin typeface="Arial"/>
              <a:ea typeface="Arial"/>
              <a:cs typeface="Arial"/>
              <a:sym typeface="Arial"/>
            </a:endParaRPr>
          </a:p>
          <a:p>
            <a:pPr indent="-292100" lvl="0" marL="914400" rtl="0" algn="l">
              <a:lnSpc>
                <a:spcPct val="150000"/>
              </a:lnSpc>
              <a:spcBef>
                <a:spcPts val="0"/>
              </a:spcBef>
              <a:spcAft>
                <a:spcPts val="0"/>
              </a:spcAft>
              <a:buSzPts val="1000"/>
              <a:buFont typeface="Arial"/>
              <a:buChar char="●"/>
            </a:pPr>
            <a:r>
              <a:rPr b="1" lang="en" sz="1000">
                <a:latin typeface="Arial"/>
                <a:ea typeface="Arial"/>
                <a:cs typeface="Arial"/>
                <a:sym typeface="Arial"/>
              </a:rPr>
              <a:t>Battery Charging Board Output</a:t>
            </a:r>
            <a:r>
              <a:rPr lang="en" sz="1000">
                <a:latin typeface="Arial"/>
                <a:ea typeface="Arial"/>
                <a:cs typeface="Arial"/>
                <a:sym typeface="Arial"/>
              </a:rPr>
              <a:t> → Connect to </a:t>
            </a:r>
            <a:r>
              <a:rPr b="1" lang="en" sz="1000">
                <a:latin typeface="Arial"/>
                <a:ea typeface="Arial"/>
                <a:cs typeface="Arial"/>
                <a:sym typeface="Arial"/>
              </a:rPr>
              <a:t>Battery Holder + and -</a:t>
            </a:r>
            <a:r>
              <a:rPr lang="en" sz="1000">
                <a:latin typeface="Arial"/>
                <a:ea typeface="Arial"/>
                <a:cs typeface="Arial"/>
                <a:sym typeface="Arial"/>
              </a:rPr>
              <a:t>.</a:t>
            </a:r>
            <a:endParaRPr sz="2000">
              <a:latin typeface="Calibri"/>
              <a:ea typeface="Calibri"/>
              <a:cs typeface="Calibri"/>
              <a:sym typeface="Calibri"/>
            </a:endParaRPr>
          </a:p>
        </p:txBody>
      </p:sp>
      <p:sp>
        <p:nvSpPr>
          <p:cNvPr id="1042" name="Google Shape;1042;p105"/>
          <p:cNvSpPr txBox="1"/>
          <p:nvPr>
            <p:ph type="ctrTitle"/>
          </p:nvPr>
        </p:nvSpPr>
        <p:spPr>
          <a:xfrm>
            <a:off x="3736900" y="396925"/>
            <a:ext cx="4967400" cy="877500"/>
          </a:xfrm>
          <a:prstGeom prst="rect">
            <a:avLst/>
          </a:prstGeom>
        </p:spPr>
        <p:txBody>
          <a:bodyPr anchorCtr="0" anchor="b" bIns="91425" lIns="91425" spcFirstLastPara="1" rIns="91425" wrap="square" tIns="91425">
            <a:noAutofit/>
          </a:bodyPr>
          <a:lstStyle/>
          <a:p>
            <a:pPr indent="0" lvl="0" marL="0" rtl="0" algn="ctr">
              <a:lnSpc>
                <a:spcPct val="115000"/>
              </a:lnSpc>
              <a:spcBef>
                <a:spcPts val="1800"/>
              </a:spcBef>
              <a:spcAft>
                <a:spcPts val="0"/>
              </a:spcAft>
              <a:buNone/>
            </a:pPr>
            <a:r>
              <a:t/>
            </a:r>
            <a:endParaRPr/>
          </a:p>
          <a:p>
            <a:pPr indent="0" lvl="0" marL="0" rtl="0" algn="ctr">
              <a:lnSpc>
                <a:spcPct val="115000"/>
              </a:lnSpc>
              <a:spcBef>
                <a:spcPts val="1800"/>
              </a:spcBef>
              <a:spcAft>
                <a:spcPts val="400"/>
              </a:spcAft>
              <a:buClr>
                <a:schemeClr val="dk1"/>
              </a:buClr>
              <a:buSzPts val="1100"/>
              <a:buFont typeface="Arial"/>
              <a:buNone/>
            </a:pPr>
            <a:r>
              <a:rPr b="1" lang="en" sz="2400">
                <a:latin typeface="Arial"/>
                <a:ea typeface="Arial"/>
                <a:cs typeface="Arial"/>
                <a:sym typeface="Arial"/>
              </a:rPr>
              <a:t>Electrical Component Connections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6" name="Shape 1046"/>
        <p:cNvGrpSpPr/>
        <p:nvPr/>
      </p:nvGrpSpPr>
      <p:grpSpPr>
        <a:xfrm>
          <a:off x="0" y="0"/>
          <a:ext cx="0" cy="0"/>
          <a:chOff x="0" y="0"/>
          <a:chExt cx="0" cy="0"/>
        </a:xfrm>
      </p:grpSpPr>
      <p:sp>
        <p:nvSpPr>
          <p:cNvPr id="1047" name="Google Shape;1047;p106"/>
          <p:cNvSpPr txBox="1"/>
          <p:nvPr>
            <p:ph idx="1" type="body"/>
          </p:nvPr>
        </p:nvSpPr>
        <p:spPr>
          <a:xfrm>
            <a:off x="312525" y="73375"/>
            <a:ext cx="8831400" cy="5039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a:p>
            <a:pPr indent="0" lvl="0" marL="0" rtl="0" algn="l">
              <a:spcBef>
                <a:spcPts val="0"/>
              </a:spcBef>
              <a:spcAft>
                <a:spcPts val="0"/>
              </a:spcAft>
              <a:buClr>
                <a:schemeClr val="dk1"/>
              </a:buClr>
              <a:buSzPts val="1100"/>
              <a:buFont typeface="Arial"/>
              <a:buNone/>
            </a:pPr>
            <a:r>
              <a:rPr lang="en"/>
              <a:t> </a:t>
            </a:r>
            <a:endParaRPr/>
          </a:p>
        </p:txBody>
      </p:sp>
      <p:pic>
        <p:nvPicPr>
          <p:cNvPr id="1048" name="Google Shape;1048;p106" title="piezo disk.PNG"/>
          <p:cNvPicPr preferRelativeResize="0"/>
          <p:nvPr/>
        </p:nvPicPr>
        <p:blipFill>
          <a:blip r:embed="rId3">
            <a:alphaModFix/>
          </a:blip>
          <a:stretch>
            <a:fillRect/>
          </a:stretch>
        </p:blipFill>
        <p:spPr>
          <a:xfrm>
            <a:off x="709225" y="1093200"/>
            <a:ext cx="874375" cy="852600"/>
          </a:xfrm>
          <a:prstGeom prst="rect">
            <a:avLst/>
          </a:prstGeom>
          <a:noFill/>
          <a:ln>
            <a:noFill/>
          </a:ln>
        </p:spPr>
      </p:pic>
      <p:pic>
        <p:nvPicPr>
          <p:cNvPr id="1049" name="Google Shape;1049;p106" title="piezo disk.PNG"/>
          <p:cNvPicPr preferRelativeResize="0"/>
          <p:nvPr/>
        </p:nvPicPr>
        <p:blipFill>
          <a:blip r:embed="rId3">
            <a:alphaModFix/>
          </a:blip>
          <a:stretch>
            <a:fillRect/>
          </a:stretch>
        </p:blipFill>
        <p:spPr>
          <a:xfrm>
            <a:off x="1329425" y="274000"/>
            <a:ext cx="874375" cy="852600"/>
          </a:xfrm>
          <a:prstGeom prst="rect">
            <a:avLst/>
          </a:prstGeom>
          <a:noFill/>
          <a:ln>
            <a:noFill/>
          </a:ln>
        </p:spPr>
      </p:pic>
      <p:pic>
        <p:nvPicPr>
          <p:cNvPr id="1050" name="Google Shape;1050;p106" title="piezo disk.PNG"/>
          <p:cNvPicPr preferRelativeResize="0"/>
          <p:nvPr/>
        </p:nvPicPr>
        <p:blipFill>
          <a:blip r:embed="rId3">
            <a:alphaModFix/>
          </a:blip>
          <a:stretch>
            <a:fillRect/>
          </a:stretch>
        </p:blipFill>
        <p:spPr>
          <a:xfrm>
            <a:off x="1931550" y="1093200"/>
            <a:ext cx="874375" cy="852600"/>
          </a:xfrm>
          <a:prstGeom prst="rect">
            <a:avLst/>
          </a:prstGeom>
          <a:noFill/>
          <a:ln>
            <a:noFill/>
          </a:ln>
        </p:spPr>
      </p:pic>
      <p:pic>
        <p:nvPicPr>
          <p:cNvPr id="1051" name="Google Shape;1051;p106" title="piezo disk.PNG"/>
          <p:cNvPicPr preferRelativeResize="0"/>
          <p:nvPr/>
        </p:nvPicPr>
        <p:blipFill>
          <a:blip r:embed="rId3">
            <a:alphaModFix/>
          </a:blip>
          <a:stretch>
            <a:fillRect/>
          </a:stretch>
        </p:blipFill>
        <p:spPr>
          <a:xfrm>
            <a:off x="709225" y="2571750"/>
            <a:ext cx="874375" cy="852600"/>
          </a:xfrm>
          <a:prstGeom prst="rect">
            <a:avLst/>
          </a:prstGeom>
          <a:noFill/>
          <a:ln>
            <a:noFill/>
          </a:ln>
        </p:spPr>
      </p:pic>
      <p:pic>
        <p:nvPicPr>
          <p:cNvPr id="1052" name="Google Shape;1052;p106" title="piezo disk.PNG"/>
          <p:cNvPicPr preferRelativeResize="0"/>
          <p:nvPr/>
        </p:nvPicPr>
        <p:blipFill>
          <a:blip r:embed="rId3">
            <a:alphaModFix/>
          </a:blip>
          <a:stretch>
            <a:fillRect/>
          </a:stretch>
        </p:blipFill>
        <p:spPr>
          <a:xfrm>
            <a:off x="1931550" y="2618175"/>
            <a:ext cx="874375" cy="852600"/>
          </a:xfrm>
          <a:prstGeom prst="rect">
            <a:avLst/>
          </a:prstGeom>
          <a:noFill/>
          <a:ln>
            <a:noFill/>
          </a:ln>
        </p:spPr>
      </p:pic>
      <p:pic>
        <p:nvPicPr>
          <p:cNvPr id="1053" name="Google Shape;1053;p106" title="piezo disk.PNG"/>
          <p:cNvPicPr preferRelativeResize="0"/>
          <p:nvPr/>
        </p:nvPicPr>
        <p:blipFill>
          <a:blip r:embed="rId3">
            <a:alphaModFix/>
          </a:blip>
          <a:stretch>
            <a:fillRect/>
          </a:stretch>
        </p:blipFill>
        <p:spPr>
          <a:xfrm>
            <a:off x="1273700" y="3509775"/>
            <a:ext cx="874375" cy="852600"/>
          </a:xfrm>
          <a:prstGeom prst="rect">
            <a:avLst/>
          </a:prstGeom>
          <a:noFill/>
          <a:ln>
            <a:noFill/>
          </a:ln>
        </p:spPr>
      </p:pic>
      <p:grpSp>
        <p:nvGrpSpPr>
          <p:cNvPr id="1054" name="Google Shape;1054;p106"/>
          <p:cNvGrpSpPr/>
          <p:nvPr/>
        </p:nvGrpSpPr>
        <p:grpSpPr>
          <a:xfrm>
            <a:off x="3102439" y="2356644"/>
            <a:ext cx="461397" cy="430197"/>
            <a:chOff x="3561350" y="2034925"/>
            <a:chExt cx="925200" cy="891600"/>
          </a:xfrm>
        </p:grpSpPr>
        <p:sp>
          <p:nvSpPr>
            <p:cNvPr id="1055" name="Google Shape;1055;p106"/>
            <p:cNvSpPr/>
            <p:nvPr/>
          </p:nvSpPr>
          <p:spPr>
            <a:xfrm>
              <a:off x="3561350" y="2034925"/>
              <a:ext cx="925200" cy="891600"/>
            </a:xfrm>
            <a:prstGeom prst="diamond">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6" name="Google Shape;1056;p106"/>
            <p:cNvSpPr/>
            <p:nvPr/>
          </p:nvSpPr>
          <p:spPr>
            <a:xfrm rot="2700000">
              <a:off x="3723081" y="2179823"/>
              <a:ext cx="139159" cy="150614"/>
            </a:xfrm>
            <a:prstGeom prst="triangle">
              <a:avLst>
                <a:gd fmla="val 50000" name="adj"/>
              </a:avLst>
            </a:prstGeom>
            <a:solidFill>
              <a:srgbClr val="FFFFFF"/>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7" name="Google Shape;1057;p106"/>
            <p:cNvSpPr/>
            <p:nvPr/>
          </p:nvSpPr>
          <p:spPr>
            <a:xfrm rot="-2443303">
              <a:off x="4170813" y="2179815"/>
              <a:ext cx="139335" cy="150594"/>
            </a:xfrm>
            <a:prstGeom prst="triangle">
              <a:avLst>
                <a:gd fmla="val 50000" name="adj"/>
              </a:avLst>
            </a:prstGeom>
            <a:solidFill>
              <a:srgbClr val="FFFFFF"/>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8" name="Google Shape;1058;p106"/>
            <p:cNvSpPr/>
            <p:nvPr/>
          </p:nvSpPr>
          <p:spPr>
            <a:xfrm rot="2700000">
              <a:off x="4170831" y="2645398"/>
              <a:ext cx="139159" cy="150614"/>
            </a:xfrm>
            <a:prstGeom prst="triangle">
              <a:avLst>
                <a:gd fmla="val 50000" name="adj"/>
              </a:avLst>
            </a:prstGeom>
            <a:solidFill>
              <a:srgbClr val="FFFFFF"/>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9" name="Google Shape;1059;p106"/>
            <p:cNvSpPr/>
            <p:nvPr/>
          </p:nvSpPr>
          <p:spPr>
            <a:xfrm rot="-2443303">
              <a:off x="3693513" y="2598915"/>
              <a:ext cx="139335" cy="150594"/>
            </a:xfrm>
            <a:prstGeom prst="triangle">
              <a:avLst>
                <a:gd fmla="val 50000" name="adj"/>
              </a:avLst>
            </a:prstGeom>
            <a:solidFill>
              <a:srgbClr val="FFFFFF"/>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60" name="Google Shape;1060;p106"/>
            <p:cNvCxnSpPr/>
            <p:nvPr/>
          </p:nvCxnSpPr>
          <p:spPr>
            <a:xfrm>
              <a:off x="3755825" y="2107350"/>
              <a:ext cx="184500" cy="189600"/>
            </a:xfrm>
            <a:prstGeom prst="straightConnector1">
              <a:avLst/>
            </a:prstGeom>
            <a:noFill/>
            <a:ln cap="flat" cmpd="sng" w="19050">
              <a:solidFill>
                <a:schemeClr val="dk1"/>
              </a:solidFill>
              <a:prstDash val="solid"/>
              <a:round/>
              <a:headEnd len="med" w="med" type="none"/>
              <a:tailEnd len="med" w="med" type="none"/>
            </a:ln>
          </p:spPr>
        </p:cxnSp>
        <p:cxnSp>
          <p:nvCxnSpPr>
            <p:cNvPr id="1061" name="Google Shape;1061;p106"/>
            <p:cNvCxnSpPr/>
            <p:nvPr/>
          </p:nvCxnSpPr>
          <p:spPr>
            <a:xfrm>
              <a:off x="4198000" y="2579400"/>
              <a:ext cx="184500" cy="189600"/>
            </a:xfrm>
            <a:prstGeom prst="straightConnector1">
              <a:avLst/>
            </a:prstGeom>
            <a:noFill/>
            <a:ln cap="flat" cmpd="sng" w="19050">
              <a:solidFill>
                <a:schemeClr val="dk1"/>
              </a:solidFill>
              <a:prstDash val="solid"/>
              <a:round/>
              <a:headEnd len="med" w="med" type="none"/>
              <a:tailEnd len="med" w="med" type="none"/>
            </a:ln>
          </p:spPr>
        </p:cxnSp>
        <p:cxnSp>
          <p:nvCxnSpPr>
            <p:cNvPr id="1062" name="Google Shape;1062;p106"/>
            <p:cNvCxnSpPr/>
            <p:nvPr/>
          </p:nvCxnSpPr>
          <p:spPr>
            <a:xfrm flipH="1" rot="10800000">
              <a:off x="4096325" y="2107500"/>
              <a:ext cx="183900" cy="189300"/>
            </a:xfrm>
            <a:prstGeom prst="straightConnector1">
              <a:avLst/>
            </a:prstGeom>
            <a:noFill/>
            <a:ln cap="flat" cmpd="sng" w="19050">
              <a:solidFill>
                <a:schemeClr val="dk1"/>
              </a:solidFill>
              <a:prstDash val="solid"/>
              <a:round/>
              <a:headEnd len="med" w="med" type="none"/>
              <a:tailEnd len="med" w="med" type="none"/>
            </a:ln>
          </p:spPr>
        </p:cxnSp>
        <p:cxnSp>
          <p:nvCxnSpPr>
            <p:cNvPr id="1063" name="Google Shape;1063;p106"/>
            <p:cNvCxnSpPr/>
            <p:nvPr/>
          </p:nvCxnSpPr>
          <p:spPr>
            <a:xfrm flipH="1" rot="10800000">
              <a:off x="3619000" y="2516250"/>
              <a:ext cx="183900" cy="189300"/>
            </a:xfrm>
            <a:prstGeom prst="straightConnector1">
              <a:avLst/>
            </a:prstGeom>
            <a:noFill/>
            <a:ln cap="flat" cmpd="sng" w="19050">
              <a:solidFill>
                <a:schemeClr val="dk1"/>
              </a:solidFill>
              <a:prstDash val="solid"/>
              <a:round/>
              <a:headEnd len="med" w="med" type="none"/>
              <a:tailEnd len="med" w="med" type="none"/>
            </a:ln>
          </p:spPr>
        </p:cxnSp>
      </p:grpSp>
      <p:sp>
        <p:nvSpPr>
          <p:cNvPr id="1064" name="Google Shape;1064;p106"/>
          <p:cNvSpPr/>
          <p:nvPr/>
        </p:nvSpPr>
        <p:spPr>
          <a:xfrm>
            <a:off x="6108150" y="2413350"/>
            <a:ext cx="576900" cy="316800"/>
          </a:xfrm>
          <a:prstGeom prst="rect">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C</a:t>
            </a:r>
            <a:r>
              <a:rPr lang="en" sz="700"/>
              <a:t>harging Module</a:t>
            </a:r>
            <a:endParaRPr sz="700"/>
          </a:p>
        </p:txBody>
      </p:sp>
      <p:sp>
        <p:nvSpPr>
          <p:cNvPr id="1065" name="Google Shape;1065;p106"/>
          <p:cNvSpPr/>
          <p:nvPr/>
        </p:nvSpPr>
        <p:spPr>
          <a:xfrm>
            <a:off x="7213000" y="1963350"/>
            <a:ext cx="576900" cy="1216800"/>
          </a:xfrm>
          <a:prstGeom prst="rect">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B</a:t>
            </a:r>
            <a:r>
              <a:rPr lang="en" sz="700"/>
              <a:t>attery</a:t>
            </a:r>
            <a:endParaRPr sz="700"/>
          </a:p>
        </p:txBody>
      </p:sp>
      <p:sp>
        <p:nvSpPr>
          <p:cNvPr id="1066" name="Google Shape;1066;p106"/>
          <p:cNvSpPr txBox="1"/>
          <p:nvPr/>
        </p:nvSpPr>
        <p:spPr>
          <a:xfrm>
            <a:off x="455050" y="547075"/>
            <a:ext cx="874500" cy="35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t>Piezo Discs</a:t>
            </a:r>
            <a:endParaRPr sz="700"/>
          </a:p>
          <a:p>
            <a:pPr indent="0" lvl="0" marL="0" rtl="0" algn="ctr">
              <a:spcBef>
                <a:spcPts val="0"/>
              </a:spcBef>
              <a:spcAft>
                <a:spcPts val="0"/>
              </a:spcAft>
              <a:buNone/>
            </a:pPr>
            <a:r>
              <a:rPr lang="en" sz="700"/>
              <a:t>(</a:t>
            </a:r>
            <a:r>
              <a:rPr lang="en" sz="700"/>
              <a:t>Parallel</a:t>
            </a:r>
            <a:r>
              <a:rPr lang="en" sz="700"/>
              <a:t> wiring)</a:t>
            </a:r>
            <a:endParaRPr sz="700"/>
          </a:p>
        </p:txBody>
      </p:sp>
      <p:sp>
        <p:nvSpPr>
          <p:cNvPr id="1067" name="Google Shape;1067;p106"/>
          <p:cNvSpPr txBox="1"/>
          <p:nvPr/>
        </p:nvSpPr>
        <p:spPr>
          <a:xfrm>
            <a:off x="3458425" y="2147100"/>
            <a:ext cx="1278900" cy="30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700">
                <a:solidFill>
                  <a:schemeClr val="dk1"/>
                </a:solidFill>
              </a:rPr>
              <a:t>Full wave rectifier with schottky diodes (1N4007)</a:t>
            </a:r>
            <a:endParaRPr sz="700"/>
          </a:p>
        </p:txBody>
      </p:sp>
      <p:sp>
        <p:nvSpPr>
          <p:cNvPr id="1068" name="Google Shape;1068;p106"/>
          <p:cNvSpPr txBox="1"/>
          <p:nvPr/>
        </p:nvSpPr>
        <p:spPr>
          <a:xfrm>
            <a:off x="3255138" y="2126325"/>
            <a:ext cx="156000" cy="12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t>+</a:t>
            </a:r>
            <a:endParaRPr sz="1200"/>
          </a:p>
        </p:txBody>
      </p:sp>
      <p:sp>
        <p:nvSpPr>
          <p:cNvPr id="1069" name="Google Shape;1069;p106"/>
          <p:cNvSpPr txBox="1"/>
          <p:nvPr/>
        </p:nvSpPr>
        <p:spPr>
          <a:xfrm>
            <a:off x="3269350" y="2614200"/>
            <a:ext cx="275700" cy="7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000">
                <a:solidFill>
                  <a:schemeClr val="dk1"/>
                </a:solidFill>
              </a:rPr>
              <a:t>_</a:t>
            </a:r>
            <a:endParaRPr b="1" sz="1000"/>
          </a:p>
        </p:txBody>
      </p:sp>
      <p:sp>
        <p:nvSpPr>
          <p:cNvPr id="1070" name="Google Shape;1070;p106"/>
          <p:cNvSpPr txBox="1"/>
          <p:nvPr/>
        </p:nvSpPr>
        <p:spPr>
          <a:xfrm>
            <a:off x="7539600" y="3121575"/>
            <a:ext cx="250800" cy="15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000"/>
          </a:p>
        </p:txBody>
      </p:sp>
      <p:sp>
        <p:nvSpPr>
          <p:cNvPr id="1071" name="Google Shape;1071;p106"/>
          <p:cNvSpPr txBox="1"/>
          <p:nvPr/>
        </p:nvSpPr>
        <p:spPr>
          <a:xfrm>
            <a:off x="5144200" y="2300238"/>
            <a:ext cx="275700" cy="15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p>
        </p:txBody>
      </p:sp>
      <p:sp>
        <p:nvSpPr>
          <p:cNvPr id="1072" name="Google Shape;1072;p106"/>
          <p:cNvSpPr txBox="1"/>
          <p:nvPr/>
        </p:nvSpPr>
        <p:spPr>
          <a:xfrm>
            <a:off x="4596200" y="735000"/>
            <a:ext cx="366600" cy="15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106"/>
          <p:cNvSpPr/>
          <p:nvPr/>
        </p:nvSpPr>
        <p:spPr>
          <a:xfrm>
            <a:off x="1990238" y="3741750"/>
            <a:ext cx="71400" cy="78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4" name="Google Shape;1074;p106"/>
          <p:cNvSpPr/>
          <p:nvPr/>
        </p:nvSpPr>
        <p:spPr>
          <a:xfrm>
            <a:off x="2246038" y="3324050"/>
            <a:ext cx="71400" cy="78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5" name="Google Shape;1075;p106"/>
          <p:cNvSpPr/>
          <p:nvPr/>
        </p:nvSpPr>
        <p:spPr>
          <a:xfrm>
            <a:off x="2543338" y="3246050"/>
            <a:ext cx="71400" cy="78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6" name="Google Shape;1076;p106"/>
          <p:cNvSpPr/>
          <p:nvPr/>
        </p:nvSpPr>
        <p:spPr>
          <a:xfrm>
            <a:off x="1155488" y="3292275"/>
            <a:ext cx="71400" cy="78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7" name="Google Shape;1077;p106"/>
          <p:cNvSpPr/>
          <p:nvPr/>
        </p:nvSpPr>
        <p:spPr>
          <a:xfrm>
            <a:off x="1393538" y="3694900"/>
            <a:ext cx="71400" cy="78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8" name="Google Shape;1078;p106"/>
          <p:cNvSpPr/>
          <p:nvPr/>
        </p:nvSpPr>
        <p:spPr>
          <a:xfrm>
            <a:off x="1393538" y="2753750"/>
            <a:ext cx="71400" cy="78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9" name="Google Shape;1079;p106"/>
          <p:cNvSpPr/>
          <p:nvPr/>
        </p:nvSpPr>
        <p:spPr>
          <a:xfrm>
            <a:off x="2076663" y="2749675"/>
            <a:ext cx="71400" cy="78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0" name="Google Shape;1080;p106"/>
          <p:cNvSpPr/>
          <p:nvPr/>
        </p:nvSpPr>
        <p:spPr>
          <a:xfrm>
            <a:off x="1620488" y="3772900"/>
            <a:ext cx="71400" cy="78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1" name="Google Shape;1081;p106"/>
          <p:cNvSpPr/>
          <p:nvPr/>
        </p:nvSpPr>
        <p:spPr>
          <a:xfrm>
            <a:off x="1691888" y="3772900"/>
            <a:ext cx="71400" cy="78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2" name="Google Shape;1082;p106"/>
          <p:cNvSpPr/>
          <p:nvPr/>
        </p:nvSpPr>
        <p:spPr>
          <a:xfrm>
            <a:off x="1202300" y="2913925"/>
            <a:ext cx="71400" cy="78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3" name="Google Shape;1083;p106"/>
          <p:cNvSpPr/>
          <p:nvPr/>
        </p:nvSpPr>
        <p:spPr>
          <a:xfrm>
            <a:off x="1202288" y="2986063"/>
            <a:ext cx="71400" cy="78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4" name="Google Shape;1084;p106"/>
          <p:cNvSpPr/>
          <p:nvPr/>
        </p:nvSpPr>
        <p:spPr>
          <a:xfrm>
            <a:off x="2203788" y="2913925"/>
            <a:ext cx="71400" cy="78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5" name="Google Shape;1085;p106"/>
          <p:cNvSpPr/>
          <p:nvPr/>
        </p:nvSpPr>
        <p:spPr>
          <a:xfrm>
            <a:off x="2203788" y="3000413"/>
            <a:ext cx="71400" cy="78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86" name="Google Shape;1086;p106"/>
          <p:cNvCxnSpPr>
            <a:stCxn id="1083" idx="0"/>
            <a:endCxn id="1083" idx="0"/>
          </p:cNvCxnSpPr>
          <p:nvPr/>
        </p:nvCxnSpPr>
        <p:spPr>
          <a:xfrm>
            <a:off x="1237988" y="2986063"/>
            <a:ext cx="0" cy="0"/>
          </a:xfrm>
          <a:prstGeom prst="straightConnector1">
            <a:avLst/>
          </a:prstGeom>
          <a:noFill/>
          <a:ln cap="flat" cmpd="sng" w="9525">
            <a:solidFill>
              <a:schemeClr val="dk2"/>
            </a:solidFill>
            <a:prstDash val="solid"/>
            <a:round/>
            <a:headEnd len="med" w="med" type="none"/>
            <a:tailEnd len="med" w="med" type="none"/>
          </a:ln>
        </p:spPr>
      </p:cxnSp>
      <p:cxnSp>
        <p:nvCxnSpPr>
          <p:cNvPr id="1087" name="Google Shape;1087;p106"/>
          <p:cNvCxnSpPr>
            <a:stCxn id="1081" idx="7"/>
            <a:endCxn id="1085" idx="3"/>
          </p:cNvCxnSpPr>
          <p:nvPr/>
        </p:nvCxnSpPr>
        <p:spPr>
          <a:xfrm flipH="1" rot="10800000">
            <a:off x="1752831" y="3067023"/>
            <a:ext cx="461400" cy="717300"/>
          </a:xfrm>
          <a:prstGeom prst="straightConnector1">
            <a:avLst/>
          </a:prstGeom>
          <a:noFill/>
          <a:ln cap="flat" cmpd="sng" w="9525">
            <a:solidFill>
              <a:srgbClr val="FF0000"/>
            </a:solidFill>
            <a:prstDash val="solid"/>
            <a:round/>
            <a:headEnd len="med" w="med" type="none"/>
            <a:tailEnd len="med" w="med" type="none"/>
          </a:ln>
        </p:spPr>
      </p:cxnSp>
      <p:cxnSp>
        <p:nvCxnSpPr>
          <p:cNvPr id="1088" name="Google Shape;1088;p106"/>
          <p:cNvCxnSpPr/>
          <p:nvPr/>
        </p:nvCxnSpPr>
        <p:spPr>
          <a:xfrm rot="10800000">
            <a:off x="1226888" y="2947350"/>
            <a:ext cx="1001400" cy="0"/>
          </a:xfrm>
          <a:prstGeom prst="straightConnector1">
            <a:avLst/>
          </a:prstGeom>
          <a:noFill/>
          <a:ln cap="flat" cmpd="sng" w="9525">
            <a:solidFill>
              <a:srgbClr val="FF0000"/>
            </a:solidFill>
            <a:prstDash val="solid"/>
            <a:round/>
            <a:headEnd len="med" w="med" type="none"/>
            <a:tailEnd len="med" w="med" type="none"/>
          </a:ln>
        </p:spPr>
      </p:cxnSp>
      <p:cxnSp>
        <p:nvCxnSpPr>
          <p:cNvPr id="1089" name="Google Shape;1089;p106"/>
          <p:cNvCxnSpPr>
            <a:stCxn id="1080" idx="2"/>
            <a:endCxn id="1083" idx="4"/>
          </p:cNvCxnSpPr>
          <p:nvPr/>
        </p:nvCxnSpPr>
        <p:spPr>
          <a:xfrm rot="10800000">
            <a:off x="1237988" y="3064000"/>
            <a:ext cx="382500" cy="747900"/>
          </a:xfrm>
          <a:prstGeom prst="straightConnector1">
            <a:avLst/>
          </a:prstGeom>
          <a:noFill/>
          <a:ln cap="flat" cmpd="sng" w="9525">
            <a:solidFill>
              <a:srgbClr val="FF0000"/>
            </a:solidFill>
            <a:prstDash val="solid"/>
            <a:round/>
            <a:headEnd len="med" w="med" type="none"/>
            <a:tailEnd len="med" w="med" type="none"/>
          </a:ln>
        </p:spPr>
      </p:cxnSp>
      <p:cxnSp>
        <p:nvCxnSpPr>
          <p:cNvPr id="1090" name="Google Shape;1090;p106"/>
          <p:cNvCxnSpPr/>
          <p:nvPr/>
        </p:nvCxnSpPr>
        <p:spPr>
          <a:xfrm flipH="1" rot="10800000">
            <a:off x="1450256" y="2790665"/>
            <a:ext cx="632700" cy="4200"/>
          </a:xfrm>
          <a:prstGeom prst="straightConnector1">
            <a:avLst/>
          </a:prstGeom>
          <a:noFill/>
          <a:ln cap="flat" cmpd="sng" w="9525">
            <a:solidFill>
              <a:srgbClr val="202124"/>
            </a:solidFill>
            <a:prstDash val="solid"/>
            <a:round/>
            <a:headEnd len="med" w="med" type="none"/>
            <a:tailEnd len="med" w="med" type="none"/>
          </a:ln>
        </p:spPr>
      </p:cxnSp>
      <p:cxnSp>
        <p:nvCxnSpPr>
          <p:cNvPr id="1091" name="Google Shape;1091;p106"/>
          <p:cNvCxnSpPr/>
          <p:nvPr/>
        </p:nvCxnSpPr>
        <p:spPr>
          <a:xfrm>
            <a:off x="1177788" y="3311550"/>
            <a:ext cx="248400" cy="430200"/>
          </a:xfrm>
          <a:prstGeom prst="straightConnector1">
            <a:avLst/>
          </a:prstGeom>
          <a:noFill/>
          <a:ln cap="flat" cmpd="sng" w="9525">
            <a:solidFill>
              <a:schemeClr val="dk1"/>
            </a:solidFill>
            <a:prstDash val="solid"/>
            <a:round/>
            <a:headEnd len="med" w="med" type="none"/>
            <a:tailEnd len="med" w="med" type="none"/>
          </a:ln>
        </p:spPr>
      </p:cxnSp>
      <p:sp>
        <p:nvSpPr>
          <p:cNvPr id="1092" name="Google Shape;1092;p106"/>
          <p:cNvSpPr/>
          <p:nvPr/>
        </p:nvSpPr>
        <p:spPr>
          <a:xfrm>
            <a:off x="2246038" y="1400713"/>
            <a:ext cx="71400" cy="78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3" name="Google Shape;1093;p106"/>
          <p:cNvSpPr/>
          <p:nvPr/>
        </p:nvSpPr>
        <p:spPr>
          <a:xfrm>
            <a:off x="2317450" y="1365763"/>
            <a:ext cx="71400" cy="78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4" name="Google Shape;1094;p106"/>
          <p:cNvSpPr/>
          <p:nvPr/>
        </p:nvSpPr>
        <p:spPr>
          <a:xfrm>
            <a:off x="1763288" y="771288"/>
            <a:ext cx="71400" cy="78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5" name="Google Shape;1095;p106"/>
          <p:cNvSpPr/>
          <p:nvPr/>
        </p:nvSpPr>
        <p:spPr>
          <a:xfrm>
            <a:off x="1675175" y="771288"/>
            <a:ext cx="71400" cy="78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6" name="Google Shape;1096;p106"/>
          <p:cNvSpPr/>
          <p:nvPr/>
        </p:nvSpPr>
        <p:spPr>
          <a:xfrm>
            <a:off x="1155500" y="1400713"/>
            <a:ext cx="71400" cy="78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7" name="Google Shape;1097;p106"/>
          <p:cNvSpPr/>
          <p:nvPr/>
        </p:nvSpPr>
        <p:spPr>
          <a:xfrm>
            <a:off x="1197438" y="1425888"/>
            <a:ext cx="71400" cy="78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98" name="Google Shape;1098;p106"/>
          <p:cNvCxnSpPr>
            <a:endCxn id="1093" idx="5"/>
          </p:cNvCxnSpPr>
          <p:nvPr/>
        </p:nvCxnSpPr>
        <p:spPr>
          <a:xfrm>
            <a:off x="1822794" y="836540"/>
            <a:ext cx="555600" cy="595800"/>
          </a:xfrm>
          <a:prstGeom prst="straightConnector1">
            <a:avLst/>
          </a:prstGeom>
          <a:noFill/>
          <a:ln cap="flat" cmpd="sng" w="9525">
            <a:solidFill>
              <a:srgbClr val="FF0000"/>
            </a:solidFill>
            <a:prstDash val="solid"/>
            <a:round/>
            <a:headEnd len="med" w="med" type="none"/>
            <a:tailEnd len="med" w="med" type="none"/>
          </a:ln>
        </p:spPr>
      </p:cxnSp>
      <p:cxnSp>
        <p:nvCxnSpPr>
          <p:cNvPr id="1099" name="Google Shape;1099;p106"/>
          <p:cNvCxnSpPr/>
          <p:nvPr/>
        </p:nvCxnSpPr>
        <p:spPr>
          <a:xfrm flipH="1" rot="10800000">
            <a:off x="1251806" y="1451090"/>
            <a:ext cx="1029600" cy="27600"/>
          </a:xfrm>
          <a:prstGeom prst="straightConnector1">
            <a:avLst/>
          </a:prstGeom>
          <a:noFill/>
          <a:ln cap="flat" cmpd="sng" w="9525">
            <a:solidFill>
              <a:srgbClr val="FF0000"/>
            </a:solidFill>
            <a:prstDash val="solid"/>
            <a:round/>
            <a:headEnd len="med" w="med" type="none"/>
            <a:tailEnd len="med" w="med" type="none"/>
          </a:ln>
        </p:spPr>
      </p:cxnSp>
      <p:cxnSp>
        <p:nvCxnSpPr>
          <p:cNvPr id="1100" name="Google Shape;1100;p106"/>
          <p:cNvCxnSpPr>
            <a:stCxn id="1097" idx="1"/>
            <a:endCxn id="1095" idx="4"/>
          </p:cNvCxnSpPr>
          <p:nvPr/>
        </p:nvCxnSpPr>
        <p:spPr>
          <a:xfrm flipH="1" rot="10800000">
            <a:off x="1207894" y="849310"/>
            <a:ext cx="503100" cy="588000"/>
          </a:xfrm>
          <a:prstGeom prst="straightConnector1">
            <a:avLst/>
          </a:prstGeom>
          <a:noFill/>
          <a:ln cap="flat" cmpd="sng" w="9525">
            <a:solidFill>
              <a:srgbClr val="FF0000"/>
            </a:solidFill>
            <a:prstDash val="solid"/>
            <a:round/>
            <a:headEnd len="med" w="med" type="none"/>
            <a:tailEnd len="med" w="med" type="none"/>
          </a:ln>
        </p:spPr>
      </p:cxnSp>
      <p:sp>
        <p:nvSpPr>
          <p:cNvPr id="1101" name="Google Shape;1101;p106"/>
          <p:cNvSpPr/>
          <p:nvPr/>
        </p:nvSpPr>
        <p:spPr>
          <a:xfrm>
            <a:off x="1423738" y="771300"/>
            <a:ext cx="71400" cy="78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2" name="Google Shape;1102;p106"/>
          <p:cNvSpPr/>
          <p:nvPr/>
        </p:nvSpPr>
        <p:spPr>
          <a:xfrm>
            <a:off x="1084100" y="1126600"/>
            <a:ext cx="71400" cy="78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3" name="Google Shape;1103;p106"/>
          <p:cNvSpPr/>
          <p:nvPr/>
        </p:nvSpPr>
        <p:spPr>
          <a:xfrm>
            <a:off x="1393538" y="1614175"/>
            <a:ext cx="71400" cy="78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4" name="Google Shape;1104;p106"/>
          <p:cNvSpPr/>
          <p:nvPr/>
        </p:nvSpPr>
        <p:spPr>
          <a:xfrm>
            <a:off x="2020313" y="1614175"/>
            <a:ext cx="71400" cy="78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5" name="Google Shape;1105;p106"/>
          <p:cNvSpPr/>
          <p:nvPr/>
        </p:nvSpPr>
        <p:spPr>
          <a:xfrm>
            <a:off x="2388838" y="1126600"/>
            <a:ext cx="71400" cy="78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06" name="Google Shape;1106;p106"/>
          <p:cNvCxnSpPr/>
          <p:nvPr/>
        </p:nvCxnSpPr>
        <p:spPr>
          <a:xfrm flipH="1">
            <a:off x="1110694" y="836552"/>
            <a:ext cx="323400" cy="350100"/>
          </a:xfrm>
          <a:prstGeom prst="straightConnector1">
            <a:avLst/>
          </a:prstGeom>
          <a:noFill/>
          <a:ln cap="flat" cmpd="sng" w="9525">
            <a:solidFill>
              <a:schemeClr val="dk1"/>
            </a:solidFill>
            <a:prstDash val="solid"/>
            <a:round/>
            <a:headEnd len="med" w="med" type="none"/>
            <a:tailEnd len="med" w="med" type="none"/>
          </a:ln>
        </p:spPr>
      </p:cxnSp>
      <p:cxnSp>
        <p:nvCxnSpPr>
          <p:cNvPr id="1107" name="Google Shape;1107;p106"/>
          <p:cNvCxnSpPr/>
          <p:nvPr/>
        </p:nvCxnSpPr>
        <p:spPr>
          <a:xfrm flipH="1" rot="10800000">
            <a:off x="1444706" y="1646277"/>
            <a:ext cx="565800" cy="13800"/>
          </a:xfrm>
          <a:prstGeom prst="straightConnector1">
            <a:avLst/>
          </a:prstGeom>
          <a:noFill/>
          <a:ln cap="flat" cmpd="sng" w="9525">
            <a:solidFill>
              <a:schemeClr val="dk1"/>
            </a:solidFill>
            <a:prstDash val="solid"/>
            <a:round/>
            <a:headEnd len="med" w="med" type="none"/>
            <a:tailEnd len="med" w="med" type="none"/>
          </a:ln>
        </p:spPr>
      </p:cxnSp>
      <p:sp>
        <p:nvSpPr>
          <p:cNvPr id="1108" name="Google Shape;1108;p106"/>
          <p:cNvSpPr/>
          <p:nvPr/>
        </p:nvSpPr>
        <p:spPr>
          <a:xfrm>
            <a:off x="2064888" y="739800"/>
            <a:ext cx="71400" cy="78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09" name="Google Shape;1109;p106"/>
          <p:cNvCxnSpPr>
            <a:stCxn id="1108" idx="5"/>
            <a:endCxn id="1105" idx="0"/>
          </p:cNvCxnSpPr>
          <p:nvPr/>
        </p:nvCxnSpPr>
        <p:spPr>
          <a:xfrm>
            <a:off x="2125831" y="806377"/>
            <a:ext cx="298800" cy="320100"/>
          </a:xfrm>
          <a:prstGeom prst="straightConnector1">
            <a:avLst/>
          </a:prstGeom>
          <a:noFill/>
          <a:ln cap="flat" cmpd="sng" w="9525">
            <a:solidFill>
              <a:schemeClr val="dk1"/>
            </a:solidFill>
            <a:prstDash val="solid"/>
            <a:round/>
            <a:headEnd len="med" w="med" type="none"/>
            <a:tailEnd len="med" w="med" type="none"/>
          </a:ln>
        </p:spPr>
      </p:cxnSp>
      <p:cxnSp>
        <p:nvCxnSpPr>
          <p:cNvPr id="1110" name="Google Shape;1110;p106"/>
          <p:cNvCxnSpPr>
            <a:stCxn id="1074" idx="4"/>
            <a:endCxn id="1073" idx="6"/>
          </p:cNvCxnSpPr>
          <p:nvPr/>
        </p:nvCxnSpPr>
        <p:spPr>
          <a:xfrm flipH="1">
            <a:off x="2061538" y="3402050"/>
            <a:ext cx="220200" cy="378600"/>
          </a:xfrm>
          <a:prstGeom prst="straightConnector1">
            <a:avLst/>
          </a:prstGeom>
          <a:noFill/>
          <a:ln cap="flat" cmpd="sng" w="9525">
            <a:solidFill>
              <a:schemeClr val="dk1"/>
            </a:solidFill>
            <a:prstDash val="solid"/>
            <a:round/>
            <a:headEnd len="med" w="med" type="none"/>
            <a:tailEnd len="med" w="med" type="none"/>
          </a:ln>
        </p:spPr>
      </p:cxnSp>
      <p:sp>
        <p:nvSpPr>
          <p:cNvPr id="1111" name="Google Shape;1111;p106"/>
          <p:cNvSpPr/>
          <p:nvPr/>
        </p:nvSpPr>
        <p:spPr>
          <a:xfrm>
            <a:off x="2413863" y="2869513"/>
            <a:ext cx="71400" cy="78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2" name="Google Shape;1112;p106"/>
          <p:cNvSpPr/>
          <p:nvPr/>
        </p:nvSpPr>
        <p:spPr>
          <a:xfrm>
            <a:off x="2475588" y="1469388"/>
            <a:ext cx="71400" cy="78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3" name="Google Shape;1113;p106"/>
          <p:cNvSpPr/>
          <p:nvPr/>
        </p:nvSpPr>
        <p:spPr>
          <a:xfrm>
            <a:off x="2539288" y="1186650"/>
            <a:ext cx="71400" cy="78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114" name="Google Shape;1114;p106"/>
          <p:cNvGrpSpPr/>
          <p:nvPr/>
        </p:nvGrpSpPr>
        <p:grpSpPr>
          <a:xfrm>
            <a:off x="3091748" y="1293293"/>
            <a:ext cx="461397" cy="430197"/>
            <a:chOff x="3561350" y="2034925"/>
            <a:chExt cx="925200" cy="891600"/>
          </a:xfrm>
        </p:grpSpPr>
        <p:sp>
          <p:nvSpPr>
            <p:cNvPr id="1115" name="Google Shape;1115;p106"/>
            <p:cNvSpPr/>
            <p:nvPr/>
          </p:nvSpPr>
          <p:spPr>
            <a:xfrm>
              <a:off x="3561350" y="2034925"/>
              <a:ext cx="925200" cy="891600"/>
            </a:xfrm>
            <a:prstGeom prst="diamond">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6" name="Google Shape;1116;p106"/>
            <p:cNvSpPr/>
            <p:nvPr/>
          </p:nvSpPr>
          <p:spPr>
            <a:xfrm rot="2700000">
              <a:off x="3723081" y="2179823"/>
              <a:ext cx="139159" cy="150614"/>
            </a:xfrm>
            <a:prstGeom prst="triangle">
              <a:avLst>
                <a:gd fmla="val 50000" name="adj"/>
              </a:avLst>
            </a:prstGeom>
            <a:solidFill>
              <a:srgbClr val="FFFFFF"/>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7" name="Google Shape;1117;p106"/>
            <p:cNvSpPr/>
            <p:nvPr/>
          </p:nvSpPr>
          <p:spPr>
            <a:xfrm rot="-2443303">
              <a:off x="4170813" y="2179815"/>
              <a:ext cx="139335" cy="150594"/>
            </a:xfrm>
            <a:prstGeom prst="triangle">
              <a:avLst>
                <a:gd fmla="val 50000" name="adj"/>
              </a:avLst>
            </a:prstGeom>
            <a:solidFill>
              <a:srgbClr val="FFFFFF"/>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8" name="Google Shape;1118;p106"/>
            <p:cNvSpPr/>
            <p:nvPr/>
          </p:nvSpPr>
          <p:spPr>
            <a:xfrm rot="2700000">
              <a:off x="4170831" y="2645398"/>
              <a:ext cx="139159" cy="150614"/>
            </a:xfrm>
            <a:prstGeom prst="triangle">
              <a:avLst>
                <a:gd fmla="val 50000" name="adj"/>
              </a:avLst>
            </a:prstGeom>
            <a:solidFill>
              <a:srgbClr val="FFFFFF"/>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9" name="Google Shape;1119;p106"/>
            <p:cNvSpPr/>
            <p:nvPr/>
          </p:nvSpPr>
          <p:spPr>
            <a:xfrm rot="-2443303">
              <a:off x="3693513" y="2598915"/>
              <a:ext cx="139335" cy="150594"/>
            </a:xfrm>
            <a:prstGeom prst="triangle">
              <a:avLst>
                <a:gd fmla="val 50000" name="adj"/>
              </a:avLst>
            </a:prstGeom>
            <a:solidFill>
              <a:srgbClr val="FFFFFF"/>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20" name="Google Shape;1120;p106"/>
            <p:cNvCxnSpPr/>
            <p:nvPr/>
          </p:nvCxnSpPr>
          <p:spPr>
            <a:xfrm>
              <a:off x="3755825" y="2107350"/>
              <a:ext cx="184500" cy="189600"/>
            </a:xfrm>
            <a:prstGeom prst="straightConnector1">
              <a:avLst/>
            </a:prstGeom>
            <a:noFill/>
            <a:ln cap="flat" cmpd="sng" w="19050">
              <a:solidFill>
                <a:schemeClr val="dk1"/>
              </a:solidFill>
              <a:prstDash val="solid"/>
              <a:round/>
              <a:headEnd len="med" w="med" type="none"/>
              <a:tailEnd len="med" w="med" type="none"/>
            </a:ln>
          </p:spPr>
        </p:cxnSp>
        <p:cxnSp>
          <p:nvCxnSpPr>
            <p:cNvPr id="1121" name="Google Shape;1121;p106"/>
            <p:cNvCxnSpPr/>
            <p:nvPr/>
          </p:nvCxnSpPr>
          <p:spPr>
            <a:xfrm>
              <a:off x="4198000" y="2579400"/>
              <a:ext cx="184500" cy="189600"/>
            </a:xfrm>
            <a:prstGeom prst="straightConnector1">
              <a:avLst/>
            </a:prstGeom>
            <a:noFill/>
            <a:ln cap="flat" cmpd="sng" w="19050">
              <a:solidFill>
                <a:schemeClr val="dk1"/>
              </a:solidFill>
              <a:prstDash val="solid"/>
              <a:round/>
              <a:headEnd len="med" w="med" type="none"/>
              <a:tailEnd len="med" w="med" type="none"/>
            </a:ln>
          </p:spPr>
        </p:cxnSp>
        <p:cxnSp>
          <p:nvCxnSpPr>
            <p:cNvPr id="1122" name="Google Shape;1122;p106"/>
            <p:cNvCxnSpPr/>
            <p:nvPr/>
          </p:nvCxnSpPr>
          <p:spPr>
            <a:xfrm flipH="1" rot="10800000">
              <a:off x="4096325" y="2107500"/>
              <a:ext cx="183900" cy="189300"/>
            </a:xfrm>
            <a:prstGeom prst="straightConnector1">
              <a:avLst/>
            </a:prstGeom>
            <a:noFill/>
            <a:ln cap="flat" cmpd="sng" w="19050">
              <a:solidFill>
                <a:schemeClr val="dk1"/>
              </a:solidFill>
              <a:prstDash val="solid"/>
              <a:round/>
              <a:headEnd len="med" w="med" type="none"/>
              <a:tailEnd len="med" w="med" type="none"/>
            </a:ln>
          </p:spPr>
        </p:cxnSp>
        <p:cxnSp>
          <p:nvCxnSpPr>
            <p:cNvPr id="1123" name="Google Shape;1123;p106"/>
            <p:cNvCxnSpPr/>
            <p:nvPr/>
          </p:nvCxnSpPr>
          <p:spPr>
            <a:xfrm flipH="1" rot="10800000">
              <a:off x="3619000" y="2516250"/>
              <a:ext cx="183900" cy="189300"/>
            </a:xfrm>
            <a:prstGeom prst="straightConnector1">
              <a:avLst/>
            </a:prstGeom>
            <a:noFill/>
            <a:ln cap="flat" cmpd="sng" w="19050">
              <a:solidFill>
                <a:schemeClr val="dk1"/>
              </a:solidFill>
              <a:prstDash val="solid"/>
              <a:round/>
              <a:headEnd len="med" w="med" type="none"/>
              <a:tailEnd len="med" w="med" type="none"/>
            </a:ln>
          </p:spPr>
        </p:cxnSp>
      </p:grpSp>
      <p:cxnSp>
        <p:nvCxnSpPr>
          <p:cNvPr id="1124" name="Google Shape;1124;p106"/>
          <p:cNvCxnSpPr>
            <a:stCxn id="1112" idx="6"/>
            <a:endCxn id="1115" idx="1"/>
          </p:cNvCxnSpPr>
          <p:nvPr/>
        </p:nvCxnSpPr>
        <p:spPr>
          <a:xfrm>
            <a:off x="2546988" y="1508388"/>
            <a:ext cx="544800" cy="0"/>
          </a:xfrm>
          <a:prstGeom prst="straightConnector1">
            <a:avLst/>
          </a:prstGeom>
          <a:noFill/>
          <a:ln cap="flat" cmpd="sng" w="9525">
            <a:solidFill>
              <a:srgbClr val="FF0000"/>
            </a:solidFill>
            <a:prstDash val="solid"/>
            <a:round/>
            <a:headEnd len="med" w="med" type="none"/>
            <a:tailEnd len="med" w="med" type="none"/>
          </a:ln>
        </p:spPr>
      </p:cxnSp>
      <p:cxnSp>
        <p:nvCxnSpPr>
          <p:cNvPr id="1125" name="Google Shape;1125;p106"/>
          <p:cNvCxnSpPr>
            <a:stCxn id="1113" idx="7"/>
            <a:endCxn id="1115" idx="3"/>
          </p:cNvCxnSpPr>
          <p:nvPr/>
        </p:nvCxnSpPr>
        <p:spPr>
          <a:xfrm flipH="1" rot="-5400000">
            <a:off x="2921531" y="876773"/>
            <a:ext cx="310200" cy="952800"/>
          </a:xfrm>
          <a:prstGeom prst="bentConnector4">
            <a:avLst>
              <a:gd fmla="val -80447" name="adj1"/>
              <a:gd fmla="val 137135" name="adj2"/>
            </a:avLst>
          </a:prstGeom>
          <a:noFill/>
          <a:ln cap="flat" cmpd="sng" w="9525">
            <a:solidFill>
              <a:schemeClr val="dk1"/>
            </a:solidFill>
            <a:prstDash val="solid"/>
            <a:round/>
            <a:headEnd len="med" w="med" type="none"/>
            <a:tailEnd len="med" w="med" type="none"/>
          </a:ln>
        </p:spPr>
      </p:cxnSp>
      <p:cxnSp>
        <p:nvCxnSpPr>
          <p:cNvPr id="1126" name="Google Shape;1126;p106"/>
          <p:cNvCxnSpPr>
            <a:stCxn id="1075" idx="4"/>
            <a:endCxn id="1055" idx="3"/>
          </p:cNvCxnSpPr>
          <p:nvPr/>
        </p:nvCxnSpPr>
        <p:spPr>
          <a:xfrm rot="-5400000">
            <a:off x="2695288" y="2455400"/>
            <a:ext cx="752400" cy="984900"/>
          </a:xfrm>
          <a:prstGeom prst="bentConnector4">
            <a:avLst>
              <a:gd fmla="val -31649" name="adj1"/>
              <a:gd fmla="val 124167" name="adj2"/>
            </a:avLst>
          </a:prstGeom>
          <a:noFill/>
          <a:ln cap="flat" cmpd="sng" w="9525">
            <a:solidFill>
              <a:schemeClr val="dk1"/>
            </a:solidFill>
            <a:prstDash val="solid"/>
            <a:round/>
            <a:headEnd len="med" w="med" type="none"/>
            <a:tailEnd len="med" w="med" type="none"/>
          </a:ln>
        </p:spPr>
      </p:cxnSp>
      <p:cxnSp>
        <p:nvCxnSpPr>
          <p:cNvPr id="1127" name="Google Shape;1127;p106"/>
          <p:cNvCxnSpPr>
            <a:stCxn id="1115" idx="0"/>
            <a:endCxn id="1055" idx="0"/>
          </p:cNvCxnSpPr>
          <p:nvPr/>
        </p:nvCxnSpPr>
        <p:spPr>
          <a:xfrm flipH="1" rot="-5400000">
            <a:off x="2796097" y="1819643"/>
            <a:ext cx="1063500" cy="10800"/>
          </a:xfrm>
          <a:prstGeom prst="bentConnector5">
            <a:avLst>
              <a:gd fmla="val -22391" name="adj1"/>
              <a:gd fmla="val -3721729" name="adj2"/>
              <a:gd fmla="val 99079" name="adj3"/>
            </a:avLst>
          </a:prstGeom>
          <a:noFill/>
          <a:ln cap="flat" cmpd="sng" w="9525">
            <a:solidFill>
              <a:srgbClr val="FF0000"/>
            </a:solidFill>
            <a:prstDash val="solid"/>
            <a:round/>
            <a:headEnd len="med" w="med" type="none"/>
            <a:tailEnd len="med" w="med" type="none"/>
          </a:ln>
        </p:spPr>
      </p:cxnSp>
      <p:cxnSp>
        <p:nvCxnSpPr>
          <p:cNvPr id="1128" name="Google Shape;1128;p106"/>
          <p:cNvCxnSpPr>
            <a:stCxn id="1115" idx="2"/>
            <a:endCxn id="1055" idx="2"/>
          </p:cNvCxnSpPr>
          <p:nvPr/>
        </p:nvCxnSpPr>
        <p:spPr>
          <a:xfrm flipH="1" rot="-5400000">
            <a:off x="2796097" y="2249840"/>
            <a:ext cx="1063500" cy="10800"/>
          </a:xfrm>
          <a:prstGeom prst="bentConnector5">
            <a:avLst>
              <a:gd fmla="val 464" name="adj1"/>
              <a:gd fmla="val -2793025" name="adj2"/>
              <a:gd fmla="val 100022" name="adj3"/>
            </a:avLst>
          </a:prstGeom>
          <a:noFill/>
          <a:ln cap="flat" cmpd="sng" w="9525">
            <a:solidFill>
              <a:schemeClr val="dk1"/>
            </a:solidFill>
            <a:prstDash val="solid"/>
            <a:round/>
            <a:headEnd len="med" w="med" type="none"/>
            <a:tailEnd len="med" w="med" type="none"/>
          </a:ln>
        </p:spPr>
      </p:cxnSp>
      <p:cxnSp>
        <p:nvCxnSpPr>
          <p:cNvPr id="1129" name="Google Shape;1129;p106"/>
          <p:cNvCxnSpPr>
            <a:stCxn id="1055" idx="2"/>
          </p:cNvCxnSpPr>
          <p:nvPr/>
        </p:nvCxnSpPr>
        <p:spPr>
          <a:xfrm rot="-5400000">
            <a:off x="4653888" y="1332591"/>
            <a:ext cx="133500" cy="2775000"/>
          </a:xfrm>
          <a:prstGeom prst="bentConnector4">
            <a:avLst>
              <a:gd fmla="val -250737" name="adj1"/>
              <a:gd fmla="val 93369" name="adj2"/>
            </a:avLst>
          </a:prstGeom>
          <a:noFill/>
          <a:ln cap="flat" cmpd="sng" w="9525">
            <a:solidFill>
              <a:schemeClr val="dk1"/>
            </a:solidFill>
            <a:prstDash val="solid"/>
            <a:round/>
            <a:headEnd len="med" w="med" type="none"/>
            <a:tailEnd len="med" w="med" type="none"/>
          </a:ln>
        </p:spPr>
      </p:cxnSp>
      <p:cxnSp>
        <p:nvCxnSpPr>
          <p:cNvPr id="1130" name="Google Shape;1130;p106"/>
          <p:cNvCxnSpPr>
            <a:stCxn id="1111" idx="6"/>
            <a:endCxn id="1055" idx="1"/>
          </p:cNvCxnSpPr>
          <p:nvPr/>
        </p:nvCxnSpPr>
        <p:spPr>
          <a:xfrm flipH="1" rot="10800000">
            <a:off x="2485263" y="2571613"/>
            <a:ext cx="617100" cy="336900"/>
          </a:xfrm>
          <a:prstGeom prst="bentConnector3">
            <a:avLst>
              <a:gd fmla="val -4422" name="adj1"/>
            </a:avLst>
          </a:prstGeom>
          <a:noFill/>
          <a:ln cap="flat" cmpd="sng" w="9525">
            <a:solidFill>
              <a:srgbClr val="FF0000"/>
            </a:solidFill>
            <a:prstDash val="solid"/>
            <a:round/>
            <a:headEnd len="med" w="med" type="none"/>
            <a:tailEnd len="med" w="med" type="none"/>
          </a:ln>
        </p:spPr>
      </p:cxnSp>
      <p:cxnSp>
        <p:nvCxnSpPr>
          <p:cNvPr id="1131" name="Google Shape;1131;p106"/>
          <p:cNvCxnSpPr>
            <a:stCxn id="1055" idx="0"/>
            <a:endCxn id="1064" idx="1"/>
          </p:cNvCxnSpPr>
          <p:nvPr/>
        </p:nvCxnSpPr>
        <p:spPr>
          <a:xfrm flipH="1" rot="-5400000">
            <a:off x="4613088" y="1076694"/>
            <a:ext cx="215100" cy="2775000"/>
          </a:xfrm>
          <a:prstGeom prst="bentConnector4">
            <a:avLst>
              <a:gd fmla="val -110704" name="adj1"/>
              <a:gd fmla="val 93168" name="adj2"/>
            </a:avLst>
          </a:prstGeom>
          <a:noFill/>
          <a:ln cap="flat" cmpd="sng" w="9525">
            <a:solidFill>
              <a:srgbClr val="FF0000"/>
            </a:solidFill>
            <a:prstDash val="solid"/>
            <a:round/>
            <a:headEnd len="med" w="med" type="none"/>
            <a:tailEnd len="med" w="med" type="none"/>
          </a:ln>
        </p:spPr>
      </p:cxnSp>
      <p:cxnSp>
        <p:nvCxnSpPr>
          <p:cNvPr id="1132" name="Google Shape;1132;p106"/>
          <p:cNvCxnSpPr>
            <a:stCxn id="1064" idx="3"/>
            <a:endCxn id="1065" idx="0"/>
          </p:cNvCxnSpPr>
          <p:nvPr/>
        </p:nvCxnSpPr>
        <p:spPr>
          <a:xfrm flipH="1" rot="10800000">
            <a:off x="6685050" y="1963350"/>
            <a:ext cx="816300" cy="608400"/>
          </a:xfrm>
          <a:prstGeom prst="bentConnector4">
            <a:avLst>
              <a:gd fmla="val 32338" name="adj1"/>
              <a:gd fmla="val 130371" name="adj2"/>
            </a:avLst>
          </a:prstGeom>
          <a:noFill/>
          <a:ln cap="flat" cmpd="sng" w="9525">
            <a:solidFill>
              <a:srgbClr val="FF0000"/>
            </a:solidFill>
            <a:prstDash val="solid"/>
            <a:round/>
            <a:headEnd len="med" w="med" type="none"/>
            <a:tailEnd len="med" w="med" type="none"/>
          </a:ln>
        </p:spPr>
      </p:cxnSp>
      <p:cxnSp>
        <p:nvCxnSpPr>
          <p:cNvPr id="1133" name="Google Shape;1133;p106"/>
          <p:cNvCxnSpPr/>
          <p:nvPr/>
        </p:nvCxnSpPr>
        <p:spPr>
          <a:xfrm>
            <a:off x="6698725" y="2686925"/>
            <a:ext cx="250800" cy="0"/>
          </a:xfrm>
          <a:prstGeom prst="straightConnector1">
            <a:avLst/>
          </a:prstGeom>
          <a:noFill/>
          <a:ln cap="flat" cmpd="sng" w="9525">
            <a:solidFill>
              <a:schemeClr val="dk1"/>
            </a:solidFill>
            <a:prstDash val="solid"/>
            <a:round/>
            <a:headEnd len="med" w="med" type="none"/>
            <a:tailEnd len="med" w="med" type="none"/>
          </a:ln>
        </p:spPr>
      </p:cxnSp>
      <p:cxnSp>
        <p:nvCxnSpPr>
          <p:cNvPr id="1134" name="Google Shape;1134;p106"/>
          <p:cNvCxnSpPr/>
          <p:nvPr/>
        </p:nvCxnSpPr>
        <p:spPr>
          <a:xfrm>
            <a:off x="6956025" y="2686925"/>
            <a:ext cx="16800" cy="808200"/>
          </a:xfrm>
          <a:prstGeom prst="straightConnector1">
            <a:avLst/>
          </a:prstGeom>
          <a:noFill/>
          <a:ln cap="flat" cmpd="sng" w="9525">
            <a:solidFill>
              <a:schemeClr val="dk1"/>
            </a:solidFill>
            <a:prstDash val="solid"/>
            <a:round/>
            <a:headEnd len="med" w="med" type="none"/>
            <a:tailEnd len="med" w="med" type="none"/>
          </a:ln>
        </p:spPr>
      </p:cxnSp>
      <p:cxnSp>
        <p:nvCxnSpPr>
          <p:cNvPr id="1135" name="Google Shape;1135;p106"/>
          <p:cNvCxnSpPr/>
          <p:nvPr/>
        </p:nvCxnSpPr>
        <p:spPr>
          <a:xfrm>
            <a:off x="6966200" y="3489375"/>
            <a:ext cx="585000" cy="5700"/>
          </a:xfrm>
          <a:prstGeom prst="straightConnector1">
            <a:avLst/>
          </a:prstGeom>
          <a:noFill/>
          <a:ln cap="flat" cmpd="sng" w="9525">
            <a:solidFill>
              <a:schemeClr val="dk1"/>
            </a:solidFill>
            <a:prstDash val="solid"/>
            <a:round/>
            <a:headEnd len="med" w="med" type="none"/>
            <a:tailEnd len="med" w="med" type="none"/>
          </a:ln>
        </p:spPr>
      </p:cxnSp>
      <p:cxnSp>
        <p:nvCxnSpPr>
          <p:cNvPr id="1136" name="Google Shape;1136;p106"/>
          <p:cNvCxnSpPr>
            <a:stCxn id="1070" idx="1"/>
          </p:cNvCxnSpPr>
          <p:nvPr/>
        </p:nvCxnSpPr>
        <p:spPr>
          <a:xfrm>
            <a:off x="7539600" y="3196875"/>
            <a:ext cx="6300" cy="303600"/>
          </a:xfrm>
          <a:prstGeom prst="straightConnector1">
            <a:avLst/>
          </a:prstGeom>
          <a:noFill/>
          <a:ln cap="flat" cmpd="sng" w="9525">
            <a:solidFill>
              <a:schemeClr val="dk1"/>
            </a:solidFill>
            <a:prstDash val="solid"/>
            <a:round/>
            <a:headEnd len="med" w="med" type="none"/>
            <a:tailEnd len="med" w="med" type="none"/>
          </a:ln>
        </p:spPr>
      </p:cxnSp>
      <p:sp>
        <p:nvSpPr>
          <p:cNvPr id="1137" name="Google Shape;1137;p106"/>
          <p:cNvSpPr txBox="1"/>
          <p:nvPr/>
        </p:nvSpPr>
        <p:spPr>
          <a:xfrm>
            <a:off x="7436850" y="1723500"/>
            <a:ext cx="211800" cy="12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t>+</a:t>
            </a:r>
            <a:endParaRPr sz="1100"/>
          </a:p>
        </p:txBody>
      </p:sp>
      <p:sp>
        <p:nvSpPr>
          <p:cNvPr id="1138" name="Google Shape;1138;p106"/>
          <p:cNvSpPr txBox="1"/>
          <p:nvPr/>
        </p:nvSpPr>
        <p:spPr>
          <a:xfrm>
            <a:off x="7501350" y="3028925"/>
            <a:ext cx="211800" cy="12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_</a:t>
            </a:r>
            <a:endParaRPr b="1" sz="1100"/>
          </a:p>
        </p:txBody>
      </p:sp>
      <p:sp>
        <p:nvSpPr>
          <p:cNvPr id="1139" name="Google Shape;1139;p106"/>
          <p:cNvSpPr txBox="1"/>
          <p:nvPr/>
        </p:nvSpPr>
        <p:spPr>
          <a:xfrm>
            <a:off x="3333150" y="73375"/>
            <a:ext cx="3704700" cy="4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Previous Electrical Connection Diagram</a:t>
            </a:r>
            <a:endParaRPr b="1"/>
          </a:p>
        </p:txBody>
      </p:sp>
      <p:sp>
        <p:nvSpPr>
          <p:cNvPr id="1140" name="Google Shape;1140;p106"/>
          <p:cNvSpPr txBox="1"/>
          <p:nvPr/>
        </p:nvSpPr>
        <p:spPr>
          <a:xfrm>
            <a:off x="3362875" y="1013800"/>
            <a:ext cx="1278900" cy="30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rPr>
              <a:t>Full wave rectifier with schottky diodes (1N4007)</a:t>
            </a:r>
            <a:endParaRPr sz="7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4" name="Shape 1144"/>
        <p:cNvGrpSpPr/>
        <p:nvPr/>
      </p:nvGrpSpPr>
      <p:grpSpPr>
        <a:xfrm>
          <a:off x="0" y="0"/>
          <a:ext cx="0" cy="0"/>
          <a:chOff x="0" y="0"/>
          <a:chExt cx="0" cy="0"/>
        </a:xfrm>
      </p:grpSpPr>
      <p:sp>
        <p:nvSpPr>
          <p:cNvPr id="1145" name="Google Shape;1145;p107"/>
          <p:cNvSpPr txBox="1"/>
          <p:nvPr>
            <p:ph idx="1" type="body"/>
          </p:nvPr>
        </p:nvSpPr>
        <p:spPr>
          <a:xfrm>
            <a:off x="50" y="0"/>
            <a:ext cx="9144000" cy="509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46" name="Google Shape;1146;p107" title="piezo disk.PNG"/>
          <p:cNvPicPr preferRelativeResize="0"/>
          <p:nvPr/>
        </p:nvPicPr>
        <p:blipFill>
          <a:blip r:embed="rId3">
            <a:alphaModFix/>
          </a:blip>
          <a:stretch>
            <a:fillRect/>
          </a:stretch>
        </p:blipFill>
        <p:spPr>
          <a:xfrm>
            <a:off x="1892175" y="1218250"/>
            <a:ext cx="874375" cy="852600"/>
          </a:xfrm>
          <a:prstGeom prst="rect">
            <a:avLst/>
          </a:prstGeom>
          <a:noFill/>
          <a:ln>
            <a:noFill/>
          </a:ln>
        </p:spPr>
      </p:pic>
      <p:pic>
        <p:nvPicPr>
          <p:cNvPr id="1147" name="Google Shape;1147;p107" title="piezo disk.PNG"/>
          <p:cNvPicPr preferRelativeResize="0"/>
          <p:nvPr/>
        </p:nvPicPr>
        <p:blipFill>
          <a:blip r:embed="rId3">
            <a:alphaModFix/>
          </a:blip>
          <a:stretch>
            <a:fillRect/>
          </a:stretch>
        </p:blipFill>
        <p:spPr>
          <a:xfrm>
            <a:off x="2512375" y="399050"/>
            <a:ext cx="874375" cy="852600"/>
          </a:xfrm>
          <a:prstGeom prst="rect">
            <a:avLst/>
          </a:prstGeom>
          <a:noFill/>
          <a:ln>
            <a:noFill/>
          </a:ln>
        </p:spPr>
      </p:pic>
      <p:pic>
        <p:nvPicPr>
          <p:cNvPr id="1148" name="Google Shape;1148;p107" title="piezo disk.PNG"/>
          <p:cNvPicPr preferRelativeResize="0"/>
          <p:nvPr/>
        </p:nvPicPr>
        <p:blipFill>
          <a:blip r:embed="rId3">
            <a:alphaModFix/>
          </a:blip>
          <a:stretch>
            <a:fillRect/>
          </a:stretch>
        </p:blipFill>
        <p:spPr>
          <a:xfrm>
            <a:off x="3114500" y="1218250"/>
            <a:ext cx="874375" cy="852600"/>
          </a:xfrm>
          <a:prstGeom prst="rect">
            <a:avLst/>
          </a:prstGeom>
          <a:noFill/>
          <a:ln>
            <a:noFill/>
          </a:ln>
        </p:spPr>
      </p:pic>
      <p:pic>
        <p:nvPicPr>
          <p:cNvPr id="1149" name="Google Shape;1149;p107" title="piezo disk.PNG"/>
          <p:cNvPicPr preferRelativeResize="0"/>
          <p:nvPr/>
        </p:nvPicPr>
        <p:blipFill>
          <a:blip r:embed="rId3">
            <a:alphaModFix/>
          </a:blip>
          <a:stretch>
            <a:fillRect/>
          </a:stretch>
        </p:blipFill>
        <p:spPr>
          <a:xfrm>
            <a:off x="1915975" y="2696800"/>
            <a:ext cx="874375" cy="852600"/>
          </a:xfrm>
          <a:prstGeom prst="rect">
            <a:avLst/>
          </a:prstGeom>
          <a:noFill/>
          <a:ln>
            <a:noFill/>
          </a:ln>
        </p:spPr>
      </p:pic>
      <p:pic>
        <p:nvPicPr>
          <p:cNvPr id="1150" name="Google Shape;1150;p107" title="piezo disk.PNG"/>
          <p:cNvPicPr preferRelativeResize="0"/>
          <p:nvPr/>
        </p:nvPicPr>
        <p:blipFill>
          <a:blip r:embed="rId3">
            <a:alphaModFix/>
          </a:blip>
          <a:stretch>
            <a:fillRect/>
          </a:stretch>
        </p:blipFill>
        <p:spPr>
          <a:xfrm>
            <a:off x="3141750" y="2696800"/>
            <a:ext cx="874375" cy="852600"/>
          </a:xfrm>
          <a:prstGeom prst="rect">
            <a:avLst/>
          </a:prstGeom>
          <a:noFill/>
          <a:ln>
            <a:noFill/>
          </a:ln>
        </p:spPr>
      </p:pic>
      <p:pic>
        <p:nvPicPr>
          <p:cNvPr id="1151" name="Google Shape;1151;p107" title="piezo disk.PNG"/>
          <p:cNvPicPr preferRelativeResize="0"/>
          <p:nvPr/>
        </p:nvPicPr>
        <p:blipFill>
          <a:blip r:embed="rId3">
            <a:alphaModFix/>
          </a:blip>
          <a:stretch>
            <a:fillRect/>
          </a:stretch>
        </p:blipFill>
        <p:spPr>
          <a:xfrm>
            <a:off x="2551900" y="3634825"/>
            <a:ext cx="874375" cy="852600"/>
          </a:xfrm>
          <a:prstGeom prst="rect">
            <a:avLst/>
          </a:prstGeom>
          <a:noFill/>
          <a:ln>
            <a:noFill/>
          </a:ln>
        </p:spPr>
      </p:pic>
      <p:grpSp>
        <p:nvGrpSpPr>
          <p:cNvPr id="1152" name="Google Shape;1152;p107"/>
          <p:cNvGrpSpPr/>
          <p:nvPr/>
        </p:nvGrpSpPr>
        <p:grpSpPr>
          <a:xfrm>
            <a:off x="4676087" y="2107031"/>
            <a:ext cx="702412" cy="685462"/>
            <a:chOff x="3561350" y="2034925"/>
            <a:chExt cx="925200" cy="891600"/>
          </a:xfrm>
        </p:grpSpPr>
        <p:sp>
          <p:nvSpPr>
            <p:cNvPr id="1153" name="Google Shape;1153;p107"/>
            <p:cNvSpPr/>
            <p:nvPr/>
          </p:nvSpPr>
          <p:spPr>
            <a:xfrm>
              <a:off x="3561350" y="2034925"/>
              <a:ext cx="925200" cy="891600"/>
            </a:xfrm>
            <a:prstGeom prst="diamond">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4" name="Google Shape;1154;p107"/>
            <p:cNvSpPr/>
            <p:nvPr/>
          </p:nvSpPr>
          <p:spPr>
            <a:xfrm rot="2700000">
              <a:off x="3723081" y="2179823"/>
              <a:ext cx="139159" cy="150614"/>
            </a:xfrm>
            <a:prstGeom prst="triangle">
              <a:avLst>
                <a:gd fmla="val 50000" name="adj"/>
              </a:avLst>
            </a:prstGeom>
            <a:solidFill>
              <a:srgbClr val="FFFFFF"/>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5" name="Google Shape;1155;p107"/>
            <p:cNvSpPr/>
            <p:nvPr/>
          </p:nvSpPr>
          <p:spPr>
            <a:xfrm rot="-2443303">
              <a:off x="4170813" y="2179815"/>
              <a:ext cx="139335" cy="150594"/>
            </a:xfrm>
            <a:prstGeom prst="triangle">
              <a:avLst>
                <a:gd fmla="val 50000" name="adj"/>
              </a:avLst>
            </a:prstGeom>
            <a:solidFill>
              <a:srgbClr val="FFFFFF"/>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6" name="Google Shape;1156;p107"/>
            <p:cNvSpPr/>
            <p:nvPr/>
          </p:nvSpPr>
          <p:spPr>
            <a:xfrm rot="2700000">
              <a:off x="4170831" y="2645398"/>
              <a:ext cx="139159" cy="150614"/>
            </a:xfrm>
            <a:prstGeom prst="triangle">
              <a:avLst>
                <a:gd fmla="val 50000" name="adj"/>
              </a:avLst>
            </a:prstGeom>
            <a:solidFill>
              <a:srgbClr val="FFFFFF"/>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7" name="Google Shape;1157;p107"/>
            <p:cNvSpPr/>
            <p:nvPr/>
          </p:nvSpPr>
          <p:spPr>
            <a:xfrm rot="-2443303">
              <a:off x="3693513" y="2598915"/>
              <a:ext cx="139335" cy="150594"/>
            </a:xfrm>
            <a:prstGeom prst="triangle">
              <a:avLst>
                <a:gd fmla="val 50000" name="adj"/>
              </a:avLst>
            </a:prstGeom>
            <a:solidFill>
              <a:srgbClr val="FFFFFF"/>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58" name="Google Shape;1158;p107"/>
            <p:cNvCxnSpPr/>
            <p:nvPr/>
          </p:nvCxnSpPr>
          <p:spPr>
            <a:xfrm>
              <a:off x="3755825" y="2107350"/>
              <a:ext cx="184500" cy="189600"/>
            </a:xfrm>
            <a:prstGeom prst="straightConnector1">
              <a:avLst/>
            </a:prstGeom>
            <a:noFill/>
            <a:ln cap="flat" cmpd="sng" w="19050">
              <a:solidFill>
                <a:schemeClr val="dk1"/>
              </a:solidFill>
              <a:prstDash val="solid"/>
              <a:round/>
              <a:headEnd len="med" w="med" type="none"/>
              <a:tailEnd len="med" w="med" type="none"/>
            </a:ln>
          </p:spPr>
        </p:cxnSp>
        <p:cxnSp>
          <p:nvCxnSpPr>
            <p:cNvPr id="1159" name="Google Shape;1159;p107"/>
            <p:cNvCxnSpPr/>
            <p:nvPr/>
          </p:nvCxnSpPr>
          <p:spPr>
            <a:xfrm>
              <a:off x="4198000" y="2579400"/>
              <a:ext cx="184500" cy="189600"/>
            </a:xfrm>
            <a:prstGeom prst="straightConnector1">
              <a:avLst/>
            </a:prstGeom>
            <a:noFill/>
            <a:ln cap="flat" cmpd="sng" w="19050">
              <a:solidFill>
                <a:schemeClr val="dk1"/>
              </a:solidFill>
              <a:prstDash val="solid"/>
              <a:round/>
              <a:headEnd len="med" w="med" type="none"/>
              <a:tailEnd len="med" w="med" type="none"/>
            </a:ln>
          </p:spPr>
        </p:cxnSp>
        <p:cxnSp>
          <p:nvCxnSpPr>
            <p:cNvPr id="1160" name="Google Shape;1160;p107"/>
            <p:cNvCxnSpPr/>
            <p:nvPr/>
          </p:nvCxnSpPr>
          <p:spPr>
            <a:xfrm flipH="1" rot="10800000">
              <a:off x="4096325" y="2107500"/>
              <a:ext cx="183900" cy="189300"/>
            </a:xfrm>
            <a:prstGeom prst="straightConnector1">
              <a:avLst/>
            </a:prstGeom>
            <a:noFill/>
            <a:ln cap="flat" cmpd="sng" w="19050">
              <a:solidFill>
                <a:schemeClr val="dk1"/>
              </a:solidFill>
              <a:prstDash val="solid"/>
              <a:round/>
              <a:headEnd len="med" w="med" type="none"/>
              <a:tailEnd len="med" w="med" type="none"/>
            </a:ln>
          </p:spPr>
        </p:cxnSp>
        <p:cxnSp>
          <p:nvCxnSpPr>
            <p:cNvPr id="1161" name="Google Shape;1161;p107"/>
            <p:cNvCxnSpPr/>
            <p:nvPr/>
          </p:nvCxnSpPr>
          <p:spPr>
            <a:xfrm flipH="1" rot="10800000">
              <a:off x="3619000" y="2516250"/>
              <a:ext cx="183900" cy="189300"/>
            </a:xfrm>
            <a:prstGeom prst="straightConnector1">
              <a:avLst/>
            </a:prstGeom>
            <a:noFill/>
            <a:ln cap="flat" cmpd="sng" w="19050">
              <a:solidFill>
                <a:schemeClr val="dk1"/>
              </a:solidFill>
              <a:prstDash val="solid"/>
              <a:round/>
              <a:headEnd len="med" w="med" type="none"/>
              <a:tailEnd len="med" w="med" type="none"/>
            </a:ln>
          </p:spPr>
        </p:cxnSp>
      </p:grpSp>
      <p:cxnSp>
        <p:nvCxnSpPr>
          <p:cNvPr id="1162" name="Google Shape;1162;p107"/>
          <p:cNvCxnSpPr>
            <a:stCxn id="1153" idx="0"/>
          </p:cNvCxnSpPr>
          <p:nvPr/>
        </p:nvCxnSpPr>
        <p:spPr>
          <a:xfrm rot="10800000">
            <a:off x="5021893" y="1769831"/>
            <a:ext cx="5400" cy="337200"/>
          </a:xfrm>
          <a:prstGeom prst="straightConnector1">
            <a:avLst/>
          </a:prstGeom>
          <a:noFill/>
          <a:ln cap="flat" cmpd="sng" w="9525">
            <a:solidFill>
              <a:srgbClr val="FF0000"/>
            </a:solidFill>
            <a:prstDash val="solid"/>
            <a:round/>
            <a:headEnd len="med" w="med" type="none"/>
            <a:tailEnd len="med" w="med" type="none"/>
          </a:ln>
        </p:spPr>
      </p:cxnSp>
      <p:cxnSp>
        <p:nvCxnSpPr>
          <p:cNvPr id="1163" name="Google Shape;1163;p107"/>
          <p:cNvCxnSpPr>
            <a:endCxn id="1153" idx="2"/>
          </p:cNvCxnSpPr>
          <p:nvPr/>
        </p:nvCxnSpPr>
        <p:spPr>
          <a:xfrm rot="10800000">
            <a:off x="5027293" y="2792493"/>
            <a:ext cx="1200" cy="329400"/>
          </a:xfrm>
          <a:prstGeom prst="straightConnector1">
            <a:avLst/>
          </a:prstGeom>
          <a:noFill/>
          <a:ln cap="flat" cmpd="sng" w="9525">
            <a:solidFill>
              <a:schemeClr val="dk1"/>
            </a:solidFill>
            <a:prstDash val="solid"/>
            <a:round/>
            <a:headEnd len="med" w="med" type="none"/>
            <a:tailEnd len="med" w="med" type="none"/>
          </a:ln>
        </p:spPr>
      </p:cxnSp>
      <p:cxnSp>
        <p:nvCxnSpPr>
          <p:cNvPr id="1164" name="Google Shape;1164;p107"/>
          <p:cNvCxnSpPr/>
          <p:nvPr/>
        </p:nvCxnSpPr>
        <p:spPr>
          <a:xfrm flipH="1" rot="10800000">
            <a:off x="5017425" y="1775375"/>
            <a:ext cx="2000400" cy="5700"/>
          </a:xfrm>
          <a:prstGeom prst="straightConnector1">
            <a:avLst/>
          </a:prstGeom>
          <a:noFill/>
          <a:ln cap="flat" cmpd="sng" w="9525">
            <a:solidFill>
              <a:srgbClr val="FF0000"/>
            </a:solidFill>
            <a:prstDash val="solid"/>
            <a:round/>
            <a:headEnd len="med" w="med" type="none"/>
            <a:tailEnd len="med" w="med" type="none"/>
          </a:ln>
        </p:spPr>
      </p:cxnSp>
      <p:cxnSp>
        <p:nvCxnSpPr>
          <p:cNvPr id="1165" name="Google Shape;1165;p107"/>
          <p:cNvCxnSpPr/>
          <p:nvPr/>
        </p:nvCxnSpPr>
        <p:spPr>
          <a:xfrm>
            <a:off x="5034075" y="3118450"/>
            <a:ext cx="2003400" cy="5700"/>
          </a:xfrm>
          <a:prstGeom prst="straightConnector1">
            <a:avLst/>
          </a:prstGeom>
          <a:noFill/>
          <a:ln cap="flat" cmpd="sng" w="9525">
            <a:solidFill>
              <a:schemeClr val="dk1"/>
            </a:solidFill>
            <a:prstDash val="solid"/>
            <a:round/>
            <a:headEnd len="med" w="med" type="none"/>
            <a:tailEnd len="med" w="med" type="none"/>
          </a:ln>
        </p:spPr>
      </p:cxnSp>
      <p:sp>
        <p:nvSpPr>
          <p:cNvPr id="1166" name="Google Shape;1166;p107"/>
          <p:cNvSpPr/>
          <p:nvPr/>
        </p:nvSpPr>
        <p:spPr>
          <a:xfrm>
            <a:off x="7288025" y="2287775"/>
            <a:ext cx="576900" cy="316800"/>
          </a:xfrm>
          <a:prstGeom prst="rect">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Charging Module (134N3P)</a:t>
            </a:r>
            <a:endParaRPr sz="700"/>
          </a:p>
        </p:txBody>
      </p:sp>
      <p:cxnSp>
        <p:nvCxnSpPr>
          <p:cNvPr id="1167" name="Google Shape;1167;p107"/>
          <p:cNvCxnSpPr/>
          <p:nvPr/>
        </p:nvCxnSpPr>
        <p:spPr>
          <a:xfrm flipH="1" rot="10800000">
            <a:off x="7017925" y="2377175"/>
            <a:ext cx="275700" cy="5700"/>
          </a:xfrm>
          <a:prstGeom prst="straightConnector1">
            <a:avLst/>
          </a:prstGeom>
          <a:noFill/>
          <a:ln cap="flat" cmpd="sng" w="9525">
            <a:solidFill>
              <a:srgbClr val="FF0000"/>
            </a:solidFill>
            <a:prstDash val="solid"/>
            <a:round/>
            <a:headEnd len="med" w="med" type="none"/>
            <a:tailEnd len="med" w="med" type="none"/>
          </a:ln>
        </p:spPr>
      </p:cxnSp>
      <p:cxnSp>
        <p:nvCxnSpPr>
          <p:cNvPr id="1168" name="Google Shape;1168;p107"/>
          <p:cNvCxnSpPr/>
          <p:nvPr/>
        </p:nvCxnSpPr>
        <p:spPr>
          <a:xfrm flipH="1">
            <a:off x="7040225" y="2534525"/>
            <a:ext cx="247800" cy="9900"/>
          </a:xfrm>
          <a:prstGeom prst="straightConnector1">
            <a:avLst/>
          </a:prstGeom>
          <a:noFill/>
          <a:ln cap="flat" cmpd="sng" w="9525">
            <a:solidFill>
              <a:schemeClr val="dk1"/>
            </a:solidFill>
            <a:prstDash val="solid"/>
            <a:round/>
            <a:headEnd len="med" w="med" type="none"/>
            <a:tailEnd len="med" w="med" type="none"/>
          </a:ln>
        </p:spPr>
      </p:cxnSp>
      <p:cxnSp>
        <p:nvCxnSpPr>
          <p:cNvPr id="1169" name="Google Shape;1169;p107"/>
          <p:cNvCxnSpPr/>
          <p:nvPr/>
        </p:nvCxnSpPr>
        <p:spPr>
          <a:xfrm>
            <a:off x="7012350" y="1781050"/>
            <a:ext cx="11100" cy="607500"/>
          </a:xfrm>
          <a:prstGeom prst="straightConnector1">
            <a:avLst/>
          </a:prstGeom>
          <a:noFill/>
          <a:ln cap="flat" cmpd="sng" w="9525">
            <a:solidFill>
              <a:srgbClr val="FF0000"/>
            </a:solidFill>
            <a:prstDash val="solid"/>
            <a:round/>
            <a:headEnd len="med" w="med" type="none"/>
            <a:tailEnd len="med" w="med" type="none"/>
          </a:ln>
        </p:spPr>
      </p:cxnSp>
      <p:cxnSp>
        <p:nvCxnSpPr>
          <p:cNvPr id="1170" name="Google Shape;1170;p107"/>
          <p:cNvCxnSpPr/>
          <p:nvPr/>
        </p:nvCxnSpPr>
        <p:spPr>
          <a:xfrm>
            <a:off x="7037475" y="2544425"/>
            <a:ext cx="0" cy="592800"/>
          </a:xfrm>
          <a:prstGeom prst="straightConnector1">
            <a:avLst/>
          </a:prstGeom>
          <a:noFill/>
          <a:ln cap="flat" cmpd="sng" w="9525">
            <a:solidFill>
              <a:schemeClr val="dk1"/>
            </a:solidFill>
            <a:prstDash val="solid"/>
            <a:round/>
            <a:headEnd len="med" w="med" type="none"/>
            <a:tailEnd len="med" w="med" type="none"/>
          </a:ln>
        </p:spPr>
      </p:cxnSp>
      <p:sp>
        <p:nvSpPr>
          <p:cNvPr id="1171" name="Google Shape;1171;p107"/>
          <p:cNvSpPr/>
          <p:nvPr/>
        </p:nvSpPr>
        <p:spPr>
          <a:xfrm>
            <a:off x="8413800" y="1774475"/>
            <a:ext cx="576900" cy="1216800"/>
          </a:xfrm>
          <a:prstGeom prst="rect">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Battery</a:t>
            </a:r>
            <a:endParaRPr sz="700"/>
          </a:p>
        </p:txBody>
      </p:sp>
      <p:cxnSp>
        <p:nvCxnSpPr>
          <p:cNvPr id="1172" name="Google Shape;1172;p107"/>
          <p:cNvCxnSpPr/>
          <p:nvPr/>
        </p:nvCxnSpPr>
        <p:spPr>
          <a:xfrm flipH="1" rot="10800000">
            <a:off x="7876400" y="2380025"/>
            <a:ext cx="250800" cy="5700"/>
          </a:xfrm>
          <a:prstGeom prst="straightConnector1">
            <a:avLst/>
          </a:prstGeom>
          <a:noFill/>
          <a:ln cap="flat" cmpd="sng" w="9525">
            <a:solidFill>
              <a:srgbClr val="FF0000"/>
            </a:solidFill>
            <a:prstDash val="solid"/>
            <a:round/>
            <a:headEnd len="med" w="med" type="none"/>
            <a:tailEnd len="med" w="med" type="none"/>
          </a:ln>
        </p:spPr>
      </p:cxnSp>
      <p:cxnSp>
        <p:nvCxnSpPr>
          <p:cNvPr id="1173" name="Google Shape;1173;p107"/>
          <p:cNvCxnSpPr/>
          <p:nvPr/>
        </p:nvCxnSpPr>
        <p:spPr>
          <a:xfrm flipH="1">
            <a:off x="7865600" y="2527775"/>
            <a:ext cx="272400" cy="2700"/>
          </a:xfrm>
          <a:prstGeom prst="straightConnector1">
            <a:avLst/>
          </a:prstGeom>
          <a:noFill/>
          <a:ln cap="flat" cmpd="sng" w="9525">
            <a:solidFill>
              <a:schemeClr val="dk1"/>
            </a:solidFill>
            <a:prstDash val="solid"/>
            <a:round/>
            <a:headEnd len="med" w="med" type="none"/>
            <a:tailEnd len="med" w="med" type="none"/>
          </a:ln>
        </p:spPr>
      </p:cxnSp>
      <p:cxnSp>
        <p:nvCxnSpPr>
          <p:cNvPr id="1174" name="Google Shape;1174;p107"/>
          <p:cNvCxnSpPr/>
          <p:nvPr/>
        </p:nvCxnSpPr>
        <p:spPr>
          <a:xfrm>
            <a:off x="8126850" y="1482725"/>
            <a:ext cx="0" cy="903000"/>
          </a:xfrm>
          <a:prstGeom prst="straightConnector1">
            <a:avLst/>
          </a:prstGeom>
          <a:noFill/>
          <a:ln cap="flat" cmpd="sng" w="9525">
            <a:solidFill>
              <a:srgbClr val="FF0000"/>
            </a:solidFill>
            <a:prstDash val="solid"/>
            <a:round/>
            <a:headEnd len="med" w="med" type="none"/>
            <a:tailEnd len="med" w="med" type="none"/>
          </a:ln>
        </p:spPr>
      </p:cxnSp>
      <p:cxnSp>
        <p:nvCxnSpPr>
          <p:cNvPr id="1175" name="Google Shape;1175;p107"/>
          <p:cNvCxnSpPr/>
          <p:nvPr/>
        </p:nvCxnSpPr>
        <p:spPr>
          <a:xfrm>
            <a:off x="8126850" y="2530475"/>
            <a:ext cx="5700" cy="777600"/>
          </a:xfrm>
          <a:prstGeom prst="straightConnector1">
            <a:avLst/>
          </a:prstGeom>
          <a:noFill/>
          <a:ln cap="flat" cmpd="sng" w="9525">
            <a:solidFill>
              <a:schemeClr val="dk1"/>
            </a:solidFill>
            <a:prstDash val="solid"/>
            <a:round/>
            <a:headEnd len="med" w="med" type="none"/>
            <a:tailEnd len="med" w="med" type="none"/>
          </a:ln>
        </p:spPr>
      </p:cxnSp>
      <p:cxnSp>
        <p:nvCxnSpPr>
          <p:cNvPr id="1176" name="Google Shape;1176;p107"/>
          <p:cNvCxnSpPr/>
          <p:nvPr/>
        </p:nvCxnSpPr>
        <p:spPr>
          <a:xfrm>
            <a:off x="8126850" y="3307925"/>
            <a:ext cx="612900" cy="5400"/>
          </a:xfrm>
          <a:prstGeom prst="straightConnector1">
            <a:avLst/>
          </a:prstGeom>
          <a:noFill/>
          <a:ln cap="flat" cmpd="sng" w="9525">
            <a:solidFill>
              <a:schemeClr val="dk1"/>
            </a:solidFill>
            <a:prstDash val="solid"/>
            <a:round/>
            <a:headEnd len="med" w="med" type="none"/>
            <a:tailEnd len="med" w="med" type="none"/>
          </a:ln>
        </p:spPr>
      </p:cxnSp>
      <p:cxnSp>
        <p:nvCxnSpPr>
          <p:cNvPr id="1177" name="Google Shape;1177;p107"/>
          <p:cNvCxnSpPr/>
          <p:nvPr/>
        </p:nvCxnSpPr>
        <p:spPr>
          <a:xfrm>
            <a:off x="8700825" y="1485700"/>
            <a:ext cx="7200" cy="295500"/>
          </a:xfrm>
          <a:prstGeom prst="straightConnector1">
            <a:avLst/>
          </a:prstGeom>
          <a:noFill/>
          <a:ln cap="flat" cmpd="sng" w="9525">
            <a:solidFill>
              <a:srgbClr val="FF0000"/>
            </a:solidFill>
            <a:prstDash val="solid"/>
            <a:round/>
            <a:headEnd len="med" w="med" type="none"/>
            <a:tailEnd len="med" w="med" type="none"/>
          </a:ln>
        </p:spPr>
      </p:cxnSp>
      <p:cxnSp>
        <p:nvCxnSpPr>
          <p:cNvPr id="1178" name="Google Shape;1178;p107"/>
          <p:cNvCxnSpPr/>
          <p:nvPr/>
        </p:nvCxnSpPr>
        <p:spPr>
          <a:xfrm>
            <a:off x="8736200" y="2991275"/>
            <a:ext cx="1500" cy="317700"/>
          </a:xfrm>
          <a:prstGeom prst="straightConnector1">
            <a:avLst/>
          </a:prstGeom>
          <a:noFill/>
          <a:ln cap="flat" cmpd="sng" w="9525">
            <a:solidFill>
              <a:schemeClr val="dk1"/>
            </a:solidFill>
            <a:prstDash val="solid"/>
            <a:round/>
            <a:headEnd len="med" w="med" type="none"/>
            <a:tailEnd len="med" w="med" type="none"/>
          </a:ln>
        </p:spPr>
      </p:cxnSp>
      <p:cxnSp>
        <p:nvCxnSpPr>
          <p:cNvPr id="1179" name="Google Shape;1179;p107"/>
          <p:cNvCxnSpPr/>
          <p:nvPr/>
        </p:nvCxnSpPr>
        <p:spPr>
          <a:xfrm flipH="1" rot="10800000">
            <a:off x="8126850" y="1482725"/>
            <a:ext cx="571200" cy="8100"/>
          </a:xfrm>
          <a:prstGeom prst="straightConnector1">
            <a:avLst/>
          </a:prstGeom>
          <a:noFill/>
          <a:ln cap="flat" cmpd="sng" w="9525">
            <a:solidFill>
              <a:srgbClr val="FF0000"/>
            </a:solidFill>
            <a:prstDash val="solid"/>
            <a:round/>
            <a:headEnd len="med" w="med" type="none"/>
            <a:tailEnd len="med" w="med" type="none"/>
          </a:ln>
        </p:spPr>
      </p:cxnSp>
      <p:sp>
        <p:nvSpPr>
          <p:cNvPr id="1180" name="Google Shape;1180;p107"/>
          <p:cNvSpPr txBox="1"/>
          <p:nvPr/>
        </p:nvSpPr>
        <p:spPr>
          <a:xfrm>
            <a:off x="8783950" y="1864450"/>
            <a:ext cx="160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181" name="Google Shape;1181;p107"/>
          <p:cNvSpPr txBox="1"/>
          <p:nvPr/>
        </p:nvSpPr>
        <p:spPr>
          <a:xfrm>
            <a:off x="803825" y="2223175"/>
            <a:ext cx="799500" cy="3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t>Piezo Discs</a:t>
            </a:r>
            <a:endParaRPr sz="700"/>
          </a:p>
          <a:p>
            <a:pPr indent="0" lvl="0" marL="0" rtl="0" algn="ctr">
              <a:spcBef>
                <a:spcPts val="0"/>
              </a:spcBef>
              <a:spcAft>
                <a:spcPts val="0"/>
              </a:spcAft>
              <a:buNone/>
            </a:pPr>
            <a:r>
              <a:rPr lang="en" sz="700"/>
              <a:t>(Series </a:t>
            </a:r>
            <a:r>
              <a:rPr lang="en" sz="700"/>
              <a:t>Wiring</a:t>
            </a:r>
            <a:r>
              <a:rPr lang="en" sz="700"/>
              <a:t>)</a:t>
            </a:r>
            <a:endParaRPr sz="700"/>
          </a:p>
        </p:txBody>
      </p:sp>
      <p:sp>
        <p:nvSpPr>
          <p:cNvPr id="1182" name="Google Shape;1182;p107"/>
          <p:cNvSpPr txBox="1"/>
          <p:nvPr/>
        </p:nvSpPr>
        <p:spPr>
          <a:xfrm>
            <a:off x="5196141" y="1886200"/>
            <a:ext cx="1394400" cy="35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t>Full wave rectifier with schottky diodes </a:t>
            </a:r>
            <a:r>
              <a:rPr lang="en" sz="700"/>
              <a:t>(1N5819)</a:t>
            </a:r>
            <a:endParaRPr sz="700"/>
          </a:p>
        </p:txBody>
      </p:sp>
      <p:sp>
        <p:nvSpPr>
          <p:cNvPr id="1183" name="Google Shape;1183;p107"/>
          <p:cNvSpPr txBox="1"/>
          <p:nvPr/>
        </p:nvSpPr>
        <p:spPr>
          <a:xfrm>
            <a:off x="4947050" y="1881950"/>
            <a:ext cx="156000" cy="12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t>+</a:t>
            </a:r>
            <a:endParaRPr sz="1200"/>
          </a:p>
        </p:txBody>
      </p:sp>
      <p:sp>
        <p:nvSpPr>
          <p:cNvPr id="1184" name="Google Shape;1184;p107"/>
          <p:cNvSpPr txBox="1"/>
          <p:nvPr/>
        </p:nvSpPr>
        <p:spPr>
          <a:xfrm>
            <a:off x="4978425" y="2573725"/>
            <a:ext cx="275700" cy="7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t>_</a:t>
            </a:r>
            <a:endParaRPr b="1" sz="1000"/>
          </a:p>
        </p:txBody>
      </p:sp>
      <p:sp>
        <p:nvSpPr>
          <p:cNvPr id="1185" name="Google Shape;1185;p107"/>
          <p:cNvSpPr txBox="1"/>
          <p:nvPr/>
        </p:nvSpPr>
        <p:spPr>
          <a:xfrm>
            <a:off x="7797788" y="2107025"/>
            <a:ext cx="211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a:t>
            </a:r>
            <a:endParaRPr sz="1200"/>
          </a:p>
        </p:txBody>
      </p:sp>
      <p:sp>
        <p:nvSpPr>
          <p:cNvPr id="1186" name="Google Shape;1186;p107"/>
          <p:cNvSpPr txBox="1"/>
          <p:nvPr/>
        </p:nvSpPr>
        <p:spPr>
          <a:xfrm>
            <a:off x="8626425" y="1514650"/>
            <a:ext cx="156000" cy="15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t>+</a:t>
            </a:r>
            <a:endParaRPr sz="1200"/>
          </a:p>
        </p:txBody>
      </p:sp>
      <p:sp>
        <p:nvSpPr>
          <p:cNvPr id="1187" name="Google Shape;1187;p107"/>
          <p:cNvSpPr txBox="1"/>
          <p:nvPr/>
        </p:nvSpPr>
        <p:spPr>
          <a:xfrm>
            <a:off x="7821625" y="2377175"/>
            <a:ext cx="156000" cy="23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t>_</a:t>
            </a:r>
            <a:endParaRPr b="1" sz="1000"/>
          </a:p>
        </p:txBody>
      </p:sp>
      <p:sp>
        <p:nvSpPr>
          <p:cNvPr id="1188" name="Google Shape;1188;p107"/>
          <p:cNvSpPr txBox="1"/>
          <p:nvPr/>
        </p:nvSpPr>
        <p:spPr>
          <a:xfrm>
            <a:off x="8698050" y="2843975"/>
            <a:ext cx="250800" cy="15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t>_</a:t>
            </a:r>
            <a:endParaRPr b="1" sz="1000"/>
          </a:p>
        </p:txBody>
      </p:sp>
      <p:sp>
        <p:nvSpPr>
          <p:cNvPr id="1189" name="Google Shape;1189;p107"/>
          <p:cNvSpPr txBox="1"/>
          <p:nvPr/>
        </p:nvSpPr>
        <p:spPr>
          <a:xfrm>
            <a:off x="5779150" y="860050"/>
            <a:ext cx="366600" cy="15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cxnSp>
        <p:nvCxnSpPr>
          <p:cNvPr id="1190" name="Google Shape;1190;p107"/>
          <p:cNvCxnSpPr/>
          <p:nvPr/>
        </p:nvCxnSpPr>
        <p:spPr>
          <a:xfrm>
            <a:off x="2988988" y="4409175"/>
            <a:ext cx="2413800" cy="10800"/>
          </a:xfrm>
          <a:prstGeom prst="straightConnector1">
            <a:avLst/>
          </a:prstGeom>
          <a:noFill/>
          <a:ln cap="flat" cmpd="sng" w="9525">
            <a:solidFill>
              <a:schemeClr val="dk1"/>
            </a:solidFill>
            <a:prstDash val="solid"/>
            <a:round/>
            <a:headEnd len="med" w="med" type="none"/>
            <a:tailEnd len="med" w="med" type="none"/>
          </a:ln>
        </p:spPr>
      </p:cxnSp>
      <p:cxnSp>
        <p:nvCxnSpPr>
          <p:cNvPr id="1191" name="Google Shape;1191;p107"/>
          <p:cNvCxnSpPr>
            <a:stCxn id="1153" idx="3"/>
          </p:cNvCxnSpPr>
          <p:nvPr/>
        </p:nvCxnSpPr>
        <p:spPr>
          <a:xfrm>
            <a:off x="5378499" y="2449762"/>
            <a:ext cx="24300" cy="1984500"/>
          </a:xfrm>
          <a:prstGeom prst="straightConnector1">
            <a:avLst/>
          </a:prstGeom>
          <a:noFill/>
          <a:ln cap="flat" cmpd="sng" w="9525">
            <a:solidFill>
              <a:schemeClr val="dk1"/>
            </a:solidFill>
            <a:prstDash val="solid"/>
            <a:round/>
            <a:headEnd len="med" w="med" type="none"/>
            <a:tailEnd len="med" w="med" type="none"/>
          </a:ln>
        </p:spPr>
      </p:cxnSp>
      <p:sp>
        <p:nvSpPr>
          <p:cNvPr id="1192" name="Google Shape;1192;p107"/>
          <p:cNvSpPr/>
          <p:nvPr/>
        </p:nvSpPr>
        <p:spPr>
          <a:xfrm>
            <a:off x="2953375" y="4375575"/>
            <a:ext cx="71400" cy="78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3" name="Google Shape;1193;p107"/>
          <p:cNvSpPr/>
          <p:nvPr/>
        </p:nvSpPr>
        <p:spPr>
          <a:xfrm>
            <a:off x="2913850" y="622725"/>
            <a:ext cx="71400" cy="78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94" name="Google Shape;1194;p107"/>
          <p:cNvCxnSpPr/>
          <p:nvPr/>
        </p:nvCxnSpPr>
        <p:spPr>
          <a:xfrm>
            <a:off x="4664275" y="652725"/>
            <a:ext cx="5700" cy="1803600"/>
          </a:xfrm>
          <a:prstGeom prst="straightConnector1">
            <a:avLst/>
          </a:prstGeom>
          <a:noFill/>
          <a:ln cap="flat" cmpd="sng" w="9525">
            <a:solidFill>
              <a:srgbClr val="FF0000"/>
            </a:solidFill>
            <a:prstDash val="solid"/>
            <a:round/>
            <a:headEnd len="med" w="med" type="none"/>
            <a:tailEnd len="med" w="med" type="none"/>
          </a:ln>
        </p:spPr>
      </p:cxnSp>
      <p:cxnSp>
        <p:nvCxnSpPr>
          <p:cNvPr id="1195" name="Google Shape;1195;p107"/>
          <p:cNvCxnSpPr/>
          <p:nvPr/>
        </p:nvCxnSpPr>
        <p:spPr>
          <a:xfrm flipH="1" rot="10800000">
            <a:off x="2989000" y="652736"/>
            <a:ext cx="1669200" cy="18000"/>
          </a:xfrm>
          <a:prstGeom prst="straightConnector1">
            <a:avLst/>
          </a:prstGeom>
          <a:noFill/>
          <a:ln cap="flat" cmpd="sng" w="9525">
            <a:solidFill>
              <a:srgbClr val="FF0000"/>
            </a:solidFill>
            <a:prstDash val="solid"/>
            <a:round/>
            <a:headEnd len="med" w="med" type="none"/>
            <a:tailEnd len="med" w="med" type="none"/>
          </a:ln>
        </p:spPr>
      </p:cxnSp>
      <p:sp>
        <p:nvSpPr>
          <p:cNvPr id="1196" name="Google Shape;1196;p107"/>
          <p:cNvSpPr/>
          <p:nvPr/>
        </p:nvSpPr>
        <p:spPr>
          <a:xfrm>
            <a:off x="2643063" y="2950000"/>
            <a:ext cx="71400" cy="78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7" name="Google Shape;1197;p107"/>
          <p:cNvSpPr/>
          <p:nvPr/>
        </p:nvSpPr>
        <p:spPr>
          <a:xfrm>
            <a:off x="3253438" y="3271625"/>
            <a:ext cx="71400" cy="78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8" name="Google Shape;1198;p107"/>
          <p:cNvSpPr/>
          <p:nvPr/>
        </p:nvSpPr>
        <p:spPr>
          <a:xfrm>
            <a:off x="3182038" y="1550950"/>
            <a:ext cx="71400" cy="78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9" name="Google Shape;1199;p107"/>
          <p:cNvSpPr/>
          <p:nvPr/>
        </p:nvSpPr>
        <p:spPr>
          <a:xfrm>
            <a:off x="1940513" y="1550950"/>
            <a:ext cx="71400" cy="78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0" name="Google Shape;1200;p107"/>
          <p:cNvSpPr/>
          <p:nvPr/>
        </p:nvSpPr>
        <p:spPr>
          <a:xfrm>
            <a:off x="3192513" y="966500"/>
            <a:ext cx="71400" cy="78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1" name="Google Shape;1201;p107"/>
          <p:cNvSpPr/>
          <p:nvPr/>
        </p:nvSpPr>
        <p:spPr>
          <a:xfrm>
            <a:off x="3488150" y="1447775"/>
            <a:ext cx="71400" cy="78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2" name="Google Shape;1202;p107"/>
          <p:cNvSpPr/>
          <p:nvPr/>
        </p:nvSpPr>
        <p:spPr>
          <a:xfrm>
            <a:off x="2408213" y="1550950"/>
            <a:ext cx="71400" cy="78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3" name="Google Shape;1203;p107"/>
          <p:cNvSpPr/>
          <p:nvPr/>
        </p:nvSpPr>
        <p:spPr>
          <a:xfrm>
            <a:off x="2178338" y="2991275"/>
            <a:ext cx="71400" cy="78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4" name="Google Shape;1204;p107"/>
          <p:cNvSpPr/>
          <p:nvPr/>
        </p:nvSpPr>
        <p:spPr>
          <a:xfrm>
            <a:off x="3426275" y="2950000"/>
            <a:ext cx="71400" cy="78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5" name="Google Shape;1205;p107"/>
          <p:cNvSpPr/>
          <p:nvPr/>
        </p:nvSpPr>
        <p:spPr>
          <a:xfrm>
            <a:off x="2953375" y="3897950"/>
            <a:ext cx="71400" cy="78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6" name="Google Shape;1206;p107"/>
          <p:cNvSpPr txBox="1"/>
          <p:nvPr/>
        </p:nvSpPr>
        <p:spPr>
          <a:xfrm>
            <a:off x="3068100" y="0"/>
            <a:ext cx="4467900" cy="36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Improved (Current) </a:t>
            </a:r>
            <a:r>
              <a:rPr b="1" lang="en"/>
              <a:t>Electrical Connection </a:t>
            </a:r>
            <a:r>
              <a:rPr b="1" lang="en">
                <a:solidFill>
                  <a:schemeClr val="dk1"/>
                </a:solidFill>
              </a:rPr>
              <a:t>Diagram</a:t>
            </a:r>
            <a:endParaRPr b="1"/>
          </a:p>
        </p:txBody>
      </p:sp>
      <p:pic>
        <p:nvPicPr>
          <p:cNvPr id="1207" name="Google Shape;1207;p107" title="piezo disk.PNG"/>
          <p:cNvPicPr preferRelativeResize="0"/>
          <p:nvPr/>
        </p:nvPicPr>
        <p:blipFill>
          <a:blip r:embed="rId3">
            <a:alphaModFix/>
          </a:blip>
          <a:stretch>
            <a:fillRect/>
          </a:stretch>
        </p:blipFill>
        <p:spPr>
          <a:xfrm>
            <a:off x="110875" y="373838"/>
            <a:ext cx="874375" cy="852600"/>
          </a:xfrm>
          <a:prstGeom prst="rect">
            <a:avLst/>
          </a:prstGeom>
          <a:noFill/>
          <a:ln>
            <a:noFill/>
          </a:ln>
        </p:spPr>
      </p:pic>
      <p:pic>
        <p:nvPicPr>
          <p:cNvPr id="1208" name="Google Shape;1208;p107" title="piezo disk.PNG"/>
          <p:cNvPicPr preferRelativeResize="0"/>
          <p:nvPr/>
        </p:nvPicPr>
        <p:blipFill>
          <a:blip r:embed="rId3">
            <a:alphaModFix/>
          </a:blip>
          <a:stretch>
            <a:fillRect/>
          </a:stretch>
        </p:blipFill>
        <p:spPr>
          <a:xfrm>
            <a:off x="1336650" y="373838"/>
            <a:ext cx="874375" cy="852600"/>
          </a:xfrm>
          <a:prstGeom prst="rect">
            <a:avLst/>
          </a:prstGeom>
          <a:noFill/>
          <a:ln>
            <a:noFill/>
          </a:ln>
        </p:spPr>
      </p:pic>
      <p:pic>
        <p:nvPicPr>
          <p:cNvPr id="1209" name="Google Shape;1209;p107" title="piezo disk.PNG"/>
          <p:cNvPicPr preferRelativeResize="0"/>
          <p:nvPr/>
        </p:nvPicPr>
        <p:blipFill>
          <a:blip r:embed="rId3">
            <a:alphaModFix/>
          </a:blip>
          <a:stretch>
            <a:fillRect/>
          </a:stretch>
        </p:blipFill>
        <p:spPr>
          <a:xfrm>
            <a:off x="669850" y="1207138"/>
            <a:ext cx="874375" cy="852600"/>
          </a:xfrm>
          <a:prstGeom prst="rect">
            <a:avLst/>
          </a:prstGeom>
          <a:noFill/>
          <a:ln>
            <a:noFill/>
          </a:ln>
        </p:spPr>
      </p:pic>
      <p:pic>
        <p:nvPicPr>
          <p:cNvPr id="1210" name="Google Shape;1210;p107" title="piezo disk.PNG"/>
          <p:cNvPicPr preferRelativeResize="0"/>
          <p:nvPr/>
        </p:nvPicPr>
        <p:blipFill>
          <a:blip r:embed="rId3">
            <a:alphaModFix/>
          </a:blip>
          <a:stretch>
            <a:fillRect/>
          </a:stretch>
        </p:blipFill>
        <p:spPr>
          <a:xfrm>
            <a:off x="116350" y="3658875"/>
            <a:ext cx="874375" cy="852600"/>
          </a:xfrm>
          <a:prstGeom prst="rect">
            <a:avLst/>
          </a:prstGeom>
          <a:noFill/>
          <a:ln>
            <a:noFill/>
          </a:ln>
        </p:spPr>
      </p:pic>
      <p:pic>
        <p:nvPicPr>
          <p:cNvPr id="1211" name="Google Shape;1211;p107" title="piezo disk.PNG"/>
          <p:cNvPicPr preferRelativeResize="0"/>
          <p:nvPr/>
        </p:nvPicPr>
        <p:blipFill>
          <a:blip r:embed="rId3">
            <a:alphaModFix/>
          </a:blip>
          <a:stretch>
            <a:fillRect/>
          </a:stretch>
        </p:blipFill>
        <p:spPr>
          <a:xfrm>
            <a:off x="766400" y="2723825"/>
            <a:ext cx="874375" cy="852600"/>
          </a:xfrm>
          <a:prstGeom prst="rect">
            <a:avLst/>
          </a:prstGeom>
          <a:noFill/>
          <a:ln>
            <a:noFill/>
          </a:ln>
        </p:spPr>
      </p:pic>
      <p:pic>
        <p:nvPicPr>
          <p:cNvPr id="1212" name="Google Shape;1212;p107" title="piezo disk.PNG"/>
          <p:cNvPicPr preferRelativeResize="0"/>
          <p:nvPr/>
        </p:nvPicPr>
        <p:blipFill>
          <a:blip r:embed="rId3">
            <a:alphaModFix/>
          </a:blip>
          <a:stretch>
            <a:fillRect/>
          </a:stretch>
        </p:blipFill>
        <p:spPr>
          <a:xfrm>
            <a:off x="1338675" y="3658875"/>
            <a:ext cx="874375" cy="852600"/>
          </a:xfrm>
          <a:prstGeom prst="rect">
            <a:avLst/>
          </a:prstGeom>
          <a:noFill/>
          <a:ln>
            <a:noFill/>
          </a:ln>
        </p:spPr>
      </p:pic>
      <p:sp>
        <p:nvSpPr>
          <p:cNvPr id="1213" name="Google Shape;1213;p107"/>
          <p:cNvSpPr/>
          <p:nvPr/>
        </p:nvSpPr>
        <p:spPr>
          <a:xfrm>
            <a:off x="1248188" y="3084100"/>
            <a:ext cx="71400" cy="78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4" name="Google Shape;1214;p107"/>
          <p:cNvSpPr/>
          <p:nvPr/>
        </p:nvSpPr>
        <p:spPr>
          <a:xfrm>
            <a:off x="1640775" y="4137675"/>
            <a:ext cx="71400" cy="78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5" name="Google Shape;1215;p107"/>
          <p:cNvSpPr/>
          <p:nvPr/>
        </p:nvSpPr>
        <p:spPr>
          <a:xfrm>
            <a:off x="381113" y="3934450"/>
            <a:ext cx="71400" cy="78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6" name="Google Shape;1216;p107"/>
          <p:cNvSpPr/>
          <p:nvPr/>
        </p:nvSpPr>
        <p:spPr>
          <a:xfrm>
            <a:off x="1199150" y="1550950"/>
            <a:ext cx="71400" cy="78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7" name="Google Shape;1217;p107"/>
          <p:cNvSpPr/>
          <p:nvPr/>
        </p:nvSpPr>
        <p:spPr>
          <a:xfrm>
            <a:off x="1640775" y="860050"/>
            <a:ext cx="71400" cy="78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8" name="Google Shape;1218;p107"/>
          <p:cNvSpPr/>
          <p:nvPr/>
        </p:nvSpPr>
        <p:spPr>
          <a:xfrm>
            <a:off x="669838" y="761150"/>
            <a:ext cx="71400" cy="780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9" name="Google Shape;1219;p107"/>
          <p:cNvSpPr/>
          <p:nvPr/>
        </p:nvSpPr>
        <p:spPr>
          <a:xfrm>
            <a:off x="1449188" y="3831375"/>
            <a:ext cx="71400" cy="78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0" name="Google Shape;1220;p107"/>
          <p:cNvSpPr/>
          <p:nvPr/>
        </p:nvSpPr>
        <p:spPr>
          <a:xfrm>
            <a:off x="825363" y="4137675"/>
            <a:ext cx="71400" cy="78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1" name="Google Shape;1221;p107"/>
          <p:cNvSpPr/>
          <p:nvPr/>
        </p:nvSpPr>
        <p:spPr>
          <a:xfrm>
            <a:off x="1493163" y="2991275"/>
            <a:ext cx="71400" cy="78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2" name="Google Shape;1222;p107"/>
          <p:cNvSpPr/>
          <p:nvPr/>
        </p:nvSpPr>
        <p:spPr>
          <a:xfrm>
            <a:off x="1319600" y="1338550"/>
            <a:ext cx="71400" cy="78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3" name="Google Shape;1223;p107"/>
          <p:cNvSpPr/>
          <p:nvPr/>
        </p:nvSpPr>
        <p:spPr>
          <a:xfrm>
            <a:off x="1403013" y="761150"/>
            <a:ext cx="71400" cy="78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4" name="Google Shape;1224;p107"/>
          <p:cNvSpPr/>
          <p:nvPr/>
        </p:nvSpPr>
        <p:spPr>
          <a:xfrm>
            <a:off x="381113" y="1079100"/>
            <a:ext cx="71400" cy="78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225" name="Google Shape;1225;p107"/>
          <p:cNvCxnSpPr>
            <a:stCxn id="1205" idx="7"/>
            <a:endCxn id="1197" idx="3"/>
          </p:cNvCxnSpPr>
          <p:nvPr/>
        </p:nvCxnSpPr>
        <p:spPr>
          <a:xfrm flipH="1" rot="10800000">
            <a:off x="3014319" y="3338173"/>
            <a:ext cx="249600" cy="571200"/>
          </a:xfrm>
          <a:prstGeom prst="straightConnector1">
            <a:avLst/>
          </a:prstGeom>
          <a:noFill/>
          <a:ln cap="flat" cmpd="sng" w="9525">
            <a:solidFill>
              <a:schemeClr val="dk1"/>
            </a:solidFill>
            <a:prstDash val="solid"/>
            <a:round/>
            <a:headEnd len="med" w="med" type="none"/>
            <a:tailEnd len="med" w="med" type="none"/>
          </a:ln>
        </p:spPr>
      </p:cxnSp>
      <p:cxnSp>
        <p:nvCxnSpPr>
          <p:cNvPr id="1226" name="Google Shape;1226;p107"/>
          <p:cNvCxnSpPr>
            <a:stCxn id="1196" idx="6"/>
          </p:cNvCxnSpPr>
          <p:nvPr/>
        </p:nvCxnSpPr>
        <p:spPr>
          <a:xfrm>
            <a:off x="2714463" y="2989000"/>
            <a:ext cx="706200" cy="5700"/>
          </a:xfrm>
          <a:prstGeom prst="straightConnector1">
            <a:avLst/>
          </a:prstGeom>
          <a:noFill/>
          <a:ln cap="flat" cmpd="sng" w="9525">
            <a:solidFill>
              <a:schemeClr val="dk1"/>
            </a:solidFill>
            <a:prstDash val="solid"/>
            <a:round/>
            <a:headEnd len="med" w="med" type="none"/>
            <a:tailEnd len="med" w="med" type="none"/>
          </a:ln>
        </p:spPr>
      </p:cxnSp>
      <p:cxnSp>
        <p:nvCxnSpPr>
          <p:cNvPr id="1227" name="Google Shape;1227;p107"/>
          <p:cNvCxnSpPr>
            <a:stCxn id="1221" idx="6"/>
            <a:endCxn id="1203" idx="2"/>
          </p:cNvCxnSpPr>
          <p:nvPr/>
        </p:nvCxnSpPr>
        <p:spPr>
          <a:xfrm>
            <a:off x="1564563" y="3030275"/>
            <a:ext cx="613800" cy="0"/>
          </a:xfrm>
          <a:prstGeom prst="straightConnector1">
            <a:avLst/>
          </a:prstGeom>
          <a:noFill/>
          <a:ln cap="flat" cmpd="sng" w="9525">
            <a:solidFill>
              <a:schemeClr val="dk1"/>
            </a:solidFill>
            <a:prstDash val="solid"/>
            <a:round/>
            <a:headEnd len="med" w="med" type="none"/>
            <a:tailEnd len="med" w="med" type="none"/>
          </a:ln>
        </p:spPr>
      </p:cxnSp>
      <p:cxnSp>
        <p:nvCxnSpPr>
          <p:cNvPr id="1228" name="Google Shape;1228;p107"/>
          <p:cNvCxnSpPr>
            <a:endCxn id="1219" idx="0"/>
          </p:cNvCxnSpPr>
          <p:nvPr/>
        </p:nvCxnSpPr>
        <p:spPr>
          <a:xfrm>
            <a:off x="1299188" y="3162075"/>
            <a:ext cx="185700" cy="669300"/>
          </a:xfrm>
          <a:prstGeom prst="straightConnector1">
            <a:avLst/>
          </a:prstGeom>
          <a:noFill/>
          <a:ln cap="flat" cmpd="sng" w="9525">
            <a:solidFill>
              <a:schemeClr val="dk1"/>
            </a:solidFill>
            <a:prstDash val="solid"/>
            <a:round/>
            <a:headEnd len="med" w="med" type="none"/>
            <a:tailEnd len="med" w="med" type="none"/>
          </a:ln>
        </p:spPr>
      </p:cxnSp>
      <p:cxnSp>
        <p:nvCxnSpPr>
          <p:cNvPr id="1229" name="Google Shape;1229;p107"/>
          <p:cNvCxnSpPr>
            <a:endCxn id="1214" idx="2"/>
          </p:cNvCxnSpPr>
          <p:nvPr/>
        </p:nvCxnSpPr>
        <p:spPr>
          <a:xfrm>
            <a:off x="896775" y="4176675"/>
            <a:ext cx="744000" cy="0"/>
          </a:xfrm>
          <a:prstGeom prst="straightConnector1">
            <a:avLst/>
          </a:prstGeom>
          <a:noFill/>
          <a:ln cap="flat" cmpd="sng" w="9525">
            <a:solidFill>
              <a:schemeClr val="dk1"/>
            </a:solidFill>
            <a:prstDash val="solid"/>
            <a:round/>
            <a:headEnd len="med" w="med" type="none"/>
            <a:tailEnd len="med" w="med" type="none"/>
          </a:ln>
        </p:spPr>
      </p:cxnSp>
      <p:cxnSp>
        <p:nvCxnSpPr>
          <p:cNvPr id="1230" name="Google Shape;1230;p107"/>
          <p:cNvCxnSpPr>
            <a:stCxn id="1224" idx="4"/>
          </p:cNvCxnSpPr>
          <p:nvPr/>
        </p:nvCxnSpPr>
        <p:spPr>
          <a:xfrm>
            <a:off x="416813" y="1157100"/>
            <a:ext cx="10200" cy="2774100"/>
          </a:xfrm>
          <a:prstGeom prst="straightConnector1">
            <a:avLst/>
          </a:prstGeom>
          <a:noFill/>
          <a:ln cap="flat" cmpd="sng" w="9525">
            <a:solidFill>
              <a:schemeClr val="dk1"/>
            </a:solidFill>
            <a:prstDash val="solid"/>
            <a:round/>
            <a:headEnd len="med" w="med" type="none"/>
            <a:tailEnd len="med" w="med" type="none"/>
          </a:ln>
        </p:spPr>
      </p:cxnSp>
      <p:cxnSp>
        <p:nvCxnSpPr>
          <p:cNvPr id="1231" name="Google Shape;1231;p107"/>
          <p:cNvCxnSpPr>
            <a:endCxn id="1201" idx="1"/>
          </p:cNvCxnSpPr>
          <p:nvPr/>
        </p:nvCxnSpPr>
        <p:spPr>
          <a:xfrm>
            <a:off x="3245106" y="1010698"/>
            <a:ext cx="253500" cy="448500"/>
          </a:xfrm>
          <a:prstGeom prst="straightConnector1">
            <a:avLst/>
          </a:prstGeom>
          <a:noFill/>
          <a:ln cap="flat" cmpd="sng" w="9525">
            <a:solidFill>
              <a:schemeClr val="dk1"/>
            </a:solidFill>
            <a:prstDash val="solid"/>
            <a:round/>
            <a:headEnd len="med" w="med" type="none"/>
            <a:tailEnd len="med" w="med" type="none"/>
          </a:ln>
        </p:spPr>
      </p:cxnSp>
      <p:cxnSp>
        <p:nvCxnSpPr>
          <p:cNvPr id="1232" name="Google Shape;1232;p107"/>
          <p:cNvCxnSpPr>
            <a:endCxn id="1198" idx="2"/>
          </p:cNvCxnSpPr>
          <p:nvPr/>
        </p:nvCxnSpPr>
        <p:spPr>
          <a:xfrm flipH="1" rot="10800000">
            <a:off x="2486338" y="1589950"/>
            <a:ext cx="695700" cy="5400"/>
          </a:xfrm>
          <a:prstGeom prst="straightConnector1">
            <a:avLst/>
          </a:prstGeom>
          <a:noFill/>
          <a:ln cap="flat" cmpd="sng" w="9525">
            <a:solidFill>
              <a:schemeClr val="dk1"/>
            </a:solidFill>
            <a:prstDash val="solid"/>
            <a:round/>
            <a:headEnd len="med" w="med" type="none"/>
            <a:tailEnd len="med" w="med" type="none"/>
          </a:ln>
        </p:spPr>
      </p:cxnSp>
      <p:cxnSp>
        <p:nvCxnSpPr>
          <p:cNvPr id="1233" name="Google Shape;1233;p107"/>
          <p:cNvCxnSpPr>
            <a:stCxn id="1216" idx="6"/>
          </p:cNvCxnSpPr>
          <p:nvPr/>
        </p:nvCxnSpPr>
        <p:spPr>
          <a:xfrm flipH="1" rot="10800000">
            <a:off x="1270550" y="1585450"/>
            <a:ext cx="669900" cy="4500"/>
          </a:xfrm>
          <a:prstGeom prst="straightConnector1">
            <a:avLst/>
          </a:prstGeom>
          <a:noFill/>
          <a:ln cap="flat" cmpd="sng" w="9525">
            <a:solidFill>
              <a:schemeClr val="dk1"/>
            </a:solidFill>
            <a:prstDash val="solid"/>
            <a:round/>
            <a:headEnd len="med" w="med" type="none"/>
            <a:tailEnd len="med" w="med" type="none"/>
          </a:ln>
        </p:spPr>
      </p:cxnSp>
      <p:cxnSp>
        <p:nvCxnSpPr>
          <p:cNvPr id="1234" name="Google Shape;1234;p107"/>
          <p:cNvCxnSpPr>
            <a:stCxn id="1217" idx="3"/>
            <a:endCxn id="1222" idx="3"/>
          </p:cNvCxnSpPr>
          <p:nvPr/>
        </p:nvCxnSpPr>
        <p:spPr>
          <a:xfrm flipH="1">
            <a:off x="1329931" y="926627"/>
            <a:ext cx="321300" cy="478500"/>
          </a:xfrm>
          <a:prstGeom prst="straightConnector1">
            <a:avLst/>
          </a:prstGeom>
          <a:noFill/>
          <a:ln cap="flat" cmpd="sng" w="9525">
            <a:solidFill>
              <a:schemeClr val="dk1"/>
            </a:solidFill>
            <a:prstDash val="solid"/>
            <a:round/>
            <a:headEnd len="med" w="med" type="none"/>
            <a:tailEnd len="med" w="med" type="none"/>
          </a:ln>
        </p:spPr>
      </p:cxnSp>
      <p:cxnSp>
        <p:nvCxnSpPr>
          <p:cNvPr id="1235" name="Google Shape;1235;p107"/>
          <p:cNvCxnSpPr/>
          <p:nvPr/>
        </p:nvCxnSpPr>
        <p:spPr>
          <a:xfrm flipH="1" rot="10800000">
            <a:off x="741250" y="797900"/>
            <a:ext cx="669900" cy="45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239" name="Shape 1239"/>
        <p:cNvGrpSpPr/>
        <p:nvPr/>
      </p:nvGrpSpPr>
      <p:grpSpPr>
        <a:xfrm>
          <a:off x="0" y="0"/>
          <a:ext cx="0" cy="0"/>
          <a:chOff x="0" y="0"/>
          <a:chExt cx="0" cy="0"/>
        </a:xfrm>
      </p:grpSpPr>
      <p:sp>
        <p:nvSpPr>
          <p:cNvPr id="1240" name="Google Shape;1240;p108"/>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108"/>
          <p:cNvSpPr txBox="1"/>
          <p:nvPr>
            <p:ph type="ctrTitle"/>
          </p:nvPr>
        </p:nvSpPr>
        <p:spPr>
          <a:xfrm>
            <a:off x="975100" y="563575"/>
            <a:ext cx="7779600" cy="4371600"/>
          </a:xfrm>
          <a:prstGeom prst="rect">
            <a:avLst/>
          </a:prstGeom>
        </p:spPr>
        <p:txBody>
          <a:bodyPr anchorCtr="0" anchor="ctr" bIns="91425" lIns="91425" spcFirstLastPara="1" rIns="91425" wrap="square" tIns="91425">
            <a:normAutofit fontScale="90000"/>
          </a:bodyPr>
          <a:lstStyle/>
          <a:p>
            <a:pPr indent="0" lvl="0" marL="0" rtl="0" algn="ctr">
              <a:lnSpc>
                <a:spcPct val="115000"/>
              </a:lnSpc>
              <a:spcBef>
                <a:spcPts val="1200"/>
              </a:spcBef>
              <a:spcAft>
                <a:spcPts val="0"/>
              </a:spcAft>
              <a:buNone/>
            </a:pPr>
            <a:r>
              <a:rPr lang="en" sz="2400">
                <a:latin typeface="Arial"/>
                <a:ea typeface="Arial"/>
                <a:cs typeface="Arial"/>
                <a:sym typeface="Arial"/>
              </a:rPr>
              <a:t>Improvements of the Electrical Circuit</a:t>
            </a:r>
            <a:endParaRPr sz="1200">
              <a:latin typeface="Arial"/>
              <a:ea typeface="Arial"/>
              <a:cs typeface="Arial"/>
              <a:sym typeface="Arial"/>
            </a:endParaRPr>
          </a:p>
          <a:p>
            <a:pPr indent="-317183" lvl="0" marL="457200" rtl="0" algn="l">
              <a:lnSpc>
                <a:spcPct val="150000"/>
              </a:lnSpc>
              <a:spcBef>
                <a:spcPts val="1200"/>
              </a:spcBef>
              <a:spcAft>
                <a:spcPts val="0"/>
              </a:spcAft>
              <a:buSzPct val="100000"/>
              <a:buFont typeface="Arial"/>
              <a:buAutoNum type="arabicPeriod"/>
            </a:pPr>
            <a:r>
              <a:rPr lang="en" sz="1550">
                <a:latin typeface="Arial"/>
                <a:ea typeface="Arial"/>
                <a:cs typeface="Arial"/>
                <a:sym typeface="Arial"/>
              </a:rPr>
              <a:t>Increased Piezoelectric Discs from 6 to </a:t>
            </a:r>
            <a:r>
              <a:rPr lang="en" sz="1550">
                <a:solidFill>
                  <a:srgbClr val="FF0000"/>
                </a:solidFill>
                <a:latin typeface="Arial"/>
                <a:ea typeface="Arial"/>
                <a:cs typeface="Arial"/>
                <a:sym typeface="Arial"/>
              </a:rPr>
              <a:t>12</a:t>
            </a:r>
            <a:r>
              <a:rPr lang="en" sz="1550">
                <a:latin typeface="Arial"/>
                <a:ea typeface="Arial"/>
                <a:cs typeface="Arial"/>
                <a:sym typeface="Arial"/>
              </a:rPr>
              <a:t>:</a:t>
            </a:r>
            <a:endParaRPr sz="1550">
              <a:latin typeface="Arial"/>
              <a:ea typeface="Arial"/>
              <a:cs typeface="Arial"/>
              <a:sym typeface="Arial"/>
            </a:endParaRPr>
          </a:p>
          <a:p>
            <a:pPr indent="-317182" lvl="1" marL="914400" rtl="0" algn="l">
              <a:lnSpc>
                <a:spcPct val="150000"/>
              </a:lnSpc>
              <a:spcBef>
                <a:spcPts val="0"/>
              </a:spcBef>
              <a:spcAft>
                <a:spcPts val="0"/>
              </a:spcAft>
              <a:buSzPct val="100000"/>
              <a:buFont typeface="Arial"/>
              <a:buChar char="○"/>
            </a:pPr>
            <a:r>
              <a:rPr lang="en" sz="1550">
                <a:latin typeface="Arial"/>
                <a:ea typeface="Arial"/>
                <a:cs typeface="Arial"/>
                <a:sym typeface="Arial"/>
              </a:rPr>
              <a:t>Higher Energy Output:</a:t>
            </a:r>
            <a:r>
              <a:rPr b="0" lang="en" sz="1550">
                <a:latin typeface="Arial"/>
                <a:ea typeface="Arial"/>
                <a:cs typeface="Arial"/>
                <a:sym typeface="Arial"/>
              </a:rPr>
              <a:t> Increased the total harvested kinetic energy, leading to improved efficiency.</a:t>
            </a:r>
            <a:endParaRPr b="0" sz="1550">
              <a:latin typeface="Arial"/>
              <a:ea typeface="Arial"/>
              <a:cs typeface="Arial"/>
              <a:sym typeface="Arial"/>
            </a:endParaRPr>
          </a:p>
          <a:p>
            <a:pPr indent="-317183" lvl="0" marL="457200" rtl="0" algn="l">
              <a:lnSpc>
                <a:spcPct val="150000"/>
              </a:lnSpc>
              <a:spcBef>
                <a:spcPts val="0"/>
              </a:spcBef>
              <a:spcAft>
                <a:spcPts val="0"/>
              </a:spcAft>
              <a:buSzPct val="100000"/>
              <a:buFont typeface="Arial"/>
              <a:buAutoNum type="arabicPeriod"/>
            </a:pPr>
            <a:r>
              <a:rPr lang="en" sz="1550">
                <a:latin typeface="Arial"/>
                <a:ea typeface="Arial"/>
                <a:cs typeface="Arial"/>
                <a:sym typeface="Arial"/>
              </a:rPr>
              <a:t>Changed Wiring from Parallel to </a:t>
            </a:r>
            <a:r>
              <a:rPr lang="en" sz="1550">
                <a:solidFill>
                  <a:srgbClr val="FF0000"/>
                </a:solidFill>
                <a:latin typeface="Arial"/>
                <a:ea typeface="Arial"/>
                <a:cs typeface="Arial"/>
                <a:sym typeface="Arial"/>
              </a:rPr>
              <a:t>Series</a:t>
            </a:r>
            <a:r>
              <a:rPr lang="en" sz="1550">
                <a:latin typeface="Arial"/>
                <a:ea typeface="Arial"/>
                <a:cs typeface="Arial"/>
                <a:sym typeface="Arial"/>
              </a:rPr>
              <a:t>:</a:t>
            </a:r>
            <a:endParaRPr sz="1550">
              <a:latin typeface="Arial"/>
              <a:ea typeface="Arial"/>
              <a:cs typeface="Arial"/>
              <a:sym typeface="Arial"/>
            </a:endParaRPr>
          </a:p>
          <a:p>
            <a:pPr indent="-317182" lvl="1" marL="914400" rtl="0" algn="l">
              <a:lnSpc>
                <a:spcPct val="150000"/>
              </a:lnSpc>
              <a:spcBef>
                <a:spcPts val="0"/>
              </a:spcBef>
              <a:spcAft>
                <a:spcPts val="0"/>
              </a:spcAft>
              <a:buSzPct val="100000"/>
              <a:buFont typeface="Arial"/>
              <a:buChar char="○"/>
            </a:pPr>
            <a:r>
              <a:rPr lang="en" sz="1550">
                <a:latin typeface="Arial"/>
                <a:ea typeface="Arial"/>
                <a:cs typeface="Arial"/>
                <a:sym typeface="Arial"/>
              </a:rPr>
              <a:t>Voltage Boost:</a:t>
            </a:r>
            <a:r>
              <a:rPr b="0" lang="en" sz="1550">
                <a:latin typeface="Arial"/>
                <a:ea typeface="Arial"/>
                <a:cs typeface="Arial"/>
                <a:sym typeface="Arial"/>
              </a:rPr>
              <a:t> Series configuration noticeably increases voltage output</a:t>
            </a:r>
            <a:endParaRPr b="0" sz="1550">
              <a:latin typeface="Arial"/>
              <a:ea typeface="Arial"/>
              <a:cs typeface="Arial"/>
              <a:sym typeface="Arial"/>
            </a:endParaRPr>
          </a:p>
          <a:p>
            <a:pPr indent="-317182" lvl="1" marL="914400" rtl="0" algn="l">
              <a:lnSpc>
                <a:spcPct val="150000"/>
              </a:lnSpc>
              <a:spcBef>
                <a:spcPts val="0"/>
              </a:spcBef>
              <a:spcAft>
                <a:spcPts val="0"/>
              </a:spcAft>
              <a:buSzPct val="100000"/>
              <a:buFont typeface="Arial"/>
              <a:buChar char="○"/>
            </a:pPr>
            <a:r>
              <a:rPr lang="en" sz="1550">
                <a:latin typeface="Arial"/>
                <a:ea typeface="Arial"/>
                <a:cs typeface="Arial"/>
                <a:sym typeface="Arial"/>
              </a:rPr>
              <a:t>Efficiency Improvement:</a:t>
            </a:r>
            <a:r>
              <a:rPr b="0" lang="en" sz="1550">
                <a:latin typeface="Arial"/>
                <a:ea typeface="Arial"/>
                <a:cs typeface="Arial"/>
                <a:sym typeface="Arial"/>
              </a:rPr>
              <a:t> Reduces current losses, enhancing overall efficiency of energy conversion.</a:t>
            </a:r>
            <a:endParaRPr b="0" sz="1550">
              <a:latin typeface="Arial"/>
              <a:ea typeface="Arial"/>
              <a:cs typeface="Arial"/>
              <a:sym typeface="Arial"/>
            </a:endParaRPr>
          </a:p>
          <a:p>
            <a:pPr indent="-317183" lvl="0" marL="457200" rtl="0" algn="l">
              <a:lnSpc>
                <a:spcPct val="150000"/>
              </a:lnSpc>
              <a:spcBef>
                <a:spcPts val="0"/>
              </a:spcBef>
              <a:spcAft>
                <a:spcPts val="0"/>
              </a:spcAft>
              <a:buSzPct val="100000"/>
              <a:buFont typeface="Arial"/>
              <a:buAutoNum type="arabicPeriod"/>
            </a:pPr>
            <a:r>
              <a:rPr lang="en" sz="1550">
                <a:latin typeface="Arial"/>
                <a:ea typeface="Arial"/>
                <a:cs typeface="Arial"/>
                <a:sym typeface="Arial"/>
              </a:rPr>
              <a:t>Replaced 1N4007 Diodes with 1N5819 </a:t>
            </a:r>
            <a:r>
              <a:rPr lang="en" sz="1550">
                <a:solidFill>
                  <a:srgbClr val="FF0000"/>
                </a:solidFill>
                <a:latin typeface="Arial"/>
                <a:ea typeface="Arial"/>
                <a:cs typeface="Arial"/>
                <a:sym typeface="Arial"/>
              </a:rPr>
              <a:t>Schottky Diodes</a:t>
            </a:r>
            <a:r>
              <a:rPr lang="en" sz="1550">
                <a:latin typeface="Arial"/>
                <a:ea typeface="Arial"/>
                <a:cs typeface="Arial"/>
                <a:sym typeface="Arial"/>
              </a:rPr>
              <a:t>:</a:t>
            </a:r>
            <a:endParaRPr sz="1550">
              <a:latin typeface="Arial"/>
              <a:ea typeface="Arial"/>
              <a:cs typeface="Arial"/>
              <a:sym typeface="Arial"/>
            </a:endParaRPr>
          </a:p>
          <a:p>
            <a:pPr indent="-317182" lvl="1" marL="914400" rtl="0" algn="l">
              <a:lnSpc>
                <a:spcPct val="150000"/>
              </a:lnSpc>
              <a:spcBef>
                <a:spcPts val="0"/>
              </a:spcBef>
              <a:spcAft>
                <a:spcPts val="0"/>
              </a:spcAft>
              <a:buSzPct val="100000"/>
              <a:buFont typeface="Arial"/>
              <a:buChar char="○"/>
            </a:pPr>
            <a:r>
              <a:rPr lang="en" sz="1550">
                <a:latin typeface="Arial"/>
                <a:ea typeface="Arial"/>
                <a:cs typeface="Arial"/>
                <a:sym typeface="Arial"/>
              </a:rPr>
              <a:t>Reduced Voltage Drop:</a:t>
            </a:r>
            <a:r>
              <a:rPr b="0" lang="en" sz="1550">
                <a:latin typeface="Arial"/>
                <a:ea typeface="Arial"/>
                <a:cs typeface="Arial"/>
                <a:sym typeface="Arial"/>
              </a:rPr>
              <a:t> Lower forward voltage drop (0.3-0.4V vs. 0.7-1.0V) increases efficiency.</a:t>
            </a:r>
            <a:endParaRPr b="0" sz="1550">
              <a:latin typeface="Arial"/>
              <a:ea typeface="Arial"/>
              <a:cs typeface="Arial"/>
              <a:sym typeface="Arial"/>
            </a:endParaRPr>
          </a:p>
          <a:p>
            <a:pPr indent="-317182" lvl="1" marL="914400" rtl="0" algn="l">
              <a:lnSpc>
                <a:spcPct val="150000"/>
              </a:lnSpc>
              <a:spcBef>
                <a:spcPts val="0"/>
              </a:spcBef>
              <a:spcAft>
                <a:spcPts val="0"/>
              </a:spcAft>
              <a:buSzPct val="100000"/>
              <a:buFont typeface="Arial"/>
              <a:buChar char="○"/>
            </a:pPr>
            <a:r>
              <a:rPr lang="en" sz="1550">
                <a:latin typeface="Arial"/>
                <a:ea typeface="Arial"/>
                <a:cs typeface="Arial"/>
                <a:sym typeface="Arial"/>
              </a:rPr>
              <a:t>Faster Switching Speeds:</a:t>
            </a:r>
            <a:r>
              <a:rPr b="0" lang="en" sz="1550">
                <a:latin typeface="Arial"/>
                <a:ea typeface="Arial"/>
                <a:cs typeface="Arial"/>
                <a:sym typeface="Arial"/>
              </a:rPr>
              <a:t> Allows more efficient rectification, improving energy harvesting efficiency.</a:t>
            </a:r>
            <a:endParaRPr sz="1550"/>
          </a:p>
        </p:txBody>
      </p:sp>
      <p:sp>
        <p:nvSpPr>
          <p:cNvPr id="1242" name="Google Shape;1242;p108"/>
          <p:cNvSpPr txBox="1"/>
          <p:nvPr>
            <p:ph idx="1" type="subTitle"/>
          </p:nvPr>
        </p:nvSpPr>
        <p:spPr>
          <a:xfrm>
            <a:off x="5809350" y="58800"/>
            <a:ext cx="1556400" cy="338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None/>
            </a:pPr>
            <a:r>
              <a:rPr lang="en"/>
              <a:t>Presentation Title</a:t>
            </a:r>
            <a:endParaRPr/>
          </a:p>
        </p:txBody>
      </p:sp>
      <p:sp>
        <p:nvSpPr>
          <p:cNvPr id="1243" name="Google Shape;1243;p108"/>
          <p:cNvSpPr txBox="1"/>
          <p:nvPr>
            <p:ph idx="2" type="subTitle"/>
          </p:nvPr>
        </p:nvSpPr>
        <p:spPr>
          <a:xfrm>
            <a:off x="7476775" y="58800"/>
            <a:ext cx="1556400" cy="338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None/>
            </a:pPr>
            <a:r>
              <a:rPr lang="en"/>
              <a:t>Slide Title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247" name="Shape 1247"/>
        <p:cNvGrpSpPr/>
        <p:nvPr/>
      </p:nvGrpSpPr>
      <p:grpSpPr>
        <a:xfrm>
          <a:off x="0" y="0"/>
          <a:ext cx="0" cy="0"/>
          <a:chOff x="0" y="0"/>
          <a:chExt cx="0" cy="0"/>
        </a:xfrm>
      </p:grpSpPr>
      <p:sp>
        <p:nvSpPr>
          <p:cNvPr id="1248" name="Google Shape;1248;p109"/>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109"/>
          <p:cNvSpPr txBox="1"/>
          <p:nvPr>
            <p:ph type="title"/>
          </p:nvPr>
        </p:nvSpPr>
        <p:spPr>
          <a:xfrm>
            <a:off x="204950" y="1749725"/>
            <a:ext cx="2769300" cy="1938000"/>
          </a:xfrm>
          <a:prstGeom prst="rect">
            <a:avLst/>
          </a:prstGeom>
        </p:spPr>
        <p:txBody>
          <a:bodyPr anchorCtr="0" anchor="t" bIns="0" lIns="0" spcFirstLastPara="1" rIns="0" wrap="square" tIns="0">
            <a:noAutofit/>
          </a:bodyPr>
          <a:lstStyle/>
          <a:p>
            <a:pPr indent="0" lvl="0" marL="0" rtl="0" algn="l">
              <a:lnSpc>
                <a:spcPct val="100000"/>
              </a:lnSpc>
              <a:spcBef>
                <a:spcPts val="1200"/>
              </a:spcBef>
              <a:spcAft>
                <a:spcPts val="0"/>
              </a:spcAft>
              <a:buNone/>
            </a:pPr>
            <a:r>
              <a:rPr lang="en" sz="1800">
                <a:latin typeface="Arial"/>
                <a:ea typeface="Arial"/>
                <a:cs typeface="Arial"/>
                <a:sym typeface="Arial"/>
              </a:rPr>
              <a:t>Increased Piezoelectric Discs from 6 to </a:t>
            </a:r>
            <a:r>
              <a:rPr lang="en" sz="1800">
                <a:solidFill>
                  <a:srgbClr val="FF0000"/>
                </a:solidFill>
                <a:latin typeface="Arial"/>
                <a:ea typeface="Arial"/>
                <a:cs typeface="Arial"/>
                <a:sym typeface="Arial"/>
              </a:rPr>
              <a:t>12</a:t>
            </a:r>
            <a:r>
              <a:rPr lang="en" sz="1800">
                <a:latin typeface="Arial"/>
                <a:ea typeface="Arial"/>
                <a:cs typeface="Arial"/>
                <a:sym typeface="Arial"/>
              </a:rPr>
              <a:t>:</a:t>
            </a:r>
            <a:endParaRPr sz="1800">
              <a:latin typeface="Arial"/>
              <a:ea typeface="Arial"/>
              <a:cs typeface="Arial"/>
              <a:sym typeface="Arial"/>
            </a:endParaRPr>
          </a:p>
          <a:p>
            <a:pPr indent="-323850" lvl="0" marL="457200" rtl="0" algn="l">
              <a:lnSpc>
                <a:spcPct val="100000"/>
              </a:lnSpc>
              <a:spcBef>
                <a:spcPts val="1200"/>
              </a:spcBef>
              <a:spcAft>
                <a:spcPts val="0"/>
              </a:spcAft>
              <a:buSzPts val="1500"/>
              <a:buFont typeface="Arial"/>
              <a:buChar char="➢"/>
            </a:pPr>
            <a:r>
              <a:rPr lang="en" sz="1500"/>
              <a:t>Higher Energy Output:</a:t>
            </a:r>
            <a:r>
              <a:rPr b="0" lang="en" sz="1500"/>
              <a:t> Increased the total harvested kinetic energy, leading to improved efficiency.</a:t>
            </a:r>
            <a:endParaRPr sz="1500"/>
          </a:p>
        </p:txBody>
      </p:sp>
      <p:sp>
        <p:nvSpPr>
          <p:cNvPr id="1250" name="Google Shape;1250;p109"/>
          <p:cNvSpPr txBox="1"/>
          <p:nvPr>
            <p:ph idx="1" type="body"/>
          </p:nvPr>
        </p:nvSpPr>
        <p:spPr>
          <a:xfrm>
            <a:off x="3410831" y="2606773"/>
            <a:ext cx="2325600" cy="677400"/>
          </a:xfrm>
          <a:prstGeom prst="rect">
            <a:avLst/>
          </a:prstGeom>
        </p:spPr>
        <p:txBody>
          <a:bodyPr anchorCtr="0" anchor="t" bIns="0" lIns="0" spcFirstLastPara="1" rIns="0" wrap="square" tIns="0">
            <a:noAutofit/>
          </a:bodyPr>
          <a:lstStyle/>
          <a:p>
            <a:pPr indent="0" lvl="0" marL="0" rtl="0" algn="ctr">
              <a:spcBef>
                <a:spcPts val="0"/>
              </a:spcBef>
              <a:spcAft>
                <a:spcPts val="1200"/>
              </a:spcAft>
              <a:buNone/>
            </a:pPr>
            <a:r>
              <a:t/>
            </a:r>
            <a:endParaRPr/>
          </a:p>
        </p:txBody>
      </p:sp>
      <p:sp>
        <p:nvSpPr>
          <p:cNvPr id="1251" name="Google Shape;1251;p109"/>
          <p:cNvSpPr txBox="1"/>
          <p:nvPr>
            <p:ph idx="3" type="title"/>
          </p:nvPr>
        </p:nvSpPr>
        <p:spPr>
          <a:xfrm>
            <a:off x="6989425" y="2317750"/>
            <a:ext cx="1790400" cy="163200"/>
          </a:xfrm>
          <a:prstGeom prst="rect">
            <a:avLst/>
          </a:prstGeom>
        </p:spPr>
        <p:txBody>
          <a:bodyPr anchorCtr="0" anchor="b" bIns="0" lIns="0" spcFirstLastPara="1" rIns="0" wrap="square" tIns="0">
            <a:noAutofit/>
          </a:bodyPr>
          <a:lstStyle/>
          <a:p>
            <a:pPr indent="0" lvl="0" marL="457200" rtl="0" algn="l">
              <a:lnSpc>
                <a:spcPct val="150000"/>
              </a:lnSpc>
              <a:spcBef>
                <a:spcPts val="1200"/>
              </a:spcBef>
              <a:spcAft>
                <a:spcPts val="0"/>
              </a:spcAft>
              <a:buNone/>
            </a:pPr>
            <a:r>
              <a:t/>
            </a:r>
            <a:endParaRPr b="1" sz="1550">
              <a:latin typeface="Arial"/>
              <a:ea typeface="Arial"/>
              <a:cs typeface="Arial"/>
              <a:sym typeface="Arial"/>
            </a:endParaRPr>
          </a:p>
          <a:p>
            <a:pPr indent="0" lvl="0" marL="0" rtl="0" algn="ctr">
              <a:spcBef>
                <a:spcPts val="1200"/>
              </a:spcBef>
              <a:spcAft>
                <a:spcPts val="0"/>
              </a:spcAft>
              <a:buNone/>
            </a:pPr>
            <a:r>
              <a:t/>
            </a:r>
            <a:endParaRPr/>
          </a:p>
        </p:txBody>
      </p:sp>
      <p:sp>
        <p:nvSpPr>
          <p:cNvPr id="1252" name="Google Shape;1252;p109"/>
          <p:cNvSpPr txBox="1"/>
          <p:nvPr>
            <p:ph idx="4" type="body"/>
          </p:nvPr>
        </p:nvSpPr>
        <p:spPr>
          <a:xfrm>
            <a:off x="6304475" y="2401800"/>
            <a:ext cx="2918100" cy="2238300"/>
          </a:xfrm>
          <a:prstGeom prst="rect">
            <a:avLst/>
          </a:prstGeom>
        </p:spPr>
        <p:txBody>
          <a:bodyPr anchorCtr="0" anchor="t" bIns="0" lIns="0" spcFirstLastPara="1" rIns="0" wrap="square" tIns="0">
            <a:noAutofit/>
          </a:bodyPr>
          <a:lstStyle/>
          <a:p>
            <a:pPr indent="-323850" lvl="0" marL="457200" rtl="0" algn="l">
              <a:spcBef>
                <a:spcPts val="1200"/>
              </a:spcBef>
              <a:spcAft>
                <a:spcPts val="0"/>
              </a:spcAft>
              <a:buSzPts val="1500"/>
              <a:buFont typeface="Arial"/>
              <a:buChar char="➢"/>
            </a:pPr>
            <a:r>
              <a:rPr b="1" lang="en"/>
              <a:t>Reduced Voltage Drop:</a:t>
            </a:r>
            <a:r>
              <a:rPr lang="en"/>
              <a:t> Lower forward voltage drop (0.3-0.4V vs. 0.7-1.0V) increases efficiency.</a:t>
            </a:r>
            <a:endParaRPr/>
          </a:p>
          <a:p>
            <a:pPr indent="-323850" lvl="0" marL="457200" rtl="0" algn="l">
              <a:spcBef>
                <a:spcPts val="0"/>
              </a:spcBef>
              <a:spcAft>
                <a:spcPts val="0"/>
              </a:spcAft>
              <a:buSzPts val="1500"/>
              <a:buFont typeface="Arial"/>
              <a:buChar char="➢"/>
            </a:pPr>
            <a:r>
              <a:rPr b="1" lang="en"/>
              <a:t>Faster Switching Speeds:</a:t>
            </a:r>
            <a:r>
              <a:rPr lang="en"/>
              <a:t> Allows more efficient rectification, improving energy harvesting efficiency.</a:t>
            </a:r>
            <a:endParaRPr b="1"/>
          </a:p>
          <a:p>
            <a:pPr indent="0" lvl="0" marL="0" rtl="0" algn="l">
              <a:spcBef>
                <a:spcPts val="1200"/>
              </a:spcBef>
              <a:spcAft>
                <a:spcPts val="1200"/>
              </a:spcAft>
              <a:buNone/>
            </a:pPr>
            <a:r>
              <a:t/>
            </a:r>
            <a:endParaRPr/>
          </a:p>
        </p:txBody>
      </p:sp>
      <p:sp>
        <p:nvSpPr>
          <p:cNvPr id="1253" name="Google Shape;1253;p109"/>
          <p:cNvSpPr txBox="1"/>
          <p:nvPr>
            <p:ph idx="5" type="subTitle"/>
          </p:nvPr>
        </p:nvSpPr>
        <p:spPr>
          <a:xfrm>
            <a:off x="5809350" y="58800"/>
            <a:ext cx="1556400" cy="338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t>Presentation Title</a:t>
            </a:r>
            <a:endParaRPr/>
          </a:p>
        </p:txBody>
      </p:sp>
      <p:sp>
        <p:nvSpPr>
          <p:cNvPr id="1254" name="Google Shape;1254;p109"/>
          <p:cNvSpPr txBox="1"/>
          <p:nvPr>
            <p:ph idx="6" type="subTitle"/>
          </p:nvPr>
        </p:nvSpPr>
        <p:spPr>
          <a:xfrm>
            <a:off x="7476775" y="58800"/>
            <a:ext cx="1556400" cy="338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t>Slide Title</a:t>
            </a:r>
            <a:endParaRPr/>
          </a:p>
        </p:txBody>
      </p:sp>
      <p:sp>
        <p:nvSpPr>
          <p:cNvPr id="1255" name="Google Shape;1255;p109"/>
          <p:cNvSpPr txBox="1"/>
          <p:nvPr/>
        </p:nvSpPr>
        <p:spPr>
          <a:xfrm>
            <a:off x="958375" y="552425"/>
            <a:ext cx="7334400" cy="573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0"/>
              </a:spcAft>
              <a:buClr>
                <a:schemeClr val="dk1"/>
              </a:buClr>
              <a:buSzPts val="1100"/>
              <a:buFont typeface="Arial"/>
              <a:buNone/>
            </a:pPr>
            <a:r>
              <a:rPr b="1" lang="en" sz="3000">
                <a:solidFill>
                  <a:schemeClr val="dk1"/>
                </a:solidFill>
              </a:rPr>
              <a:t>Improvements of the Electrical Circuit</a:t>
            </a:r>
            <a:endParaRPr b="1" sz="3000">
              <a:solidFill>
                <a:schemeClr val="dk1"/>
              </a:solidFill>
            </a:endParaRPr>
          </a:p>
          <a:p>
            <a:pPr indent="0" lvl="0" marL="0" rtl="0" algn="l">
              <a:spcBef>
                <a:spcPts val="1200"/>
              </a:spcBef>
              <a:spcAft>
                <a:spcPts val="0"/>
              </a:spcAft>
              <a:buNone/>
            </a:pPr>
            <a:r>
              <a:t/>
            </a:r>
            <a:endParaRPr/>
          </a:p>
        </p:txBody>
      </p:sp>
      <p:sp>
        <p:nvSpPr>
          <p:cNvPr id="1256" name="Google Shape;1256;p109"/>
          <p:cNvSpPr txBox="1"/>
          <p:nvPr>
            <p:ph type="title"/>
          </p:nvPr>
        </p:nvSpPr>
        <p:spPr>
          <a:xfrm>
            <a:off x="3359975" y="1749725"/>
            <a:ext cx="2717100" cy="2543700"/>
          </a:xfrm>
          <a:prstGeom prst="rect">
            <a:avLst/>
          </a:prstGeom>
        </p:spPr>
        <p:txBody>
          <a:bodyPr anchorCtr="0" anchor="t" bIns="0" lIns="0" spcFirstLastPara="1" rIns="0" wrap="square" tIns="0">
            <a:noAutofit/>
          </a:bodyPr>
          <a:lstStyle/>
          <a:p>
            <a:pPr indent="0" lvl="0" marL="0" rtl="0" algn="l">
              <a:lnSpc>
                <a:spcPct val="100000"/>
              </a:lnSpc>
              <a:spcBef>
                <a:spcPts val="1200"/>
              </a:spcBef>
              <a:spcAft>
                <a:spcPts val="0"/>
              </a:spcAft>
              <a:buNone/>
            </a:pPr>
            <a:r>
              <a:rPr lang="en" sz="1800">
                <a:latin typeface="Arial"/>
                <a:ea typeface="Arial"/>
                <a:cs typeface="Arial"/>
                <a:sym typeface="Arial"/>
              </a:rPr>
              <a:t>Changed Wiring from Parallel to </a:t>
            </a:r>
            <a:r>
              <a:rPr lang="en" sz="1800">
                <a:solidFill>
                  <a:srgbClr val="FF0000"/>
                </a:solidFill>
                <a:latin typeface="Arial"/>
                <a:ea typeface="Arial"/>
                <a:cs typeface="Arial"/>
                <a:sym typeface="Arial"/>
              </a:rPr>
              <a:t>Series</a:t>
            </a:r>
            <a:r>
              <a:rPr lang="en" sz="1800">
                <a:latin typeface="Arial"/>
                <a:ea typeface="Arial"/>
                <a:cs typeface="Arial"/>
                <a:sym typeface="Arial"/>
              </a:rPr>
              <a:t>:</a:t>
            </a:r>
            <a:endParaRPr sz="1800">
              <a:latin typeface="Arial"/>
              <a:ea typeface="Arial"/>
              <a:cs typeface="Arial"/>
              <a:sym typeface="Arial"/>
            </a:endParaRPr>
          </a:p>
          <a:p>
            <a:pPr indent="-323850" lvl="0" marL="457200" rtl="0" algn="l">
              <a:lnSpc>
                <a:spcPct val="100000"/>
              </a:lnSpc>
              <a:spcBef>
                <a:spcPts val="1200"/>
              </a:spcBef>
              <a:spcAft>
                <a:spcPts val="0"/>
              </a:spcAft>
              <a:buSzPts val="1500"/>
              <a:buFont typeface="Arial"/>
              <a:buChar char="➢"/>
            </a:pPr>
            <a:r>
              <a:rPr lang="en" sz="1500"/>
              <a:t>Voltage Boost:</a:t>
            </a:r>
            <a:r>
              <a:rPr b="0" lang="en" sz="1500"/>
              <a:t> Series configuration noticeably increases voltage output</a:t>
            </a:r>
            <a:endParaRPr b="0" sz="1500"/>
          </a:p>
          <a:p>
            <a:pPr indent="-323850" lvl="0" marL="457200" rtl="0" algn="l">
              <a:lnSpc>
                <a:spcPct val="100000"/>
              </a:lnSpc>
              <a:spcBef>
                <a:spcPts val="0"/>
              </a:spcBef>
              <a:spcAft>
                <a:spcPts val="0"/>
              </a:spcAft>
              <a:buSzPts val="1500"/>
              <a:buFont typeface="Arial"/>
              <a:buChar char="➢"/>
            </a:pPr>
            <a:r>
              <a:rPr lang="en" sz="1500"/>
              <a:t>Efficiency Improvement:</a:t>
            </a:r>
            <a:r>
              <a:rPr b="0" lang="en" sz="1500"/>
              <a:t> Reduces current losses, enhancing overall efficiency of energy conversion.</a:t>
            </a:r>
            <a:endParaRPr sz="1500"/>
          </a:p>
        </p:txBody>
      </p:sp>
      <p:sp>
        <p:nvSpPr>
          <p:cNvPr id="1257" name="Google Shape;1257;p109"/>
          <p:cNvSpPr txBox="1"/>
          <p:nvPr>
            <p:ph type="title"/>
          </p:nvPr>
        </p:nvSpPr>
        <p:spPr>
          <a:xfrm>
            <a:off x="6352600" y="1587000"/>
            <a:ext cx="2645700" cy="777000"/>
          </a:xfrm>
          <a:prstGeom prst="rect">
            <a:avLst/>
          </a:prstGeom>
        </p:spPr>
        <p:txBody>
          <a:bodyPr anchorCtr="0" anchor="t" bIns="0" lIns="0" spcFirstLastPara="1" rIns="0" wrap="square" tIns="0">
            <a:noAutofit/>
          </a:bodyPr>
          <a:lstStyle/>
          <a:p>
            <a:pPr indent="0" lvl="0" marL="0" rtl="0" algn="l">
              <a:lnSpc>
                <a:spcPct val="100000"/>
              </a:lnSpc>
              <a:spcBef>
                <a:spcPts val="1200"/>
              </a:spcBef>
              <a:spcAft>
                <a:spcPts val="1200"/>
              </a:spcAft>
              <a:buNone/>
            </a:pPr>
            <a:r>
              <a:rPr lang="en" sz="1700">
                <a:latin typeface="Arial"/>
                <a:ea typeface="Arial"/>
                <a:cs typeface="Arial"/>
                <a:sym typeface="Arial"/>
              </a:rPr>
              <a:t>Replaced 1N4007 Diodes with 1N5819 </a:t>
            </a:r>
            <a:r>
              <a:rPr lang="en" sz="1700">
                <a:solidFill>
                  <a:srgbClr val="FF0000"/>
                </a:solidFill>
                <a:latin typeface="Arial"/>
                <a:ea typeface="Arial"/>
                <a:cs typeface="Arial"/>
                <a:sym typeface="Arial"/>
              </a:rPr>
              <a:t>Schottky Diodes</a:t>
            </a:r>
            <a:r>
              <a:rPr lang="en" sz="1700">
                <a:latin typeface="Arial"/>
                <a:ea typeface="Arial"/>
                <a:cs typeface="Arial"/>
                <a:sym typeface="Arial"/>
              </a:rPr>
              <a:t>:</a:t>
            </a:r>
            <a:endParaRPr sz="17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261" name="Shape 1261"/>
        <p:cNvGrpSpPr/>
        <p:nvPr/>
      </p:nvGrpSpPr>
      <p:grpSpPr>
        <a:xfrm>
          <a:off x="0" y="0"/>
          <a:ext cx="0" cy="0"/>
          <a:chOff x="0" y="0"/>
          <a:chExt cx="0" cy="0"/>
        </a:xfrm>
      </p:grpSpPr>
      <p:sp>
        <p:nvSpPr>
          <p:cNvPr id="1262" name="Google Shape;1262;p110"/>
          <p:cNvSpPr txBox="1"/>
          <p:nvPr>
            <p:ph type="title"/>
          </p:nvPr>
        </p:nvSpPr>
        <p:spPr>
          <a:xfrm>
            <a:off x="311700" y="84500"/>
            <a:ext cx="8520600" cy="501600"/>
          </a:xfrm>
          <a:prstGeom prst="rect">
            <a:avLst/>
          </a:prstGeom>
        </p:spPr>
        <p:txBody>
          <a:bodyPr anchorCtr="0" anchor="b" bIns="0" lIns="0" spcFirstLastPara="1" rIns="0" wrap="square" tIns="0">
            <a:noAutofit/>
          </a:bodyPr>
          <a:lstStyle/>
          <a:p>
            <a:pPr indent="0" lvl="0" marL="0" rtl="0" algn="ctr">
              <a:lnSpc>
                <a:spcPct val="115000"/>
              </a:lnSpc>
              <a:spcBef>
                <a:spcPts val="1400"/>
              </a:spcBef>
              <a:spcAft>
                <a:spcPts val="400"/>
              </a:spcAft>
              <a:buClr>
                <a:schemeClr val="dk1"/>
              </a:buClr>
              <a:buSzPts val="1100"/>
              <a:buFont typeface="Arial"/>
              <a:buNone/>
            </a:pPr>
            <a:r>
              <a:rPr lang="en" sz="2400">
                <a:latin typeface="Arial"/>
                <a:ea typeface="Arial"/>
                <a:cs typeface="Arial"/>
                <a:sym typeface="Arial"/>
              </a:rPr>
              <a:t>Experiment #1: Open-Circuit Voltage Measurement</a:t>
            </a:r>
            <a:endParaRPr sz="2400"/>
          </a:p>
        </p:txBody>
      </p:sp>
      <p:sp>
        <p:nvSpPr>
          <p:cNvPr id="1263" name="Google Shape;1263;p110"/>
          <p:cNvSpPr txBox="1"/>
          <p:nvPr>
            <p:ph idx="1" type="body"/>
          </p:nvPr>
        </p:nvSpPr>
        <p:spPr>
          <a:xfrm>
            <a:off x="311700" y="667625"/>
            <a:ext cx="4260300" cy="4388700"/>
          </a:xfrm>
          <a:prstGeom prst="rect">
            <a:avLst/>
          </a:prstGeom>
        </p:spPr>
        <p:txBody>
          <a:bodyPr anchorCtr="0" anchor="t" bIns="91425" lIns="91425" spcFirstLastPara="1" rIns="91425" wrap="square" tIns="91425">
            <a:noAutofit/>
          </a:bodyPr>
          <a:lstStyle/>
          <a:p>
            <a:pPr indent="-330200" lvl="0" marL="457200" rtl="0" algn="l">
              <a:lnSpc>
                <a:spcPct val="100000"/>
              </a:lnSpc>
              <a:spcBef>
                <a:spcPts val="1200"/>
              </a:spcBef>
              <a:spcAft>
                <a:spcPts val="0"/>
              </a:spcAft>
              <a:buClr>
                <a:schemeClr val="dk1"/>
              </a:buClr>
              <a:buSzPts val="1600"/>
              <a:buChar char="●"/>
            </a:pPr>
            <a:r>
              <a:rPr b="1" lang="en" sz="1600">
                <a:solidFill>
                  <a:schemeClr val="dk1"/>
                </a:solidFill>
              </a:rPr>
              <a:t>Objective:</a:t>
            </a:r>
            <a:r>
              <a:rPr lang="en" sz="1600">
                <a:solidFill>
                  <a:schemeClr val="dk1"/>
                </a:solidFill>
              </a:rPr>
              <a:t> Measure peak voltage generated by the piezoelectric discs.</a:t>
            </a:r>
            <a:br>
              <a:rPr lang="en" sz="1600">
                <a:solidFill>
                  <a:schemeClr val="dk1"/>
                </a:solidFill>
              </a:rPr>
            </a:br>
            <a:endParaRPr sz="1600">
              <a:solidFill>
                <a:schemeClr val="dk1"/>
              </a:solidFill>
            </a:endParaRPr>
          </a:p>
          <a:p>
            <a:pPr indent="-330200" lvl="0" marL="457200" rtl="0" algn="l">
              <a:lnSpc>
                <a:spcPct val="100000"/>
              </a:lnSpc>
              <a:spcBef>
                <a:spcPts val="0"/>
              </a:spcBef>
              <a:spcAft>
                <a:spcPts val="0"/>
              </a:spcAft>
              <a:buClr>
                <a:schemeClr val="dk1"/>
              </a:buClr>
              <a:buSzPts val="1600"/>
              <a:buChar char="●"/>
            </a:pPr>
            <a:r>
              <a:rPr b="1" lang="en" sz="1600">
                <a:solidFill>
                  <a:schemeClr val="dk1"/>
                </a:solidFill>
              </a:rPr>
              <a:t>Procedure:</a:t>
            </a:r>
            <a:endParaRPr b="1" sz="1600">
              <a:solidFill>
                <a:schemeClr val="dk1"/>
              </a:solidFill>
            </a:endParaRPr>
          </a:p>
          <a:p>
            <a:pPr indent="-330200" lvl="1" marL="914400" rtl="0" algn="l">
              <a:lnSpc>
                <a:spcPct val="115000"/>
              </a:lnSpc>
              <a:spcBef>
                <a:spcPts val="0"/>
              </a:spcBef>
              <a:spcAft>
                <a:spcPts val="0"/>
              </a:spcAft>
              <a:buClr>
                <a:schemeClr val="dk1"/>
              </a:buClr>
              <a:buSzPts val="1600"/>
              <a:buChar char="○"/>
            </a:pPr>
            <a:r>
              <a:rPr lang="en" sz="1600">
                <a:solidFill>
                  <a:schemeClr val="dk1"/>
                </a:solidFill>
              </a:rPr>
              <a:t>Connect the piezoelectric discs (series configuration) to the multimeter set to AC voltage mode.</a:t>
            </a:r>
            <a:endParaRPr sz="1600">
              <a:solidFill>
                <a:schemeClr val="dk1"/>
              </a:solidFill>
            </a:endParaRPr>
          </a:p>
          <a:p>
            <a:pPr indent="-330200" lvl="1" marL="914400" rtl="0" algn="l">
              <a:lnSpc>
                <a:spcPct val="115000"/>
              </a:lnSpc>
              <a:spcBef>
                <a:spcPts val="0"/>
              </a:spcBef>
              <a:spcAft>
                <a:spcPts val="0"/>
              </a:spcAft>
              <a:buClr>
                <a:schemeClr val="dk1"/>
              </a:buClr>
              <a:buSzPts val="1600"/>
              <a:buChar char="○"/>
            </a:pPr>
            <a:r>
              <a:rPr lang="en" sz="1600">
                <a:solidFill>
                  <a:schemeClr val="dk1"/>
                </a:solidFill>
              </a:rPr>
              <a:t>Set multimeter to AC Voltage mode.</a:t>
            </a:r>
            <a:endParaRPr sz="1600">
              <a:solidFill>
                <a:schemeClr val="dk1"/>
              </a:solidFill>
            </a:endParaRPr>
          </a:p>
          <a:p>
            <a:pPr indent="-330200" lvl="1" marL="914400" rtl="0" algn="l">
              <a:lnSpc>
                <a:spcPct val="115000"/>
              </a:lnSpc>
              <a:spcBef>
                <a:spcPts val="0"/>
              </a:spcBef>
              <a:spcAft>
                <a:spcPts val="0"/>
              </a:spcAft>
              <a:buClr>
                <a:schemeClr val="dk1"/>
              </a:buClr>
              <a:buSzPts val="1600"/>
              <a:buChar char="○"/>
            </a:pPr>
            <a:r>
              <a:rPr lang="en" sz="1600">
                <a:solidFill>
                  <a:schemeClr val="dk1"/>
                </a:solidFill>
              </a:rPr>
              <a:t>Apply repeated pressure or simulate footsteps at our assumed frequency (~1.5 steps/sec).</a:t>
            </a:r>
            <a:endParaRPr sz="1600">
              <a:solidFill>
                <a:schemeClr val="dk1"/>
              </a:solidFill>
            </a:endParaRPr>
          </a:p>
          <a:p>
            <a:pPr indent="-330200" lvl="1" marL="914400" rtl="0" algn="l">
              <a:lnSpc>
                <a:spcPct val="115000"/>
              </a:lnSpc>
              <a:spcBef>
                <a:spcPts val="0"/>
              </a:spcBef>
              <a:spcAft>
                <a:spcPts val="0"/>
              </a:spcAft>
              <a:buClr>
                <a:schemeClr val="dk1"/>
              </a:buClr>
              <a:buSzPts val="1600"/>
              <a:buChar char="○"/>
            </a:pPr>
            <a:r>
              <a:rPr lang="en" sz="1600">
                <a:solidFill>
                  <a:schemeClr val="dk1"/>
                </a:solidFill>
              </a:rPr>
              <a:t>The maximum voltage </a:t>
            </a:r>
            <a:r>
              <a:rPr lang="en" sz="1600">
                <a:solidFill>
                  <a:schemeClr val="dk1"/>
                </a:solidFill>
              </a:rPr>
              <a:t>measured</a:t>
            </a:r>
            <a:r>
              <a:rPr lang="en" sz="1600">
                <a:solidFill>
                  <a:schemeClr val="dk1"/>
                </a:solidFill>
              </a:rPr>
              <a:t>: </a:t>
            </a:r>
            <a:r>
              <a:rPr lang="en" sz="1600">
                <a:solidFill>
                  <a:srgbClr val="FF0000"/>
                </a:solidFill>
              </a:rPr>
              <a:t>14.48V</a:t>
            </a:r>
            <a:endParaRPr sz="1600">
              <a:solidFill>
                <a:srgbClr val="FF0000"/>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457200" rtl="0" algn="l">
              <a:lnSpc>
                <a:spcPct val="115000"/>
              </a:lnSpc>
              <a:spcBef>
                <a:spcPts val="1200"/>
              </a:spcBef>
              <a:spcAft>
                <a:spcPts val="0"/>
              </a:spcAft>
              <a:buNone/>
            </a:pPr>
            <a:r>
              <a:t/>
            </a:r>
            <a:endParaRPr sz="1100">
              <a:solidFill>
                <a:schemeClr val="dk1"/>
              </a:solidFill>
            </a:endParaRPr>
          </a:p>
          <a:p>
            <a:pPr indent="0" lvl="0" marL="457200" rtl="0" algn="l">
              <a:lnSpc>
                <a:spcPct val="115000"/>
              </a:lnSpc>
              <a:spcBef>
                <a:spcPts val="1200"/>
              </a:spcBef>
              <a:spcAft>
                <a:spcPts val="1200"/>
              </a:spcAft>
              <a:buNone/>
            </a:pPr>
            <a:r>
              <a:t/>
            </a:r>
            <a:endParaRPr b="1" sz="1100">
              <a:solidFill>
                <a:schemeClr val="dk1"/>
              </a:solidFill>
            </a:endParaRPr>
          </a:p>
        </p:txBody>
      </p:sp>
      <p:pic>
        <p:nvPicPr>
          <p:cNvPr id="1264" name="Google Shape;1264;p110"/>
          <p:cNvPicPr preferRelativeResize="0"/>
          <p:nvPr/>
        </p:nvPicPr>
        <p:blipFill>
          <a:blip r:embed="rId3">
            <a:alphaModFix/>
          </a:blip>
          <a:stretch>
            <a:fillRect/>
          </a:stretch>
        </p:blipFill>
        <p:spPr>
          <a:xfrm>
            <a:off x="4654275" y="807650"/>
            <a:ext cx="3461650" cy="40903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268" name="Shape 1268"/>
        <p:cNvGrpSpPr/>
        <p:nvPr/>
      </p:nvGrpSpPr>
      <p:grpSpPr>
        <a:xfrm>
          <a:off x="0" y="0"/>
          <a:ext cx="0" cy="0"/>
          <a:chOff x="0" y="0"/>
          <a:chExt cx="0" cy="0"/>
        </a:xfrm>
      </p:grpSpPr>
      <p:sp>
        <p:nvSpPr>
          <p:cNvPr id="1269" name="Google Shape;1269;p111"/>
          <p:cNvSpPr txBox="1"/>
          <p:nvPr>
            <p:ph type="title"/>
          </p:nvPr>
        </p:nvSpPr>
        <p:spPr>
          <a:xfrm>
            <a:off x="311700" y="84500"/>
            <a:ext cx="8520600" cy="501600"/>
          </a:xfrm>
          <a:prstGeom prst="rect">
            <a:avLst/>
          </a:prstGeom>
        </p:spPr>
        <p:txBody>
          <a:bodyPr anchorCtr="0" anchor="b" bIns="0" lIns="0" spcFirstLastPara="1" rIns="0" wrap="square" tIns="0">
            <a:noAutofit/>
          </a:bodyPr>
          <a:lstStyle/>
          <a:p>
            <a:pPr indent="0" lvl="0" marL="0" rtl="0" algn="ctr">
              <a:lnSpc>
                <a:spcPct val="115000"/>
              </a:lnSpc>
              <a:spcBef>
                <a:spcPts val="1400"/>
              </a:spcBef>
              <a:spcAft>
                <a:spcPts val="400"/>
              </a:spcAft>
              <a:buClr>
                <a:schemeClr val="dk1"/>
              </a:buClr>
              <a:buSzPts val="1100"/>
              <a:buFont typeface="Arial"/>
              <a:buNone/>
            </a:pPr>
            <a:r>
              <a:rPr lang="en" sz="2400">
                <a:latin typeface="Arial"/>
                <a:ea typeface="Arial"/>
                <a:cs typeface="Arial"/>
                <a:sym typeface="Arial"/>
              </a:rPr>
              <a:t>Experiment #2: </a:t>
            </a:r>
            <a:r>
              <a:rPr lang="en" sz="2400">
                <a:latin typeface="Arial"/>
                <a:ea typeface="Arial"/>
                <a:cs typeface="Arial"/>
                <a:sym typeface="Arial"/>
              </a:rPr>
              <a:t>Rectified DC Voltage</a:t>
            </a:r>
            <a:r>
              <a:rPr lang="en" sz="2400">
                <a:latin typeface="Arial"/>
                <a:ea typeface="Arial"/>
                <a:cs typeface="Arial"/>
                <a:sym typeface="Arial"/>
              </a:rPr>
              <a:t> Measurement</a:t>
            </a:r>
            <a:endParaRPr sz="2400"/>
          </a:p>
        </p:txBody>
      </p:sp>
      <p:sp>
        <p:nvSpPr>
          <p:cNvPr id="1270" name="Google Shape;1270;p111"/>
          <p:cNvSpPr txBox="1"/>
          <p:nvPr>
            <p:ph idx="1" type="body"/>
          </p:nvPr>
        </p:nvSpPr>
        <p:spPr>
          <a:xfrm>
            <a:off x="311700" y="807650"/>
            <a:ext cx="4036200" cy="3690900"/>
          </a:xfrm>
          <a:prstGeom prst="rect">
            <a:avLst/>
          </a:prstGeom>
        </p:spPr>
        <p:txBody>
          <a:bodyPr anchorCtr="0" anchor="t" bIns="91425" lIns="91425" spcFirstLastPara="1" rIns="91425" wrap="square" tIns="91425">
            <a:noAutofit/>
          </a:bodyPr>
          <a:lstStyle/>
          <a:p>
            <a:pPr indent="-330200" lvl="0" marL="457200" rtl="0" algn="l">
              <a:lnSpc>
                <a:spcPct val="115000"/>
              </a:lnSpc>
              <a:spcBef>
                <a:spcPts val="1200"/>
              </a:spcBef>
              <a:spcAft>
                <a:spcPts val="0"/>
              </a:spcAft>
              <a:buClr>
                <a:schemeClr val="dk1"/>
              </a:buClr>
              <a:buSzPts val="1600"/>
              <a:buChar char="●"/>
            </a:pPr>
            <a:r>
              <a:rPr b="1" lang="en" sz="1600">
                <a:solidFill>
                  <a:schemeClr val="dk1"/>
                </a:solidFill>
              </a:rPr>
              <a:t>Objective:</a:t>
            </a:r>
            <a:r>
              <a:rPr lang="en" sz="1600">
                <a:solidFill>
                  <a:schemeClr val="dk1"/>
                </a:solidFill>
              </a:rPr>
              <a:t> Measure voltage after the diode bridge rectifier.</a:t>
            </a:r>
            <a:endParaRPr sz="1600">
              <a:solidFill>
                <a:schemeClr val="dk1"/>
              </a:solidFill>
            </a:endParaRPr>
          </a:p>
          <a:p>
            <a:pPr indent="-330200" lvl="0" marL="457200" rtl="0" algn="l">
              <a:lnSpc>
                <a:spcPct val="100000"/>
              </a:lnSpc>
              <a:spcBef>
                <a:spcPts val="0"/>
              </a:spcBef>
              <a:spcAft>
                <a:spcPts val="0"/>
              </a:spcAft>
              <a:buClr>
                <a:schemeClr val="dk1"/>
              </a:buClr>
              <a:buSzPts val="1600"/>
              <a:buChar char="●"/>
            </a:pPr>
            <a:r>
              <a:rPr b="1" lang="en" sz="1600">
                <a:solidFill>
                  <a:schemeClr val="dk1"/>
                </a:solidFill>
              </a:rPr>
              <a:t>Procedure:</a:t>
            </a:r>
            <a:br>
              <a:rPr b="1" lang="en" sz="1600">
                <a:solidFill>
                  <a:schemeClr val="dk1"/>
                </a:solidFill>
              </a:rPr>
            </a:br>
            <a:endParaRPr sz="1600">
              <a:solidFill>
                <a:schemeClr val="dk1"/>
              </a:solidFill>
            </a:endParaRPr>
          </a:p>
          <a:p>
            <a:pPr indent="-330200" lvl="1" marL="914400" rtl="0" algn="l">
              <a:spcBef>
                <a:spcPts val="0"/>
              </a:spcBef>
              <a:spcAft>
                <a:spcPts val="0"/>
              </a:spcAft>
              <a:buClr>
                <a:schemeClr val="dk1"/>
              </a:buClr>
              <a:buSzPts val="1600"/>
              <a:buChar char="○"/>
            </a:pPr>
            <a:r>
              <a:rPr lang="en" sz="1600">
                <a:solidFill>
                  <a:schemeClr val="dk1"/>
                </a:solidFill>
              </a:rPr>
              <a:t>Connect the multimeter to the output of the diode bridge.</a:t>
            </a:r>
            <a:endParaRPr sz="1600">
              <a:solidFill>
                <a:schemeClr val="dk1"/>
              </a:solidFill>
            </a:endParaRPr>
          </a:p>
          <a:p>
            <a:pPr indent="-330200" lvl="1" marL="914400" rtl="0" algn="l">
              <a:lnSpc>
                <a:spcPct val="100000"/>
              </a:lnSpc>
              <a:spcBef>
                <a:spcPts val="0"/>
              </a:spcBef>
              <a:spcAft>
                <a:spcPts val="0"/>
              </a:spcAft>
              <a:buClr>
                <a:schemeClr val="dk1"/>
              </a:buClr>
              <a:buSzPts val="1600"/>
              <a:buChar char="○"/>
            </a:pPr>
            <a:r>
              <a:rPr lang="en" sz="1600">
                <a:solidFill>
                  <a:schemeClr val="dk1"/>
                </a:solidFill>
              </a:rPr>
              <a:t>Repeat simulated footsteps; measure and record the stabilized DC voltage.</a:t>
            </a:r>
            <a:endParaRPr sz="1600">
              <a:solidFill>
                <a:schemeClr val="dk1"/>
              </a:solidFill>
            </a:endParaRPr>
          </a:p>
          <a:p>
            <a:pPr indent="-330200" lvl="1" marL="914400" rtl="0" algn="l">
              <a:lnSpc>
                <a:spcPct val="100000"/>
              </a:lnSpc>
              <a:spcBef>
                <a:spcPts val="0"/>
              </a:spcBef>
              <a:spcAft>
                <a:spcPts val="0"/>
              </a:spcAft>
              <a:buClr>
                <a:schemeClr val="dk1"/>
              </a:buClr>
              <a:buSzPts val="1600"/>
              <a:buChar char="○"/>
            </a:pPr>
            <a:r>
              <a:rPr lang="en" sz="1600">
                <a:solidFill>
                  <a:schemeClr val="dk1"/>
                </a:solidFill>
              </a:rPr>
              <a:t>The maximum voltage measured: </a:t>
            </a:r>
            <a:r>
              <a:rPr lang="en" sz="1600">
                <a:solidFill>
                  <a:srgbClr val="FF0000"/>
                </a:solidFill>
              </a:rPr>
              <a:t>9.65V</a:t>
            </a:r>
            <a:endParaRPr b="1" sz="16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457200" rtl="0" algn="l">
              <a:lnSpc>
                <a:spcPct val="115000"/>
              </a:lnSpc>
              <a:spcBef>
                <a:spcPts val="1200"/>
              </a:spcBef>
              <a:spcAft>
                <a:spcPts val="0"/>
              </a:spcAft>
              <a:buNone/>
            </a:pPr>
            <a:r>
              <a:t/>
            </a:r>
            <a:endParaRPr sz="1100">
              <a:solidFill>
                <a:schemeClr val="dk1"/>
              </a:solidFill>
            </a:endParaRPr>
          </a:p>
          <a:p>
            <a:pPr indent="0" lvl="0" marL="457200" rtl="0" algn="l">
              <a:lnSpc>
                <a:spcPct val="115000"/>
              </a:lnSpc>
              <a:spcBef>
                <a:spcPts val="1200"/>
              </a:spcBef>
              <a:spcAft>
                <a:spcPts val="1200"/>
              </a:spcAft>
              <a:buNone/>
            </a:pPr>
            <a:r>
              <a:t/>
            </a:r>
            <a:endParaRPr b="1" sz="1100">
              <a:solidFill>
                <a:schemeClr val="dk1"/>
              </a:solidFill>
            </a:endParaRPr>
          </a:p>
        </p:txBody>
      </p:sp>
      <p:pic>
        <p:nvPicPr>
          <p:cNvPr id="1271" name="Google Shape;1271;p111"/>
          <p:cNvPicPr preferRelativeResize="0"/>
          <p:nvPr/>
        </p:nvPicPr>
        <p:blipFill>
          <a:blip r:embed="rId3">
            <a:alphaModFix/>
          </a:blip>
          <a:stretch>
            <a:fillRect/>
          </a:stretch>
        </p:blipFill>
        <p:spPr>
          <a:xfrm>
            <a:off x="5271250" y="807650"/>
            <a:ext cx="2603675" cy="387377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275" name="Shape 1275"/>
        <p:cNvGrpSpPr/>
        <p:nvPr/>
      </p:nvGrpSpPr>
      <p:grpSpPr>
        <a:xfrm>
          <a:off x="0" y="0"/>
          <a:ext cx="0" cy="0"/>
          <a:chOff x="0" y="0"/>
          <a:chExt cx="0" cy="0"/>
        </a:xfrm>
      </p:grpSpPr>
      <p:sp>
        <p:nvSpPr>
          <p:cNvPr id="1276" name="Google Shape;1276;p112"/>
          <p:cNvSpPr txBox="1"/>
          <p:nvPr>
            <p:ph type="title"/>
          </p:nvPr>
        </p:nvSpPr>
        <p:spPr>
          <a:xfrm>
            <a:off x="67375" y="50125"/>
            <a:ext cx="8937900" cy="1008000"/>
          </a:xfrm>
          <a:prstGeom prst="rect">
            <a:avLst/>
          </a:prstGeom>
        </p:spPr>
        <p:txBody>
          <a:bodyPr anchorCtr="0" anchor="b" bIns="0" lIns="0" spcFirstLastPara="1" rIns="0" wrap="square" tIns="0">
            <a:noAutofit/>
          </a:bodyPr>
          <a:lstStyle/>
          <a:p>
            <a:pPr indent="0" lvl="0" marL="0" rtl="0" algn="ctr">
              <a:lnSpc>
                <a:spcPct val="100000"/>
              </a:lnSpc>
              <a:spcBef>
                <a:spcPts val="1400"/>
              </a:spcBef>
              <a:spcAft>
                <a:spcPts val="0"/>
              </a:spcAft>
              <a:buClr>
                <a:schemeClr val="dk1"/>
              </a:buClr>
              <a:buSzPts val="1100"/>
              <a:buFont typeface="Arial"/>
              <a:buNone/>
            </a:pPr>
            <a:r>
              <a:rPr lang="en" sz="3000">
                <a:latin typeface="Arial"/>
                <a:ea typeface="Arial"/>
                <a:cs typeface="Arial"/>
                <a:sym typeface="Arial"/>
              </a:rPr>
              <a:t>Experiment #3: </a:t>
            </a:r>
            <a:endParaRPr sz="3000">
              <a:latin typeface="Arial"/>
              <a:ea typeface="Arial"/>
              <a:cs typeface="Arial"/>
              <a:sym typeface="Arial"/>
            </a:endParaRPr>
          </a:p>
          <a:p>
            <a:pPr indent="0" lvl="0" marL="0" rtl="0" algn="ctr">
              <a:lnSpc>
                <a:spcPct val="100000"/>
              </a:lnSpc>
              <a:spcBef>
                <a:spcPts val="1400"/>
              </a:spcBef>
              <a:spcAft>
                <a:spcPts val="400"/>
              </a:spcAft>
              <a:buClr>
                <a:schemeClr val="dk1"/>
              </a:buClr>
              <a:buSzPts val="1100"/>
              <a:buFont typeface="Arial"/>
              <a:buNone/>
            </a:pPr>
            <a:r>
              <a:rPr lang="en" sz="3000">
                <a:latin typeface="Arial"/>
                <a:ea typeface="Arial"/>
                <a:cs typeface="Arial"/>
                <a:sym typeface="Arial"/>
              </a:rPr>
              <a:t>Energy Accumulation and Battery Charging Test</a:t>
            </a:r>
            <a:endParaRPr sz="3000"/>
          </a:p>
        </p:txBody>
      </p:sp>
      <p:sp>
        <p:nvSpPr>
          <p:cNvPr id="1277" name="Google Shape;1277;p112"/>
          <p:cNvSpPr txBox="1"/>
          <p:nvPr>
            <p:ph idx="1" type="body"/>
          </p:nvPr>
        </p:nvSpPr>
        <p:spPr>
          <a:xfrm>
            <a:off x="0" y="928325"/>
            <a:ext cx="5652900" cy="29109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1200"/>
              </a:spcBef>
              <a:spcAft>
                <a:spcPts val="0"/>
              </a:spcAft>
              <a:buClr>
                <a:schemeClr val="dk1"/>
              </a:buClr>
              <a:buSzPts val="1500"/>
              <a:buChar char="●"/>
            </a:pPr>
            <a:r>
              <a:rPr b="1" lang="en" sz="1500">
                <a:solidFill>
                  <a:schemeClr val="dk1"/>
                </a:solidFill>
              </a:rPr>
              <a:t>Objective:</a:t>
            </a:r>
            <a:r>
              <a:rPr lang="en" sz="1500">
                <a:solidFill>
                  <a:schemeClr val="dk1"/>
                </a:solidFill>
              </a:rPr>
              <a:t> Determine the energy the battery stored during the 30-minute walk by taking the 3D shoe sole.</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 sz="1500">
                <a:solidFill>
                  <a:schemeClr val="dk1"/>
                </a:solidFill>
              </a:rPr>
              <a:t>Procedure:</a:t>
            </a:r>
            <a:endParaRPr b="1" sz="1500">
              <a:solidFill>
                <a:schemeClr val="dk1"/>
              </a:solidFill>
            </a:endParaRPr>
          </a:p>
          <a:p>
            <a:pPr indent="-323850" lvl="1" marL="914400" rtl="0" algn="l">
              <a:spcBef>
                <a:spcPts val="0"/>
              </a:spcBef>
              <a:spcAft>
                <a:spcPts val="0"/>
              </a:spcAft>
              <a:buClr>
                <a:schemeClr val="dk1"/>
              </a:buClr>
              <a:buSzPts val="1500"/>
              <a:buChar char="○"/>
            </a:pPr>
            <a:r>
              <a:rPr lang="en" sz="1500">
                <a:solidFill>
                  <a:schemeClr val="dk1"/>
                </a:solidFill>
              </a:rPr>
              <a:t>Set the multimeter to DC Voltage mode.</a:t>
            </a:r>
            <a:endParaRPr sz="1500">
              <a:solidFill>
                <a:schemeClr val="dk1"/>
              </a:solidFill>
            </a:endParaRPr>
          </a:p>
          <a:p>
            <a:pPr indent="-323850" lvl="1" marL="914400" rtl="0" algn="l">
              <a:lnSpc>
                <a:spcPct val="115000"/>
              </a:lnSpc>
              <a:spcBef>
                <a:spcPts val="0"/>
              </a:spcBef>
              <a:spcAft>
                <a:spcPts val="0"/>
              </a:spcAft>
              <a:buClr>
                <a:schemeClr val="dk1"/>
              </a:buClr>
              <a:buSzPts val="1500"/>
              <a:buChar char="○"/>
            </a:pPr>
            <a:r>
              <a:rPr lang="en" sz="1500">
                <a:solidFill>
                  <a:schemeClr val="dk1"/>
                </a:solidFill>
              </a:rPr>
              <a:t>Measure and record battery voltage before the experiment (3.81V).</a:t>
            </a:r>
            <a:endParaRPr sz="1500">
              <a:solidFill>
                <a:schemeClr val="dk1"/>
              </a:solidFill>
            </a:endParaRPr>
          </a:p>
          <a:p>
            <a:pPr indent="-323850" lvl="1" marL="914400" rtl="0" algn="l">
              <a:lnSpc>
                <a:spcPct val="115000"/>
              </a:lnSpc>
              <a:spcBef>
                <a:spcPts val="0"/>
              </a:spcBef>
              <a:spcAft>
                <a:spcPts val="0"/>
              </a:spcAft>
              <a:buClr>
                <a:schemeClr val="dk1"/>
              </a:buClr>
              <a:buSzPts val="1500"/>
              <a:buChar char="○"/>
            </a:pPr>
            <a:r>
              <a:rPr lang="en" sz="1500">
                <a:solidFill>
                  <a:schemeClr val="dk1"/>
                </a:solidFill>
              </a:rPr>
              <a:t>Simulate walking for a fixed duration (e.g., 30 mins) to generate energy.</a:t>
            </a:r>
            <a:endParaRPr sz="1500">
              <a:solidFill>
                <a:schemeClr val="dk1"/>
              </a:solidFill>
            </a:endParaRPr>
          </a:p>
          <a:p>
            <a:pPr indent="-323850" lvl="1" marL="914400" rtl="0" algn="l">
              <a:lnSpc>
                <a:spcPct val="115000"/>
              </a:lnSpc>
              <a:spcBef>
                <a:spcPts val="0"/>
              </a:spcBef>
              <a:spcAft>
                <a:spcPts val="0"/>
              </a:spcAft>
              <a:buClr>
                <a:schemeClr val="dk1"/>
              </a:buClr>
              <a:buSzPts val="1500"/>
              <a:buChar char="○"/>
            </a:pPr>
            <a:r>
              <a:rPr lang="en" sz="1500">
                <a:solidFill>
                  <a:schemeClr val="dk1"/>
                </a:solidFill>
              </a:rPr>
              <a:t>Immediately after a 30-minute walk, take the battery out of the battery holder, measure and record battery voltage after the walk (3.823V).</a:t>
            </a:r>
            <a:endParaRPr sz="1500">
              <a:solidFill>
                <a:schemeClr val="dk1"/>
              </a:solidFill>
            </a:endParaRPr>
          </a:p>
          <a:p>
            <a:pPr indent="0" lvl="0" marL="914400" rtl="0" algn="l">
              <a:lnSpc>
                <a:spcPct val="115000"/>
              </a:lnSpc>
              <a:spcBef>
                <a:spcPts val="1200"/>
              </a:spcBef>
              <a:spcAft>
                <a:spcPts val="0"/>
              </a:spcAft>
              <a:buNone/>
            </a:pPr>
            <a:r>
              <a:t/>
            </a:r>
            <a:endParaRPr>
              <a:solidFill>
                <a:schemeClr val="dk1"/>
              </a:solidFill>
            </a:endParaRPr>
          </a:p>
          <a:p>
            <a:pPr indent="0" lvl="0" marL="457200" rtl="0" algn="l">
              <a:lnSpc>
                <a:spcPct val="100000"/>
              </a:lnSpc>
              <a:spcBef>
                <a:spcPts val="1200"/>
              </a:spcBef>
              <a:spcAft>
                <a:spcPts val="0"/>
              </a:spcAft>
              <a:buNone/>
            </a:pPr>
            <a:r>
              <a:t/>
            </a:r>
            <a:endParaRPr b="1" sz="16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457200" rtl="0" algn="l">
              <a:lnSpc>
                <a:spcPct val="115000"/>
              </a:lnSpc>
              <a:spcBef>
                <a:spcPts val="1200"/>
              </a:spcBef>
              <a:spcAft>
                <a:spcPts val="0"/>
              </a:spcAft>
              <a:buNone/>
            </a:pPr>
            <a:r>
              <a:t/>
            </a:r>
            <a:endParaRPr sz="1100">
              <a:solidFill>
                <a:schemeClr val="dk1"/>
              </a:solidFill>
            </a:endParaRPr>
          </a:p>
          <a:p>
            <a:pPr indent="0" lvl="0" marL="457200" rtl="0" algn="l">
              <a:lnSpc>
                <a:spcPct val="115000"/>
              </a:lnSpc>
              <a:spcBef>
                <a:spcPts val="1200"/>
              </a:spcBef>
              <a:spcAft>
                <a:spcPts val="1200"/>
              </a:spcAft>
              <a:buNone/>
            </a:pPr>
            <a:r>
              <a:t/>
            </a:r>
            <a:endParaRPr b="1" sz="1100">
              <a:solidFill>
                <a:schemeClr val="dk1"/>
              </a:solidFill>
            </a:endParaRPr>
          </a:p>
        </p:txBody>
      </p:sp>
      <p:pic>
        <p:nvPicPr>
          <p:cNvPr id="1278" name="Google Shape;1278;p112"/>
          <p:cNvPicPr preferRelativeResize="0"/>
          <p:nvPr/>
        </p:nvPicPr>
        <p:blipFill>
          <a:blip r:embed="rId3">
            <a:alphaModFix/>
          </a:blip>
          <a:stretch>
            <a:fillRect/>
          </a:stretch>
        </p:blipFill>
        <p:spPr>
          <a:xfrm>
            <a:off x="5580475" y="1242788"/>
            <a:ext cx="3424799" cy="2281975"/>
          </a:xfrm>
          <a:prstGeom prst="rect">
            <a:avLst/>
          </a:prstGeom>
          <a:noFill/>
          <a:ln>
            <a:noFill/>
          </a:ln>
        </p:spPr>
      </p:pic>
      <p:sp>
        <p:nvSpPr>
          <p:cNvPr id="1279" name="Google Shape;1279;p112"/>
          <p:cNvSpPr txBox="1"/>
          <p:nvPr/>
        </p:nvSpPr>
        <p:spPr>
          <a:xfrm>
            <a:off x="0" y="3939500"/>
            <a:ext cx="8983200" cy="1181100"/>
          </a:xfrm>
          <a:prstGeom prst="rect">
            <a:avLst/>
          </a:prstGeom>
          <a:noFill/>
          <a:ln>
            <a:noFill/>
          </a:ln>
        </p:spPr>
        <p:txBody>
          <a:bodyPr anchorCtr="0" anchor="t" bIns="91425" lIns="91425" spcFirstLastPara="1" rIns="91425" wrap="square" tIns="91425">
            <a:noAutofit/>
          </a:bodyPr>
          <a:lstStyle/>
          <a:p>
            <a:pPr indent="-323850" lvl="1" marL="914400" rtl="0" algn="l">
              <a:lnSpc>
                <a:spcPct val="115000"/>
              </a:lnSpc>
              <a:spcBef>
                <a:spcPts val="0"/>
              </a:spcBef>
              <a:spcAft>
                <a:spcPts val="0"/>
              </a:spcAft>
              <a:buClr>
                <a:schemeClr val="dk1"/>
              </a:buClr>
              <a:buSzPts val="1500"/>
              <a:buChar char="○"/>
            </a:pPr>
            <a:r>
              <a:rPr lang="en" sz="1500">
                <a:solidFill>
                  <a:schemeClr val="dk1"/>
                </a:solidFill>
              </a:rPr>
              <a:t>Connect a 220 Ω resistor across battery terminals to start a discharge test.</a:t>
            </a:r>
            <a:endParaRPr sz="1500">
              <a:solidFill>
                <a:schemeClr val="dk1"/>
              </a:solidFill>
            </a:endParaRPr>
          </a:p>
          <a:p>
            <a:pPr indent="-323850" lvl="1" marL="914400" rtl="0" algn="l">
              <a:lnSpc>
                <a:spcPct val="115000"/>
              </a:lnSpc>
              <a:spcBef>
                <a:spcPts val="0"/>
              </a:spcBef>
              <a:spcAft>
                <a:spcPts val="0"/>
              </a:spcAft>
              <a:buClr>
                <a:schemeClr val="dk1"/>
              </a:buClr>
              <a:buSzPts val="1500"/>
              <a:buChar char="○"/>
            </a:pPr>
            <a:r>
              <a:rPr lang="en" sz="1500">
                <a:solidFill>
                  <a:schemeClr val="dk1"/>
                </a:solidFill>
              </a:rPr>
              <a:t>Measure and record battery voltage every 10 minutes during discharge until reaching our original voltage (3.81V).</a:t>
            </a:r>
            <a:endParaRPr sz="1500">
              <a:solidFill>
                <a:schemeClr val="dk1"/>
              </a:solidFill>
            </a:endParaRPr>
          </a:p>
          <a:p>
            <a:pPr indent="-323850" lvl="1" marL="914400" rtl="0" algn="l">
              <a:lnSpc>
                <a:spcPct val="115000"/>
              </a:lnSpc>
              <a:spcBef>
                <a:spcPts val="0"/>
              </a:spcBef>
              <a:spcAft>
                <a:spcPts val="0"/>
              </a:spcAft>
              <a:buClr>
                <a:schemeClr val="dk1"/>
              </a:buClr>
              <a:buSzPts val="1500"/>
              <a:buChar char="○"/>
            </a:pPr>
            <a:r>
              <a:rPr lang="en" sz="1500">
                <a:solidFill>
                  <a:schemeClr val="dk1"/>
                </a:solidFill>
              </a:rPr>
              <a:t>Calculate the energy stored by integrating power (P = V²/R) over time (E=P×t).</a:t>
            </a:r>
            <a:endParaRPr sz="15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283" name="Shape 1283"/>
        <p:cNvGrpSpPr/>
        <p:nvPr/>
      </p:nvGrpSpPr>
      <p:grpSpPr>
        <a:xfrm>
          <a:off x="0" y="0"/>
          <a:ext cx="0" cy="0"/>
          <a:chOff x="0" y="0"/>
          <a:chExt cx="0" cy="0"/>
        </a:xfrm>
      </p:grpSpPr>
      <p:sp>
        <p:nvSpPr>
          <p:cNvPr id="1284" name="Google Shape;1284;p113"/>
          <p:cNvSpPr txBox="1"/>
          <p:nvPr>
            <p:ph idx="12" type="sldNum"/>
          </p:nvPr>
        </p:nvSpPr>
        <p:spPr>
          <a:xfrm>
            <a:off x="143700" y="102475"/>
            <a:ext cx="548700" cy="2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113"/>
          <p:cNvSpPr txBox="1"/>
          <p:nvPr>
            <p:ph idx="1" type="body"/>
          </p:nvPr>
        </p:nvSpPr>
        <p:spPr>
          <a:xfrm>
            <a:off x="824700" y="1366050"/>
            <a:ext cx="3747300" cy="2411400"/>
          </a:xfrm>
          <a:prstGeom prst="rect">
            <a:avLst/>
          </a:prstGeom>
        </p:spPr>
        <p:txBody>
          <a:bodyPr anchorCtr="0" anchor="t" bIns="91425" lIns="91425" spcFirstLastPara="1" rIns="91425" wrap="square" tIns="91425">
            <a:noAutofit/>
          </a:bodyPr>
          <a:lstStyle/>
          <a:p>
            <a:pPr indent="-323850" lvl="0" marL="457200" rtl="0" algn="l">
              <a:lnSpc>
                <a:spcPct val="100000"/>
              </a:lnSpc>
              <a:spcBef>
                <a:spcPts val="1200"/>
              </a:spcBef>
              <a:spcAft>
                <a:spcPts val="0"/>
              </a:spcAft>
              <a:buSzPts val="1500"/>
              <a:buFont typeface="Figtree"/>
              <a:buChar char="❖"/>
            </a:pPr>
            <a:r>
              <a:rPr b="1" lang="en">
                <a:highlight>
                  <a:srgbClr val="9FC5E8"/>
                </a:highlight>
              </a:rPr>
              <a:t>Joule’s Law (Power Equation):</a:t>
            </a:r>
            <a:endParaRPr b="1">
              <a:highlight>
                <a:srgbClr val="9FC5E8"/>
              </a:highlight>
            </a:endParaRPr>
          </a:p>
          <a:p>
            <a:pPr indent="0" lvl="0" marL="457200" rtl="0" algn="l">
              <a:lnSpc>
                <a:spcPct val="100000"/>
              </a:lnSpc>
              <a:spcBef>
                <a:spcPts val="200"/>
              </a:spcBef>
              <a:spcAft>
                <a:spcPts val="0"/>
              </a:spcAft>
              <a:buClr>
                <a:schemeClr val="dk1"/>
              </a:buClr>
              <a:buSzPts val="1100"/>
              <a:buFont typeface="Arial"/>
              <a:buNone/>
            </a:pPr>
            <a:r>
              <a:rPr b="1" lang="en">
                <a:highlight>
                  <a:srgbClr val="9FC5E8"/>
                </a:highlight>
              </a:rPr>
              <a:t>P=V^2/R</a:t>
            </a:r>
            <a:endParaRPr b="1">
              <a:highlight>
                <a:srgbClr val="9FC5E8"/>
              </a:highlight>
            </a:endParaRPr>
          </a:p>
          <a:p>
            <a:pPr indent="-323850" lvl="0" marL="1371600" rtl="0" algn="l">
              <a:lnSpc>
                <a:spcPct val="100000"/>
              </a:lnSpc>
              <a:spcBef>
                <a:spcPts val="0"/>
              </a:spcBef>
              <a:spcAft>
                <a:spcPts val="0"/>
              </a:spcAft>
              <a:buSzPts val="1500"/>
              <a:buFont typeface="Arial"/>
              <a:buChar char="●"/>
            </a:pPr>
            <a:r>
              <a:rPr b="1" lang="en"/>
              <a:t>P</a:t>
            </a:r>
            <a:r>
              <a:rPr lang="en"/>
              <a:t>: Power (Watts)</a:t>
            </a:r>
            <a:br>
              <a:rPr lang="en"/>
            </a:br>
            <a:endParaRPr/>
          </a:p>
          <a:p>
            <a:pPr indent="-323850" lvl="0" marL="1371600" rtl="0" algn="l">
              <a:lnSpc>
                <a:spcPct val="100000"/>
              </a:lnSpc>
              <a:spcBef>
                <a:spcPts val="0"/>
              </a:spcBef>
              <a:spcAft>
                <a:spcPts val="0"/>
              </a:spcAft>
              <a:buSzPts val="1500"/>
              <a:buFont typeface="Arial"/>
              <a:buChar char="●"/>
            </a:pPr>
            <a:r>
              <a:rPr b="1" lang="en"/>
              <a:t>V</a:t>
            </a:r>
            <a:r>
              <a:rPr lang="en"/>
              <a:t>: Voltage (Volts)</a:t>
            </a:r>
            <a:br>
              <a:rPr lang="en"/>
            </a:br>
            <a:endParaRPr/>
          </a:p>
          <a:p>
            <a:pPr indent="-323850" lvl="0" marL="1371600" rtl="0" algn="l">
              <a:lnSpc>
                <a:spcPct val="100000"/>
              </a:lnSpc>
              <a:spcBef>
                <a:spcPts val="0"/>
              </a:spcBef>
              <a:spcAft>
                <a:spcPts val="0"/>
              </a:spcAft>
              <a:buSzPts val="1500"/>
              <a:buFont typeface="Arial"/>
              <a:buChar char="●"/>
            </a:pPr>
            <a:r>
              <a:rPr b="1" lang="en"/>
              <a:t>R</a:t>
            </a:r>
            <a:r>
              <a:rPr lang="en"/>
              <a:t>: Resistance (Ohms)</a:t>
            </a:r>
            <a:endParaRPr/>
          </a:p>
          <a:p>
            <a:pPr indent="0" lvl="0" marL="457200" rtl="0" algn="l">
              <a:lnSpc>
                <a:spcPct val="100000"/>
              </a:lnSpc>
              <a:spcBef>
                <a:spcPts val="0"/>
              </a:spcBef>
              <a:spcAft>
                <a:spcPts val="0"/>
              </a:spcAft>
              <a:buClr>
                <a:schemeClr val="dk1"/>
              </a:buClr>
              <a:buSzPts val="1100"/>
              <a:buFont typeface="Arial"/>
              <a:buNone/>
            </a:pPr>
            <a:br>
              <a:rPr lang="en"/>
            </a:br>
            <a:r>
              <a:rPr lang="en"/>
              <a:t>E.g., P=(3.817V)^2/220Ω=0.0662W</a:t>
            </a:r>
            <a:endParaRPr/>
          </a:p>
        </p:txBody>
      </p:sp>
      <p:sp>
        <p:nvSpPr>
          <p:cNvPr id="1286" name="Google Shape;1286;p113"/>
          <p:cNvSpPr txBox="1"/>
          <p:nvPr>
            <p:ph type="title"/>
          </p:nvPr>
        </p:nvSpPr>
        <p:spPr>
          <a:xfrm>
            <a:off x="971350" y="566500"/>
            <a:ext cx="7279200" cy="676500"/>
          </a:xfrm>
          <a:prstGeom prst="rect">
            <a:avLst/>
          </a:prstGeom>
        </p:spPr>
        <p:txBody>
          <a:bodyPr anchorCtr="0" anchor="b" bIns="0" lIns="0" spcFirstLastPara="1" rIns="0" wrap="square" tIns="0">
            <a:noAutofit/>
          </a:bodyPr>
          <a:lstStyle/>
          <a:p>
            <a:pPr indent="0" lvl="0" marL="0" rtl="0" algn="ctr">
              <a:lnSpc>
                <a:spcPct val="100000"/>
              </a:lnSpc>
              <a:spcBef>
                <a:spcPts val="1400"/>
              </a:spcBef>
              <a:spcAft>
                <a:spcPts val="400"/>
              </a:spcAft>
              <a:buClr>
                <a:schemeClr val="dk1"/>
              </a:buClr>
              <a:buSzPts val="1100"/>
              <a:buFont typeface="Arial"/>
              <a:buNone/>
            </a:pPr>
            <a:r>
              <a:rPr lang="en">
                <a:latin typeface="Arial"/>
                <a:ea typeface="Arial"/>
                <a:cs typeface="Arial"/>
                <a:sym typeface="Arial"/>
              </a:rPr>
              <a:t>Calculations in Experiment #3</a:t>
            </a:r>
            <a:endParaRPr/>
          </a:p>
        </p:txBody>
      </p:sp>
      <p:sp>
        <p:nvSpPr>
          <p:cNvPr id="1287" name="Google Shape;1287;p113"/>
          <p:cNvSpPr txBox="1"/>
          <p:nvPr>
            <p:ph idx="2" type="subTitle"/>
          </p:nvPr>
        </p:nvSpPr>
        <p:spPr>
          <a:xfrm>
            <a:off x="5809350" y="58800"/>
            <a:ext cx="1556400" cy="338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None/>
            </a:pPr>
            <a:r>
              <a:rPr lang="en"/>
              <a:t>Presentation Title</a:t>
            </a:r>
            <a:endParaRPr/>
          </a:p>
        </p:txBody>
      </p:sp>
      <p:sp>
        <p:nvSpPr>
          <p:cNvPr id="1288" name="Google Shape;1288;p113"/>
          <p:cNvSpPr txBox="1"/>
          <p:nvPr>
            <p:ph idx="3" type="subTitle"/>
          </p:nvPr>
        </p:nvSpPr>
        <p:spPr>
          <a:xfrm>
            <a:off x="7476775" y="58800"/>
            <a:ext cx="1556400" cy="338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Slide Title</a:t>
            </a:r>
            <a:endParaRPr/>
          </a:p>
        </p:txBody>
      </p:sp>
      <p:sp>
        <p:nvSpPr>
          <p:cNvPr id="1289" name="Google Shape;1289;p113"/>
          <p:cNvSpPr txBox="1"/>
          <p:nvPr/>
        </p:nvSpPr>
        <p:spPr>
          <a:xfrm>
            <a:off x="4360175" y="1352225"/>
            <a:ext cx="4116000" cy="2493600"/>
          </a:xfrm>
          <a:prstGeom prst="rect">
            <a:avLst/>
          </a:prstGeom>
          <a:noFill/>
          <a:ln>
            <a:noFill/>
          </a:ln>
        </p:spPr>
        <p:txBody>
          <a:bodyPr anchorCtr="0" anchor="t" bIns="91425" lIns="91425" spcFirstLastPara="1" rIns="91425" wrap="square" tIns="91425">
            <a:spAutoFit/>
          </a:bodyPr>
          <a:lstStyle/>
          <a:p>
            <a:pPr indent="-323850" lvl="0" marL="457200" rtl="0" algn="l">
              <a:lnSpc>
                <a:spcPct val="100000"/>
              </a:lnSpc>
              <a:spcBef>
                <a:spcPts val="0"/>
              </a:spcBef>
              <a:spcAft>
                <a:spcPts val="0"/>
              </a:spcAft>
              <a:buClr>
                <a:schemeClr val="dk1"/>
              </a:buClr>
              <a:buSzPts val="1500"/>
              <a:buFont typeface="Figtree"/>
              <a:buChar char="❖"/>
            </a:pPr>
            <a:r>
              <a:rPr b="1" lang="en" sz="1500">
                <a:solidFill>
                  <a:schemeClr val="dk1"/>
                </a:solidFill>
                <a:highlight>
                  <a:srgbClr val="9FC5E8"/>
                </a:highlight>
                <a:latin typeface="Figtree"/>
                <a:ea typeface="Figtree"/>
                <a:cs typeface="Figtree"/>
                <a:sym typeface="Figtree"/>
              </a:rPr>
              <a:t>Energy:  E= P×t = (V^2 / R) * t</a:t>
            </a:r>
            <a:endParaRPr b="1" sz="1500">
              <a:solidFill>
                <a:schemeClr val="dk1"/>
              </a:solidFill>
              <a:highlight>
                <a:srgbClr val="9FC5E8"/>
              </a:highlight>
              <a:latin typeface="Figtree"/>
              <a:ea typeface="Figtree"/>
              <a:cs typeface="Figtree"/>
              <a:sym typeface="Figtree"/>
            </a:endParaRPr>
          </a:p>
          <a:p>
            <a:pPr indent="-323850" lvl="0" marL="914400" rtl="0" algn="l">
              <a:lnSpc>
                <a:spcPct val="100000"/>
              </a:lnSpc>
              <a:spcBef>
                <a:spcPts val="0"/>
              </a:spcBef>
              <a:spcAft>
                <a:spcPts val="0"/>
              </a:spcAft>
              <a:buClr>
                <a:schemeClr val="dk1"/>
              </a:buClr>
              <a:buSzPts val="1500"/>
              <a:buChar char="●"/>
            </a:pPr>
            <a:r>
              <a:rPr b="1" lang="en" sz="1500">
                <a:solidFill>
                  <a:schemeClr val="dk1"/>
                </a:solidFill>
                <a:latin typeface="Figtree"/>
                <a:ea typeface="Figtree"/>
                <a:cs typeface="Figtree"/>
                <a:sym typeface="Figtree"/>
              </a:rPr>
              <a:t>E</a:t>
            </a:r>
            <a:r>
              <a:rPr lang="en" sz="1500">
                <a:solidFill>
                  <a:schemeClr val="dk1"/>
                </a:solidFill>
                <a:latin typeface="Figtree"/>
                <a:ea typeface="Figtree"/>
                <a:cs typeface="Figtree"/>
                <a:sym typeface="Figtree"/>
              </a:rPr>
              <a:t>: Energy in Joules</a:t>
            </a:r>
            <a:endParaRPr sz="1500">
              <a:solidFill>
                <a:schemeClr val="dk1"/>
              </a:solidFill>
              <a:latin typeface="Figtree"/>
              <a:ea typeface="Figtree"/>
              <a:cs typeface="Figtree"/>
              <a:sym typeface="Figtree"/>
            </a:endParaRPr>
          </a:p>
          <a:p>
            <a:pPr indent="-323850" lvl="0" marL="914400" rtl="0" algn="l">
              <a:lnSpc>
                <a:spcPct val="100000"/>
              </a:lnSpc>
              <a:spcBef>
                <a:spcPts val="0"/>
              </a:spcBef>
              <a:spcAft>
                <a:spcPts val="0"/>
              </a:spcAft>
              <a:buClr>
                <a:schemeClr val="dk1"/>
              </a:buClr>
              <a:buSzPts val="1500"/>
              <a:buChar char="●"/>
            </a:pPr>
            <a:r>
              <a:rPr b="1" lang="en" sz="1500">
                <a:solidFill>
                  <a:schemeClr val="dk1"/>
                </a:solidFill>
                <a:latin typeface="Figtree"/>
                <a:ea typeface="Figtree"/>
                <a:cs typeface="Figtree"/>
                <a:sym typeface="Figtree"/>
              </a:rPr>
              <a:t>t</a:t>
            </a:r>
            <a:r>
              <a:rPr lang="en" sz="1500">
                <a:solidFill>
                  <a:schemeClr val="dk1"/>
                </a:solidFill>
                <a:latin typeface="Figtree"/>
                <a:ea typeface="Figtree"/>
                <a:cs typeface="Figtree"/>
                <a:sym typeface="Figtree"/>
              </a:rPr>
              <a:t>: Time in seconds per interval (600 sec = 10 min)</a:t>
            </a:r>
            <a:endParaRPr sz="1500">
              <a:solidFill>
                <a:schemeClr val="dk1"/>
              </a:solidFill>
              <a:latin typeface="Figtree"/>
              <a:ea typeface="Figtree"/>
              <a:cs typeface="Figtree"/>
              <a:sym typeface="Figtree"/>
            </a:endParaRPr>
          </a:p>
          <a:p>
            <a:pPr indent="0" lvl="0" marL="457200" rtl="0" algn="l">
              <a:lnSpc>
                <a:spcPct val="100000"/>
              </a:lnSpc>
              <a:spcBef>
                <a:spcPts val="1200"/>
              </a:spcBef>
              <a:spcAft>
                <a:spcPts val="0"/>
              </a:spcAft>
              <a:buNone/>
            </a:pPr>
            <a:r>
              <a:rPr lang="en" sz="1500">
                <a:solidFill>
                  <a:schemeClr val="dk1"/>
                </a:solidFill>
                <a:latin typeface="Figtree"/>
                <a:ea typeface="Figtree"/>
                <a:cs typeface="Figtree"/>
                <a:sym typeface="Figtree"/>
              </a:rPr>
              <a:t>E.g., E=0.0662W×600s=39.72Joules</a:t>
            </a:r>
            <a:endParaRPr sz="1500">
              <a:solidFill>
                <a:schemeClr val="dk1"/>
              </a:solidFill>
              <a:latin typeface="Figtree"/>
              <a:ea typeface="Figtree"/>
              <a:cs typeface="Figtree"/>
              <a:sym typeface="Figtree"/>
            </a:endParaRPr>
          </a:p>
          <a:p>
            <a:pPr indent="-323850" lvl="0" marL="457200" rtl="0" algn="l">
              <a:lnSpc>
                <a:spcPct val="100000"/>
              </a:lnSpc>
              <a:spcBef>
                <a:spcPts val="1200"/>
              </a:spcBef>
              <a:spcAft>
                <a:spcPts val="0"/>
              </a:spcAft>
              <a:buClr>
                <a:schemeClr val="dk1"/>
              </a:buClr>
              <a:buSzPts val="1500"/>
              <a:buFont typeface="Figtree"/>
              <a:buChar char="❖"/>
            </a:pPr>
            <a:r>
              <a:rPr b="1" lang="en" sz="1500">
                <a:solidFill>
                  <a:schemeClr val="dk1"/>
                </a:solidFill>
                <a:highlight>
                  <a:srgbClr val="9FC5E8"/>
                </a:highlight>
                <a:latin typeface="Figtree"/>
                <a:ea typeface="Figtree"/>
                <a:cs typeface="Figtree"/>
                <a:sym typeface="Figtree"/>
              </a:rPr>
              <a:t>Energy Over Time:</a:t>
            </a:r>
            <a:endParaRPr b="1" sz="1500">
              <a:solidFill>
                <a:schemeClr val="dk1"/>
              </a:solidFill>
              <a:highlight>
                <a:srgbClr val="9FC5E8"/>
              </a:highlight>
              <a:latin typeface="Figtree"/>
              <a:ea typeface="Figtree"/>
              <a:cs typeface="Figtree"/>
              <a:sym typeface="Figtree"/>
            </a:endParaRPr>
          </a:p>
          <a:p>
            <a:pPr indent="0" lvl="0" marL="457200" rtl="0" algn="l">
              <a:lnSpc>
                <a:spcPct val="100000"/>
              </a:lnSpc>
              <a:spcBef>
                <a:spcPts val="1200"/>
              </a:spcBef>
              <a:spcAft>
                <a:spcPts val="1200"/>
              </a:spcAft>
              <a:buNone/>
            </a:pPr>
            <a:r>
              <a:rPr lang="en" sz="1500">
                <a:solidFill>
                  <a:schemeClr val="dk1"/>
                </a:solidFill>
                <a:latin typeface="Figtree"/>
                <a:ea typeface="Figtree"/>
                <a:cs typeface="Figtree"/>
                <a:sym typeface="Figtree"/>
              </a:rPr>
              <a:t>Integration of power over time gives the total energy (in joules).</a:t>
            </a:r>
            <a:endParaRPr sz="1500">
              <a:latin typeface="Figtree"/>
              <a:ea typeface="Figtree"/>
              <a:cs typeface="Figtree"/>
              <a:sym typeface="Figtree"/>
            </a:endParaRPr>
          </a:p>
        </p:txBody>
      </p:sp>
      <p:sp>
        <p:nvSpPr>
          <p:cNvPr id="1290" name="Google Shape;1290;p113"/>
          <p:cNvSpPr txBox="1"/>
          <p:nvPr/>
        </p:nvSpPr>
        <p:spPr>
          <a:xfrm>
            <a:off x="692400" y="3845825"/>
            <a:ext cx="8208600" cy="7965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Clr>
                <a:schemeClr val="dk1"/>
              </a:buClr>
              <a:buSzPts val="1400"/>
              <a:buChar char="❖"/>
            </a:pPr>
            <a:r>
              <a:rPr lang="en" sz="1100">
                <a:solidFill>
                  <a:schemeClr val="dk1"/>
                </a:solidFill>
                <a:highlight>
                  <a:srgbClr val="9FC5E8"/>
                </a:highlight>
              </a:rPr>
              <a:t>Note: </a:t>
            </a:r>
            <a:r>
              <a:rPr lang="en" sz="1100">
                <a:solidFill>
                  <a:schemeClr val="dk1"/>
                </a:solidFill>
              </a:rPr>
              <a:t>In our 3D piezoelectric shoe sole experiment, the current output is extremely low. These tiny currents are too small to be reliably measured with standard multimeters during discharge. Therefore, we can’t directly use </a:t>
            </a:r>
            <a:r>
              <a:rPr b="1" lang="en" sz="1100">
                <a:solidFill>
                  <a:schemeClr val="dk1"/>
                </a:solidFill>
              </a:rPr>
              <a:t>I=V/R (Ohm’s Law) </a:t>
            </a:r>
            <a:r>
              <a:rPr lang="en" sz="1100">
                <a:solidFill>
                  <a:schemeClr val="dk1"/>
                </a:solidFill>
              </a:rPr>
              <a:t>because I (current) is not directly measurable (I: Current (Amps), V: Voltage (Volts), R: Resistance (Ohms)).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294" name="Shape 1294"/>
        <p:cNvGrpSpPr/>
        <p:nvPr/>
      </p:nvGrpSpPr>
      <p:grpSpPr>
        <a:xfrm>
          <a:off x="0" y="0"/>
          <a:ext cx="0" cy="0"/>
          <a:chOff x="0" y="0"/>
          <a:chExt cx="0" cy="0"/>
        </a:xfrm>
      </p:grpSpPr>
      <p:sp>
        <p:nvSpPr>
          <p:cNvPr id="1295" name="Google Shape;1295;p114"/>
          <p:cNvSpPr txBox="1"/>
          <p:nvPr>
            <p:ph type="title"/>
          </p:nvPr>
        </p:nvSpPr>
        <p:spPr>
          <a:xfrm>
            <a:off x="311700" y="0"/>
            <a:ext cx="8520600" cy="208500"/>
          </a:xfrm>
          <a:prstGeom prst="rect">
            <a:avLst/>
          </a:prstGeom>
        </p:spPr>
        <p:txBody>
          <a:bodyPr anchorCtr="0" anchor="b" bIns="0" lIns="0" spcFirstLastPara="1" rIns="0" wrap="square" tIns="0">
            <a:normAutofit/>
          </a:bodyPr>
          <a:lstStyle/>
          <a:p>
            <a:pPr indent="0" lvl="0" marL="0" rtl="0" algn="ctr">
              <a:lnSpc>
                <a:spcPct val="115000"/>
              </a:lnSpc>
              <a:spcBef>
                <a:spcPts val="1800"/>
              </a:spcBef>
              <a:spcAft>
                <a:spcPts val="400"/>
              </a:spcAft>
              <a:buClr>
                <a:schemeClr val="dk1"/>
              </a:buClr>
              <a:buSzPts val="1100"/>
              <a:buFont typeface="Arial"/>
              <a:buNone/>
            </a:pPr>
            <a:r>
              <a:rPr lang="en" sz="1200"/>
              <a:t>Battery Discharge Experiment 1</a:t>
            </a:r>
            <a:endParaRPr sz="1200"/>
          </a:p>
        </p:txBody>
      </p:sp>
      <p:sp>
        <p:nvSpPr>
          <p:cNvPr id="1296" name="Google Shape;1296;p114"/>
          <p:cNvSpPr txBox="1"/>
          <p:nvPr>
            <p:ph idx="1" type="body"/>
          </p:nvPr>
        </p:nvSpPr>
        <p:spPr>
          <a:xfrm>
            <a:off x="311700" y="807650"/>
            <a:ext cx="8520600" cy="37383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t/>
            </a:r>
            <a:endParaRPr sz="1100">
              <a:solidFill>
                <a:schemeClr val="dk1"/>
              </a:solidFill>
            </a:endParaRPr>
          </a:p>
          <a:p>
            <a:pPr indent="0" lvl="0" marL="457200" rtl="0" algn="l">
              <a:lnSpc>
                <a:spcPct val="115000"/>
              </a:lnSpc>
              <a:spcBef>
                <a:spcPts val="1200"/>
              </a:spcBef>
              <a:spcAft>
                <a:spcPts val="0"/>
              </a:spcAft>
              <a:buNone/>
            </a:pPr>
            <a:r>
              <a:t/>
            </a:r>
            <a:endParaRPr sz="1100">
              <a:solidFill>
                <a:schemeClr val="dk1"/>
              </a:solidFill>
            </a:endParaRPr>
          </a:p>
          <a:p>
            <a:pPr indent="0" lvl="0" marL="457200" rtl="0" algn="l">
              <a:lnSpc>
                <a:spcPct val="115000"/>
              </a:lnSpc>
              <a:spcBef>
                <a:spcPts val="1200"/>
              </a:spcBef>
              <a:spcAft>
                <a:spcPts val="1200"/>
              </a:spcAft>
              <a:buNone/>
            </a:pPr>
            <a:r>
              <a:t/>
            </a:r>
            <a:endParaRPr b="1" sz="1100">
              <a:solidFill>
                <a:schemeClr val="dk1"/>
              </a:solidFill>
            </a:endParaRPr>
          </a:p>
        </p:txBody>
      </p:sp>
      <p:graphicFrame>
        <p:nvGraphicFramePr>
          <p:cNvPr id="1297" name="Google Shape;1297;p114"/>
          <p:cNvGraphicFramePr/>
          <p:nvPr/>
        </p:nvGraphicFramePr>
        <p:xfrm>
          <a:off x="525425" y="293000"/>
          <a:ext cx="3000000" cy="3000000"/>
        </p:xfrm>
        <a:graphic>
          <a:graphicData uri="http://schemas.openxmlformats.org/drawingml/2006/table">
            <a:tbl>
              <a:tblPr>
                <a:noFill/>
                <a:tableStyleId>{2135AAD4-9E3E-4005-BA89-E0CD6B19C030}</a:tableStyleId>
              </a:tblPr>
              <a:tblGrid>
                <a:gridCol w="1304875"/>
                <a:gridCol w="945900"/>
                <a:gridCol w="953725"/>
                <a:gridCol w="1230300"/>
                <a:gridCol w="953725"/>
                <a:gridCol w="1382875"/>
                <a:gridCol w="1535475"/>
              </a:tblGrid>
              <a:tr h="212925">
                <a:tc>
                  <a:txBody>
                    <a:bodyPr/>
                    <a:lstStyle/>
                    <a:p>
                      <a:pPr indent="0" lvl="0" marL="0" rtl="0" algn="l">
                        <a:lnSpc>
                          <a:spcPct val="100000"/>
                        </a:lnSpc>
                        <a:spcBef>
                          <a:spcPts val="0"/>
                        </a:spcBef>
                        <a:spcAft>
                          <a:spcPts val="0"/>
                        </a:spcAft>
                        <a:buNone/>
                      </a:pPr>
                      <a:r>
                        <a:t/>
                      </a:r>
                      <a:endParaRPr sz="1000"/>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 sz="1000">
                          <a:latin typeface="Calibri"/>
                          <a:ea typeface="Calibri"/>
                          <a:cs typeface="Calibri"/>
                          <a:sym typeface="Calibri"/>
                        </a:rPr>
                        <a:t>Time (min)</a:t>
                      </a:r>
                      <a:endParaRPr b="1" sz="1000">
                        <a:latin typeface="Calibri"/>
                        <a:ea typeface="Calibri"/>
                        <a:cs typeface="Calibri"/>
                        <a:sym typeface="Calibri"/>
                      </a:endParaRPr>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 sz="1000">
                          <a:latin typeface="Calibri"/>
                          <a:ea typeface="Calibri"/>
                          <a:cs typeface="Calibri"/>
                          <a:sym typeface="Calibri"/>
                        </a:rPr>
                        <a:t>Voltage (V)</a:t>
                      </a:r>
                      <a:endParaRPr b="1" sz="1000">
                        <a:latin typeface="Calibri"/>
                        <a:ea typeface="Calibri"/>
                        <a:cs typeface="Calibri"/>
                        <a:sym typeface="Calibri"/>
                      </a:endParaRPr>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 sz="1000">
                          <a:latin typeface="Calibri"/>
                          <a:ea typeface="Calibri"/>
                          <a:cs typeface="Calibri"/>
                          <a:sym typeface="Calibri"/>
                        </a:rPr>
                        <a:t>Voltage² (V²)</a:t>
                      </a:r>
                      <a:endParaRPr b="1" sz="1000">
                        <a:latin typeface="Calibri"/>
                        <a:ea typeface="Calibri"/>
                        <a:cs typeface="Calibri"/>
                        <a:sym typeface="Calibri"/>
                      </a:endParaRPr>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 sz="1000">
                          <a:latin typeface="Calibri"/>
                          <a:ea typeface="Calibri"/>
                          <a:cs typeface="Calibri"/>
                          <a:sym typeface="Calibri"/>
                        </a:rPr>
                        <a:t>Power (W)</a:t>
                      </a:r>
                      <a:endParaRPr b="1" sz="1000">
                        <a:latin typeface="Calibri"/>
                        <a:ea typeface="Calibri"/>
                        <a:cs typeface="Calibri"/>
                        <a:sym typeface="Calibri"/>
                      </a:endParaRPr>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 sz="1000">
                          <a:latin typeface="Calibri"/>
                          <a:ea typeface="Calibri"/>
                          <a:cs typeface="Calibri"/>
                          <a:sym typeface="Calibri"/>
                        </a:rPr>
                        <a:t>Energy per Interval (J)</a:t>
                      </a:r>
                      <a:endParaRPr b="1" sz="1000">
                        <a:latin typeface="Calibri"/>
                        <a:ea typeface="Calibri"/>
                        <a:cs typeface="Calibri"/>
                        <a:sym typeface="Calibri"/>
                      </a:endParaRPr>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 sz="1000">
                          <a:latin typeface="Calibri"/>
                          <a:ea typeface="Calibri"/>
                          <a:cs typeface="Calibri"/>
                          <a:sym typeface="Calibri"/>
                        </a:rPr>
                        <a:t>Cumulative Energy (J)</a:t>
                      </a:r>
                      <a:endParaRPr b="1" sz="1000">
                        <a:latin typeface="Calibri"/>
                        <a:ea typeface="Calibri"/>
                        <a:cs typeface="Calibri"/>
                        <a:sym typeface="Calibri"/>
                      </a:endParaRPr>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3575">
                <a:tc>
                  <a:txBody>
                    <a:bodyPr/>
                    <a:lstStyle/>
                    <a:p>
                      <a:pPr indent="0" lvl="0" marL="0" rtl="0" algn="l">
                        <a:lnSpc>
                          <a:spcPct val="100000"/>
                        </a:lnSpc>
                        <a:spcBef>
                          <a:spcPts val="0"/>
                        </a:spcBef>
                        <a:spcAft>
                          <a:spcPts val="0"/>
                        </a:spcAft>
                        <a:buNone/>
                      </a:pPr>
                      <a:r>
                        <a:rPr lang="en" sz="1000"/>
                        <a:t>Post-Walk Voltage</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3.823</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14.615329</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0.06643331364</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2925">
                <a:tc>
                  <a:txBody>
                    <a:bodyPr/>
                    <a:lstStyle/>
                    <a:p>
                      <a:pPr indent="0" lvl="0" marL="0" rtl="0" algn="l">
                        <a:lnSpc>
                          <a:spcPct val="100000"/>
                        </a:lnSpc>
                        <a:spcBef>
                          <a:spcPts val="0"/>
                        </a:spcBef>
                        <a:spcAft>
                          <a:spcPts val="0"/>
                        </a:spcAft>
                        <a:buNone/>
                      </a:pPr>
                      <a:r>
                        <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10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3.82</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14.5924</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0.06632909091</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39.79745</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39.79745</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2925">
                <a:tc>
                  <a:txBody>
                    <a:bodyPr/>
                    <a:lstStyle/>
                    <a:p>
                      <a:pPr indent="0" lvl="0" marL="0" rtl="0" algn="l">
                        <a:lnSpc>
                          <a:spcPct val="100000"/>
                        </a:lnSpc>
                        <a:spcBef>
                          <a:spcPts val="0"/>
                        </a:spcBef>
                        <a:spcAft>
                          <a:spcPts val="0"/>
                        </a:spcAft>
                        <a:buNone/>
                      </a:pPr>
                      <a:r>
                        <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20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3.821</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14.600041</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0.06636382273</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39.81829</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79.61574</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2925">
                <a:tc>
                  <a:txBody>
                    <a:bodyPr/>
                    <a:lstStyle/>
                    <a:p>
                      <a:pPr indent="0" lvl="0" marL="0" rtl="0" algn="l">
                        <a:lnSpc>
                          <a:spcPct val="100000"/>
                        </a:lnSpc>
                        <a:spcBef>
                          <a:spcPts val="0"/>
                        </a:spcBef>
                        <a:spcAft>
                          <a:spcPts val="0"/>
                        </a:spcAft>
                        <a:buNone/>
                      </a:pPr>
                      <a:r>
                        <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30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t>3.822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14.607684</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0.06639856364</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39.83914</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119.45488</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2925">
                <a:tc>
                  <a:txBody>
                    <a:bodyPr/>
                    <a:lstStyle/>
                    <a:p>
                      <a:pPr indent="0" lvl="0" marL="0" rtl="0" algn="l">
                        <a:lnSpc>
                          <a:spcPct val="100000"/>
                        </a:lnSpc>
                        <a:spcBef>
                          <a:spcPts val="0"/>
                        </a:spcBef>
                        <a:spcAft>
                          <a:spcPts val="0"/>
                        </a:spcAft>
                        <a:buNone/>
                      </a:pPr>
                      <a:r>
                        <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40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t>3.822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14.607684</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0.06639856364</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39.83914</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159.29402</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2925">
                <a:tc>
                  <a:txBody>
                    <a:bodyPr/>
                    <a:lstStyle/>
                    <a:p>
                      <a:pPr indent="0" lvl="0" marL="0" rtl="0" algn="l">
                        <a:lnSpc>
                          <a:spcPct val="100000"/>
                        </a:lnSpc>
                        <a:spcBef>
                          <a:spcPts val="0"/>
                        </a:spcBef>
                        <a:spcAft>
                          <a:spcPts val="0"/>
                        </a:spcAft>
                        <a:buNone/>
                      </a:pPr>
                      <a:r>
                        <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50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t>3.822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14.607684</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0.06639856364</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39.83914</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199.13316</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2925">
                <a:tc>
                  <a:txBody>
                    <a:bodyPr/>
                    <a:lstStyle/>
                    <a:p>
                      <a:pPr indent="0" lvl="0" marL="0" rtl="0" algn="l">
                        <a:lnSpc>
                          <a:spcPct val="100000"/>
                        </a:lnSpc>
                        <a:spcBef>
                          <a:spcPts val="0"/>
                        </a:spcBef>
                        <a:spcAft>
                          <a:spcPts val="0"/>
                        </a:spcAft>
                        <a:buNone/>
                      </a:pPr>
                      <a:r>
                        <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60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t>3.819</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14.584761</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0.06629436818</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39.77662</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238.90978</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2925">
                <a:tc>
                  <a:txBody>
                    <a:bodyPr/>
                    <a:lstStyle/>
                    <a:p>
                      <a:pPr indent="0" lvl="0" marL="0" rtl="0" algn="l">
                        <a:lnSpc>
                          <a:spcPct val="100000"/>
                        </a:lnSpc>
                        <a:spcBef>
                          <a:spcPts val="0"/>
                        </a:spcBef>
                        <a:spcAft>
                          <a:spcPts val="0"/>
                        </a:spcAft>
                        <a:buNone/>
                      </a:pPr>
                      <a:r>
                        <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70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t>3.82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14.5924</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0.06632909091</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39.79745</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278.70723</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2925">
                <a:tc>
                  <a:txBody>
                    <a:bodyPr/>
                    <a:lstStyle/>
                    <a:p>
                      <a:pPr indent="0" lvl="0" marL="0" rtl="0" algn="l">
                        <a:lnSpc>
                          <a:spcPct val="100000"/>
                        </a:lnSpc>
                        <a:spcBef>
                          <a:spcPts val="0"/>
                        </a:spcBef>
                        <a:spcAft>
                          <a:spcPts val="0"/>
                        </a:spcAft>
                        <a:buNone/>
                      </a:pPr>
                      <a:r>
                        <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80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t>3.819</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14.584761</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0.06629436818</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39.77662</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318.48385</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2925">
                <a:tc>
                  <a:txBody>
                    <a:bodyPr/>
                    <a:lstStyle/>
                    <a:p>
                      <a:pPr indent="0" lvl="0" marL="0" rtl="0" algn="l">
                        <a:lnSpc>
                          <a:spcPct val="100000"/>
                        </a:lnSpc>
                        <a:spcBef>
                          <a:spcPts val="0"/>
                        </a:spcBef>
                        <a:spcAft>
                          <a:spcPts val="0"/>
                        </a:spcAft>
                        <a:buNone/>
                      </a:pPr>
                      <a:r>
                        <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90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t>3.818</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14.577124</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0.06625965455</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39.75579</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358.23964</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2925">
                <a:tc>
                  <a:txBody>
                    <a:bodyPr/>
                    <a:lstStyle/>
                    <a:p>
                      <a:pPr indent="0" lvl="0" marL="0" rtl="0" algn="l">
                        <a:lnSpc>
                          <a:spcPct val="100000"/>
                        </a:lnSpc>
                        <a:spcBef>
                          <a:spcPts val="0"/>
                        </a:spcBef>
                        <a:spcAft>
                          <a:spcPts val="0"/>
                        </a:spcAft>
                        <a:buNone/>
                      </a:pPr>
                      <a:r>
                        <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100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t>3.818</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14.577124</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0.06625965455</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39.75579</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397.99543</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2925">
                <a:tc>
                  <a:txBody>
                    <a:bodyPr/>
                    <a:lstStyle/>
                    <a:p>
                      <a:pPr indent="0" lvl="0" marL="0" rtl="0" algn="l">
                        <a:lnSpc>
                          <a:spcPct val="100000"/>
                        </a:lnSpc>
                        <a:spcBef>
                          <a:spcPts val="0"/>
                        </a:spcBef>
                        <a:spcAft>
                          <a:spcPts val="0"/>
                        </a:spcAft>
                        <a:buNone/>
                      </a:pPr>
                      <a:r>
                        <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110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t>3.817</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14.569489</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0.06622495</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39.73497</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437.7304</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2925">
                <a:tc>
                  <a:txBody>
                    <a:bodyPr/>
                    <a:lstStyle/>
                    <a:p>
                      <a:pPr indent="0" lvl="0" marL="0" rtl="0" algn="l">
                        <a:lnSpc>
                          <a:spcPct val="100000"/>
                        </a:lnSpc>
                        <a:spcBef>
                          <a:spcPts val="0"/>
                        </a:spcBef>
                        <a:spcAft>
                          <a:spcPts val="0"/>
                        </a:spcAft>
                        <a:buNone/>
                      </a:pPr>
                      <a:r>
                        <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120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t>3.816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14.561856</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0.06619025455</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39.71415</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477.44455</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2925">
                <a:tc>
                  <a:txBody>
                    <a:bodyPr/>
                    <a:lstStyle/>
                    <a:p>
                      <a:pPr indent="0" lvl="0" marL="0" rtl="0" algn="l">
                        <a:lnSpc>
                          <a:spcPct val="100000"/>
                        </a:lnSpc>
                        <a:spcBef>
                          <a:spcPts val="0"/>
                        </a:spcBef>
                        <a:spcAft>
                          <a:spcPts val="0"/>
                        </a:spcAft>
                        <a:buNone/>
                      </a:pPr>
                      <a:r>
                        <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130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t>3.815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14.554225</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0.06615556818</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39.69334</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517.13789</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2925">
                <a:tc>
                  <a:txBody>
                    <a:bodyPr/>
                    <a:lstStyle/>
                    <a:p>
                      <a:pPr indent="0" lvl="0" marL="0" rtl="0" algn="l">
                        <a:lnSpc>
                          <a:spcPct val="100000"/>
                        </a:lnSpc>
                        <a:spcBef>
                          <a:spcPts val="0"/>
                        </a:spcBef>
                        <a:spcAft>
                          <a:spcPts val="0"/>
                        </a:spcAft>
                        <a:buNone/>
                      </a:pPr>
                      <a:r>
                        <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140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t>3.814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14.546596</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0.06612089091</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39.67253</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556.81042</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2925">
                <a:tc>
                  <a:txBody>
                    <a:bodyPr/>
                    <a:lstStyle/>
                    <a:p>
                      <a:pPr indent="0" lvl="0" marL="0" rtl="0" algn="l">
                        <a:lnSpc>
                          <a:spcPct val="100000"/>
                        </a:lnSpc>
                        <a:spcBef>
                          <a:spcPts val="0"/>
                        </a:spcBef>
                        <a:spcAft>
                          <a:spcPts val="0"/>
                        </a:spcAft>
                        <a:buNone/>
                      </a:pPr>
                      <a:r>
                        <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150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t>3.811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14.523721</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0.06601691364</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39.61015</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596.42057</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2925">
                <a:tc>
                  <a:txBody>
                    <a:bodyPr/>
                    <a:lstStyle/>
                    <a:p>
                      <a:pPr indent="0" lvl="0" marL="0" rtl="0" algn="l">
                        <a:lnSpc>
                          <a:spcPct val="100000"/>
                        </a:lnSpc>
                        <a:spcBef>
                          <a:spcPts val="0"/>
                        </a:spcBef>
                        <a:spcAft>
                          <a:spcPts val="0"/>
                        </a:spcAft>
                        <a:buNone/>
                      </a:pPr>
                      <a:r>
                        <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160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t>3.812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14.531344</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0.06605156364</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39.63094</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636.05151</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2925">
                <a:tc>
                  <a:txBody>
                    <a:bodyPr/>
                    <a:lstStyle/>
                    <a:p>
                      <a:pPr indent="0" lvl="0" marL="0" rtl="0" algn="l">
                        <a:lnSpc>
                          <a:spcPct val="100000"/>
                        </a:lnSpc>
                        <a:spcBef>
                          <a:spcPts val="0"/>
                        </a:spcBef>
                        <a:spcAft>
                          <a:spcPts val="0"/>
                        </a:spcAft>
                        <a:buNone/>
                      </a:pPr>
                      <a:r>
                        <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170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t>3.811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14.523721</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0.06601691364</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39.61015</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675.66166</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3575">
                <a:tc>
                  <a:txBody>
                    <a:bodyPr/>
                    <a:lstStyle/>
                    <a:p>
                      <a:pPr indent="0" lvl="0" marL="0" rtl="0" algn="l">
                        <a:lnSpc>
                          <a:spcPct val="100000"/>
                        </a:lnSpc>
                        <a:spcBef>
                          <a:spcPts val="0"/>
                        </a:spcBef>
                        <a:spcAft>
                          <a:spcPts val="0"/>
                        </a:spcAft>
                        <a:buNone/>
                      </a:pPr>
                      <a:r>
                        <a:rPr lang="en" sz="1000"/>
                        <a:t>Initial Battery Voltage</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180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t>3.81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14.5161</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0.06598227273</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39.58936</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00000"/>
                        </a:lnSpc>
                        <a:spcBef>
                          <a:spcPts val="0"/>
                        </a:spcBef>
                        <a:spcAft>
                          <a:spcPts val="0"/>
                        </a:spcAft>
                        <a:buNone/>
                      </a:pPr>
                      <a:r>
                        <a:rPr lang="en" sz="1000">
                          <a:latin typeface="Calibri"/>
                          <a:ea typeface="Calibri"/>
                          <a:cs typeface="Calibri"/>
                          <a:sym typeface="Calibri"/>
                        </a:rPr>
                        <a:t>715.25102</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12925">
                <a:tc>
                  <a:txBody>
                    <a:bodyPr/>
                    <a:lstStyle/>
                    <a:p>
                      <a:pPr indent="0" lvl="0" marL="0" rtl="0" algn="l">
                        <a:spcBef>
                          <a:spcPts val="0"/>
                        </a:spcBef>
                        <a:spcAft>
                          <a:spcPts val="0"/>
                        </a:spcAft>
                        <a:buNone/>
                      </a:pPr>
                      <a:r>
                        <a:t/>
                      </a:r>
                      <a:endParaRPr sz="1000"/>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rPr b="1" lang="en" sz="1100"/>
                        <a:t>voltage drop</a:t>
                      </a:r>
                      <a:endParaRPr b="1" sz="1100"/>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rPr b="1" lang="en" sz="1000"/>
                        <a:t>battery energy</a:t>
                      </a:r>
                      <a:endParaRPr b="1" sz="1000"/>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rPr b="1" lang="en" sz="1000"/>
                        <a:t>energy drop</a:t>
                      </a:r>
                      <a:endParaRPr b="1" sz="1000"/>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t/>
                      </a:r>
                      <a:endParaRPr sz="1000"/>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t/>
                      </a:r>
                      <a:endParaRPr sz="1000"/>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t/>
                      </a:r>
                      <a:endParaRPr sz="1000"/>
                    </a:p>
                  </a:txBody>
                  <a:tcPr marT="19050" marB="19050" marR="28575" marL="28575" anchor="b">
                    <a:lnT cap="flat" cmpd="sng" w="9525">
                      <a:solidFill>
                        <a:srgbClr val="000000"/>
                      </a:solidFill>
                      <a:prstDash val="solid"/>
                      <a:round/>
                      <a:headEnd len="sm" w="sm" type="none"/>
                      <a:tailEnd len="sm" w="sm" type="none"/>
                    </a:lnT>
                  </a:tcPr>
                </a:tc>
              </a:tr>
              <a:tr h="212925">
                <a:tc>
                  <a:txBody>
                    <a:bodyPr/>
                    <a:lstStyle/>
                    <a:p>
                      <a:pPr indent="0" lvl="0" marL="0" rtl="0" algn="l">
                        <a:spcBef>
                          <a:spcPts val="0"/>
                        </a:spcBef>
                        <a:spcAft>
                          <a:spcPts val="0"/>
                        </a:spcAft>
                        <a:buNone/>
                      </a:pPr>
                      <a:r>
                        <a:t/>
                      </a:r>
                      <a:endParaRPr sz="1000"/>
                    </a:p>
                  </a:txBody>
                  <a:tcPr marT="19050" marB="19050" marR="28575" marL="28575" anchor="b"/>
                </a:tc>
                <a:tc>
                  <a:txBody>
                    <a:bodyPr/>
                    <a:lstStyle/>
                    <a:p>
                      <a:pPr indent="0" lvl="0" marL="0" rtl="0" algn="l">
                        <a:lnSpc>
                          <a:spcPct val="115000"/>
                        </a:lnSpc>
                        <a:spcBef>
                          <a:spcPts val="0"/>
                        </a:spcBef>
                        <a:spcAft>
                          <a:spcPts val="0"/>
                        </a:spcAft>
                        <a:buNone/>
                      </a:pPr>
                      <a:r>
                        <a:rPr lang="en" sz="1000"/>
                        <a:t>0.34%</a:t>
                      </a:r>
                      <a:endParaRPr sz="1000"/>
                    </a:p>
                  </a:txBody>
                  <a:tcPr marT="19050" marB="19050" marR="28575" marL="28575" anchor="b"/>
                </a:tc>
                <a:tc>
                  <a:txBody>
                    <a:bodyPr/>
                    <a:lstStyle/>
                    <a:p>
                      <a:pPr indent="0" lvl="0" marL="0" rtl="0" algn="l">
                        <a:lnSpc>
                          <a:spcPct val="115000"/>
                        </a:lnSpc>
                        <a:spcBef>
                          <a:spcPts val="0"/>
                        </a:spcBef>
                        <a:spcAft>
                          <a:spcPts val="0"/>
                        </a:spcAft>
                        <a:buNone/>
                      </a:pPr>
                      <a:r>
                        <a:rPr lang="en" sz="1000"/>
                        <a:t>26640</a:t>
                      </a:r>
                      <a:endParaRPr sz="1000"/>
                    </a:p>
                  </a:txBody>
                  <a:tcPr marT="19050" marB="19050" marR="28575" marL="28575" anchor="b"/>
                </a:tc>
                <a:tc>
                  <a:txBody>
                    <a:bodyPr/>
                    <a:lstStyle/>
                    <a:p>
                      <a:pPr indent="0" lvl="0" marL="0" rtl="0" algn="l">
                        <a:lnSpc>
                          <a:spcPct val="115000"/>
                        </a:lnSpc>
                        <a:spcBef>
                          <a:spcPts val="0"/>
                        </a:spcBef>
                        <a:spcAft>
                          <a:spcPts val="0"/>
                        </a:spcAft>
                        <a:buNone/>
                      </a:pPr>
                      <a:r>
                        <a:rPr lang="en" sz="1000"/>
                        <a:t>2.68%</a:t>
                      </a:r>
                      <a:endParaRPr sz="1000"/>
                    </a:p>
                  </a:txBody>
                  <a:tcPr marT="19050" marB="19050" marR="28575" marL="28575" anchor="b"/>
                </a:tc>
                <a:tc>
                  <a:txBody>
                    <a:bodyPr/>
                    <a:lstStyle/>
                    <a:p>
                      <a:pPr indent="0" lvl="0" marL="0" rtl="0" algn="l">
                        <a:spcBef>
                          <a:spcPts val="0"/>
                        </a:spcBef>
                        <a:spcAft>
                          <a:spcPts val="0"/>
                        </a:spcAft>
                        <a:buNone/>
                      </a:pPr>
                      <a:r>
                        <a:t/>
                      </a:r>
                      <a:endParaRPr sz="1000"/>
                    </a:p>
                  </a:txBody>
                  <a:tcPr marT="19050" marB="19050" marR="28575" marL="28575" anchor="b"/>
                </a:tc>
                <a:tc>
                  <a:txBody>
                    <a:bodyPr/>
                    <a:lstStyle/>
                    <a:p>
                      <a:pPr indent="0" lvl="0" marL="0" rtl="0" algn="l">
                        <a:spcBef>
                          <a:spcPts val="0"/>
                        </a:spcBef>
                        <a:spcAft>
                          <a:spcPts val="0"/>
                        </a:spcAft>
                        <a:buNone/>
                      </a:pPr>
                      <a:r>
                        <a:t/>
                      </a:r>
                      <a:endParaRPr sz="1000"/>
                    </a:p>
                  </a:txBody>
                  <a:tcPr marT="19050" marB="19050" marR="28575" marL="28575" anchor="b"/>
                </a:tc>
                <a:tc>
                  <a:txBody>
                    <a:bodyPr/>
                    <a:lstStyle/>
                    <a:p>
                      <a:pPr indent="0" lvl="0" marL="0" rtl="0" algn="l">
                        <a:spcBef>
                          <a:spcPts val="0"/>
                        </a:spcBef>
                        <a:spcAft>
                          <a:spcPts val="0"/>
                        </a:spcAft>
                        <a:buNone/>
                      </a:pPr>
                      <a:r>
                        <a:t/>
                      </a:r>
                      <a:endParaRPr sz="1000"/>
                    </a:p>
                  </a:txBody>
                  <a:tcPr marT="19050" marB="19050" marR="28575" marL="28575" anchor="b"/>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301" name="Shape 1301"/>
        <p:cNvGrpSpPr/>
        <p:nvPr/>
      </p:nvGrpSpPr>
      <p:grpSpPr>
        <a:xfrm>
          <a:off x="0" y="0"/>
          <a:ext cx="0" cy="0"/>
          <a:chOff x="0" y="0"/>
          <a:chExt cx="0" cy="0"/>
        </a:xfrm>
      </p:grpSpPr>
      <p:sp>
        <p:nvSpPr>
          <p:cNvPr id="1302" name="Google Shape;1302;p115"/>
          <p:cNvSpPr txBox="1"/>
          <p:nvPr>
            <p:ph type="title"/>
          </p:nvPr>
        </p:nvSpPr>
        <p:spPr>
          <a:xfrm>
            <a:off x="311700" y="0"/>
            <a:ext cx="8520600" cy="399900"/>
          </a:xfrm>
          <a:prstGeom prst="rect">
            <a:avLst/>
          </a:prstGeom>
        </p:spPr>
        <p:txBody>
          <a:bodyPr anchorCtr="0" anchor="b" bIns="0" lIns="0" spcFirstLastPara="1" rIns="0" wrap="square" tIns="0">
            <a:noAutofit/>
          </a:bodyPr>
          <a:lstStyle/>
          <a:p>
            <a:pPr indent="0" lvl="0" marL="0" rtl="0" algn="ctr">
              <a:lnSpc>
                <a:spcPct val="115000"/>
              </a:lnSpc>
              <a:spcBef>
                <a:spcPts val="1200"/>
              </a:spcBef>
              <a:spcAft>
                <a:spcPts val="1200"/>
              </a:spcAft>
              <a:buClr>
                <a:schemeClr val="dk1"/>
              </a:buClr>
              <a:buSzPts val="1100"/>
              <a:buFont typeface="Arial"/>
              <a:buNone/>
            </a:pPr>
            <a:r>
              <a:rPr lang="en" sz="1800"/>
              <a:t>Battery Discharge Test 1: Voltage &amp; Cumulative Energy vs. Time</a:t>
            </a:r>
            <a:endParaRPr sz="1800"/>
          </a:p>
        </p:txBody>
      </p:sp>
      <p:sp>
        <p:nvSpPr>
          <p:cNvPr id="1303" name="Google Shape;1303;p115"/>
          <p:cNvSpPr txBox="1"/>
          <p:nvPr>
            <p:ph idx="1" type="body"/>
          </p:nvPr>
        </p:nvSpPr>
        <p:spPr>
          <a:xfrm>
            <a:off x="526525" y="1198900"/>
            <a:ext cx="4199700" cy="3754500"/>
          </a:xfrm>
          <a:prstGeom prst="rect">
            <a:avLst/>
          </a:prstGeom>
        </p:spPr>
        <p:txBody>
          <a:bodyPr anchorCtr="0" anchor="ctr" bIns="91425" lIns="91425" spcFirstLastPara="1" rIns="91425" wrap="square" tIns="91425">
            <a:noAutofit/>
          </a:bodyPr>
          <a:lstStyle/>
          <a:p>
            <a:pPr indent="0" lvl="0" marL="0" rtl="0" algn="l">
              <a:lnSpc>
                <a:spcPct val="150000"/>
              </a:lnSpc>
              <a:spcBef>
                <a:spcPts val="1200"/>
              </a:spcBef>
              <a:spcAft>
                <a:spcPts val="0"/>
              </a:spcAft>
              <a:buNone/>
            </a:pPr>
            <a:r>
              <a:t/>
            </a:r>
            <a:endParaRPr b="1" sz="1100">
              <a:solidFill>
                <a:schemeClr val="dk1"/>
              </a:solidFill>
            </a:endParaRPr>
          </a:p>
          <a:p>
            <a:pPr indent="0" lvl="0" marL="0" rtl="0" algn="l">
              <a:lnSpc>
                <a:spcPct val="150000"/>
              </a:lnSpc>
              <a:spcBef>
                <a:spcPts val="1200"/>
              </a:spcBef>
              <a:spcAft>
                <a:spcPts val="0"/>
              </a:spcAft>
              <a:buNone/>
            </a:pPr>
            <a:r>
              <a:t/>
            </a:r>
            <a:endParaRPr sz="1200">
              <a:solidFill>
                <a:schemeClr val="dk1"/>
              </a:solidFill>
            </a:endParaRPr>
          </a:p>
          <a:p>
            <a:pPr indent="0" lvl="0" marL="457200" rtl="0" algn="l">
              <a:lnSpc>
                <a:spcPct val="115000"/>
              </a:lnSpc>
              <a:spcBef>
                <a:spcPts val="1200"/>
              </a:spcBef>
              <a:spcAft>
                <a:spcPts val="0"/>
              </a:spcAft>
              <a:buNone/>
            </a:pPr>
            <a:r>
              <a:t/>
            </a:r>
            <a:endParaRPr sz="1100">
              <a:solidFill>
                <a:schemeClr val="dk1"/>
              </a:solidFill>
            </a:endParaRPr>
          </a:p>
          <a:p>
            <a:pPr indent="0" lvl="0" marL="457200" rtl="0" algn="l">
              <a:lnSpc>
                <a:spcPct val="115000"/>
              </a:lnSpc>
              <a:spcBef>
                <a:spcPts val="1200"/>
              </a:spcBef>
              <a:spcAft>
                <a:spcPts val="1200"/>
              </a:spcAft>
              <a:buNone/>
            </a:pPr>
            <a:r>
              <a:t/>
            </a:r>
            <a:endParaRPr b="1" sz="1100">
              <a:solidFill>
                <a:schemeClr val="dk1"/>
              </a:solidFill>
            </a:endParaRPr>
          </a:p>
        </p:txBody>
      </p:sp>
      <p:pic>
        <p:nvPicPr>
          <p:cNvPr id="1304" name="Google Shape;1304;p115"/>
          <p:cNvPicPr preferRelativeResize="0"/>
          <p:nvPr/>
        </p:nvPicPr>
        <p:blipFill>
          <a:blip r:embed="rId3">
            <a:alphaModFix/>
          </a:blip>
          <a:stretch>
            <a:fillRect/>
          </a:stretch>
        </p:blipFill>
        <p:spPr>
          <a:xfrm>
            <a:off x="411800" y="439025"/>
            <a:ext cx="8214823" cy="458005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308" name="Shape 1308"/>
        <p:cNvGrpSpPr/>
        <p:nvPr/>
      </p:nvGrpSpPr>
      <p:grpSpPr>
        <a:xfrm>
          <a:off x="0" y="0"/>
          <a:ext cx="0" cy="0"/>
          <a:chOff x="0" y="0"/>
          <a:chExt cx="0" cy="0"/>
        </a:xfrm>
      </p:grpSpPr>
      <p:sp>
        <p:nvSpPr>
          <p:cNvPr id="1309" name="Google Shape;1309;p116"/>
          <p:cNvSpPr txBox="1"/>
          <p:nvPr>
            <p:ph type="title"/>
          </p:nvPr>
        </p:nvSpPr>
        <p:spPr>
          <a:xfrm>
            <a:off x="311700" y="0"/>
            <a:ext cx="8520600" cy="399900"/>
          </a:xfrm>
          <a:prstGeom prst="rect">
            <a:avLst/>
          </a:prstGeom>
        </p:spPr>
        <p:txBody>
          <a:bodyPr anchorCtr="0" anchor="b" bIns="0" lIns="0" spcFirstLastPara="1" rIns="0" wrap="square" tIns="0">
            <a:noAutofit/>
          </a:bodyPr>
          <a:lstStyle/>
          <a:p>
            <a:pPr indent="0" lvl="0" marL="0" rtl="0" algn="ctr">
              <a:lnSpc>
                <a:spcPct val="115000"/>
              </a:lnSpc>
              <a:spcBef>
                <a:spcPts val="1200"/>
              </a:spcBef>
              <a:spcAft>
                <a:spcPts val="1200"/>
              </a:spcAft>
              <a:buClr>
                <a:schemeClr val="dk1"/>
              </a:buClr>
              <a:buSzPts val="1100"/>
              <a:buFont typeface="Arial"/>
              <a:buNone/>
            </a:pPr>
            <a:r>
              <a:rPr lang="en" sz="1800"/>
              <a:t>Battery Discharge Test 1: Voltage vs. Cumulative Energy</a:t>
            </a:r>
            <a:endParaRPr sz="1800"/>
          </a:p>
        </p:txBody>
      </p:sp>
      <p:sp>
        <p:nvSpPr>
          <p:cNvPr id="1310" name="Google Shape;1310;p116"/>
          <p:cNvSpPr txBox="1"/>
          <p:nvPr>
            <p:ph idx="1" type="body"/>
          </p:nvPr>
        </p:nvSpPr>
        <p:spPr>
          <a:xfrm>
            <a:off x="526525" y="1198900"/>
            <a:ext cx="4199700" cy="3754500"/>
          </a:xfrm>
          <a:prstGeom prst="rect">
            <a:avLst/>
          </a:prstGeom>
        </p:spPr>
        <p:txBody>
          <a:bodyPr anchorCtr="0" anchor="ctr" bIns="91425" lIns="91425" spcFirstLastPara="1" rIns="91425" wrap="square" tIns="91425">
            <a:noAutofit/>
          </a:bodyPr>
          <a:lstStyle/>
          <a:p>
            <a:pPr indent="0" lvl="0" marL="0" rtl="0" algn="l">
              <a:lnSpc>
                <a:spcPct val="150000"/>
              </a:lnSpc>
              <a:spcBef>
                <a:spcPts val="1200"/>
              </a:spcBef>
              <a:spcAft>
                <a:spcPts val="0"/>
              </a:spcAft>
              <a:buNone/>
            </a:pPr>
            <a:r>
              <a:t/>
            </a:r>
            <a:endParaRPr b="1" sz="1100">
              <a:solidFill>
                <a:schemeClr val="dk1"/>
              </a:solidFill>
            </a:endParaRPr>
          </a:p>
          <a:p>
            <a:pPr indent="0" lvl="0" marL="0" rtl="0" algn="l">
              <a:lnSpc>
                <a:spcPct val="150000"/>
              </a:lnSpc>
              <a:spcBef>
                <a:spcPts val="1200"/>
              </a:spcBef>
              <a:spcAft>
                <a:spcPts val="0"/>
              </a:spcAft>
              <a:buNone/>
            </a:pPr>
            <a:r>
              <a:t/>
            </a:r>
            <a:endParaRPr sz="1200">
              <a:solidFill>
                <a:schemeClr val="dk1"/>
              </a:solidFill>
            </a:endParaRPr>
          </a:p>
          <a:p>
            <a:pPr indent="0" lvl="0" marL="457200" rtl="0" algn="l">
              <a:lnSpc>
                <a:spcPct val="115000"/>
              </a:lnSpc>
              <a:spcBef>
                <a:spcPts val="1200"/>
              </a:spcBef>
              <a:spcAft>
                <a:spcPts val="0"/>
              </a:spcAft>
              <a:buNone/>
            </a:pPr>
            <a:r>
              <a:t/>
            </a:r>
            <a:endParaRPr sz="1100">
              <a:solidFill>
                <a:schemeClr val="dk1"/>
              </a:solidFill>
            </a:endParaRPr>
          </a:p>
          <a:p>
            <a:pPr indent="0" lvl="0" marL="457200" rtl="0" algn="l">
              <a:lnSpc>
                <a:spcPct val="115000"/>
              </a:lnSpc>
              <a:spcBef>
                <a:spcPts val="1200"/>
              </a:spcBef>
              <a:spcAft>
                <a:spcPts val="1200"/>
              </a:spcAft>
              <a:buNone/>
            </a:pPr>
            <a:r>
              <a:t/>
            </a:r>
            <a:endParaRPr b="1" sz="1100">
              <a:solidFill>
                <a:schemeClr val="dk1"/>
              </a:solidFill>
            </a:endParaRPr>
          </a:p>
        </p:txBody>
      </p:sp>
      <p:pic>
        <p:nvPicPr>
          <p:cNvPr id="1311" name="Google Shape;1311;p116"/>
          <p:cNvPicPr preferRelativeResize="0"/>
          <p:nvPr/>
        </p:nvPicPr>
        <p:blipFill>
          <a:blip r:embed="rId3">
            <a:alphaModFix/>
          </a:blip>
          <a:stretch>
            <a:fillRect/>
          </a:stretch>
        </p:blipFill>
        <p:spPr>
          <a:xfrm>
            <a:off x="467471" y="552300"/>
            <a:ext cx="8209053" cy="459119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315" name="Shape 1315"/>
        <p:cNvGrpSpPr/>
        <p:nvPr/>
      </p:nvGrpSpPr>
      <p:grpSpPr>
        <a:xfrm>
          <a:off x="0" y="0"/>
          <a:ext cx="0" cy="0"/>
          <a:chOff x="0" y="0"/>
          <a:chExt cx="0" cy="0"/>
        </a:xfrm>
      </p:grpSpPr>
      <p:sp>
        <p:nvSpPr>
          <p:cNvPr id="1316" name="Google Shape;1316;p117"/>
          <p:cNvSpPr txBox="1"/>
          <p:nvPr>
            <p:ph type="title"/>
          </p:nvPr>
        </p:nvSpPr>
        <p:spPr>
          <a:xfrm>
            <a:off x="274875" y="111900"/>
            <a:ext cx="8520600" cy="233100"/>
          </a:xfrm>
          <a:prstGeom prst="rect">
            <a:avLst/>
          </a:prstGeom>
        </p:spPr>
        <p:txBody>
          <a:bodyPr anchorCtr="0" anchor="b" bIns="0" lIns="0" spcFirstLastPara="1" rIns="0" wrap="square" tIns="0">
            <a:normAutofit/>
          </a:bodyPr>
          <a:lstStyle/>
          <a:p>
            <a:pPr indent="0" lvl="0" marL="0" rtl="0" algn="ctr">
              <a:lnSpc>
                <a:spcPct val="115000"/>
              </a:lnSpc>
              <a:spcBef>
                <a:spcPts val="1800"/>
              </a:spcBef>
              <a:spcAft>
                <a:spcPts val="400"/>
              </a:spcAft>
              <a:buClr>
                <a:schemeClr val="dk1"/>
              </a:buClr>
              <a:buSzPts val="1100"/>
              <a:buFont typeface="Arial"/>
              <a:buNone/>
            </a:pPr>
            <a:r>
              <a:rPr lang="en" sz="1200"/>
              <a:t>Battery Discharge Experiment 2</a:t>
            </a:r>
            <a:endParaRPr sz="1800"/>
          </a:p>
        </p:txBody>
      </p:sp>
      <p:sp>
        <p:nvSpPr>
          <p:cNvPr id="1317" name="Google Shape;1317;p117"/>
          <p:cNvSpPr txBox="1"/>
          <p:nvPr>
            <p:ph idx="1" type="body"/>
          </p:nvPr>
        </p:nvSpPr>
        <p:spPr>
          <a:xfrm>
            <a:off x="152400" y="111900"/>
            <a:ext cx="8822400" cy="4935900"/>
          </a:xfrm>
          <a:prstGeom prst="rect">
            <a:avLst/>
          </a:prstGeom>
        </p:spPr>
        <p:txBody>
          <a:bodyPr anchorCtr="0" anchor="t" bIns="91425" lIns="91425" spcFirstLastPara="1" rIns="91425" wrap="square" tIns="91425">
            <a:noAutofit/>
          </a:bodyPr>
          <a:lstStyle/>
          <a:p>
            <a:pPr indent="-298450" lvl="1" marL="914400" rtl="0" algn="l">
              <a:lnSpc>
                <a:spcPct val="115000"/>
              </a:lnSpc>
              <a:spcBef>
                <a:spcPts val="1200"/>
              </a:spcBef>
              <a:spcAft>
                <a:spcPts val="0"/>
              </a:spcAft>
              <a:buClr>
                <a:schemeClr val="dk1"/>
              </a:buClr>
              <a:buSzPts val="1100"/>
              <a:buChar char="○"/>
            </a:pPr>
            <a:r>
              <a:t/>
            </a:r>
            <a:endParaRPr sz="1100">
              <a:solidFill>
                <a:schemeClr val="dk1"/>
              </a:solidFill>
            </a:endParaRPr>
          </a:p>
          <a:p>
            <a:pPr indent="0" lvl="0" marL="91440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400"/>
              </a:spcBef>
              <a:spcAft>
                <a:spcPts val="0"/>
              </a:spcAft>
              <a:buNone/>
            </a:pPr>
            <a:r>
              <a:t/>
            </a:r>
            <a:endParaRPr b="1" sz="1300">
              <a:solidFill>
                <a:schemeClr val="dk1"/>
              </a:solidFill>
            </a:endParaRPr>
          </a:p>
          <a:p>
            <a:pPr indent="0" lvl="0" marL="0" rtl="0" algn="l">
              <a:lnSpc>
                <a:spcPct val="115000"/>
              </a:lnSpc>
              <a:spcBef>
                <a:spcPts val="1400"/>
              </a:spcBef>
              <a:spcAft>
                <a:spcPts val="0"/>
              </a:spcAft>
              <a:buNone/>
            </a:pPr>
            <a:r>
              <a:t/>
            </a:r>
            <a:endParaRPr b="1" sz="1300">
              <a:solidFill>
                <a:schemeClr val="dk1"/>
              </a:solidFill>
            </a:endParaRPr>
          </a:p>
          <a:p>
            <a:pPr indent="0" lvl="0" marL="0" rtl="0" algn="l">
              <a:lnSpc>
                <a:spcPct val="115000"/>
              </a:lnSpc>
              <a:spcBef>
                <a:spcPts val="1400"/>
              </a:spcBef>
              <a:spcAft>
                <a:spcPts val="0"/>
              </a:spcAft>
              <a:buNone/>
            </a:pPr>
            <a:r>
              <a:t/>
            </a:r>
            <a:endParaRPr b="1" sz="1300">
              <a:solidFill>
                <a:schemeClr val="dk1"/>
              </a:solidFill>
            </a:endParaRPr>
          </a:p>
          <a:p>
            <a:pPr indent="0" lvl="0" marL="0" rtl="0" algn="l">
              <a:lnSpc>
                <a:spcPct val="115000"/>
              </a:lnSpc>
              <a:spcBef>
                <a:spcPts val="1400"/>
              </a:spcBef>
              <a:spcAft>
                <a:spcPts val="0"/>
              </a:spcAft>
              <a:buNone/>
            </a:pPr>
            <a:r>
              <a:t/>
            </a:r>
            <a:endParaRPr b="1" sz="13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457200" rtl="0" algn="l">
              <a:lnSpc>
                <a:spcPct val="115000"/>
              </a:lnSpc>
              <a:spcBef>
                <a:spcPts val="1200"/>
              </a:spcBef>
              <a:spcAft>
                <a:spcPts val="0"/>
              </a:spcAft>
              <a:buNone/>
            </a:pPr>
            <a:r>
              <a:t/>
            </a:r>
            <a:endParaRPr sz="1100">
              <a:solidFill>
                <a:schemeClr val="dk1"/>
              </a:solidFill>
            </a:endParaRPr>
          </a:p>
          <a:p>
            <a:pPr indent="0" lvl="0" marL="457200" rtl="0" algn="l">
              <a:lnSpc>
                <a:spcPct val="115000"/>
              </a:lnSpc>
              <a:spcBef>
                <a:spcPts val="1200"/>
              </a:spcBef>
              <a:spcAft>
                <a:spcPts val="1200"/>
              </a:spcAft>
              <a:buNone/>
            </a:pPr>
            <a:r>
              <a:t/>
            </a:r>
            <a:endParaRPr b="1" sz="1100">
              <a:solidFill>
                <a:schemeClr val="dk1"/>
              </a:solidFill>
            </a:endParaRPr>
          </a:p>
        </p:txBody>
      </p:sp>
      <p:graphicFrame>
        <p:nvGraphicFramePr>
          <p:cNvPr id="1318" name="Google Shape;1318;p117"/>
          <p:cNvGraphicFramePr/>
          <p:nvPr/>
        </p:nvGraphicFramePr>
        <p:xfrm>
          <a:off x="195225" y="459475"/>
          <a:ext cx="3000000" cy="3000000"/>
        </p:xfrm>
        <a:graphic>
          <a:graphicData uri="http://schemas.openxmlformats.org/drawingml/2006/table">
            <a:tbl>
              <a:tblPr>
                <a:noFill/>
                <a:tableStyleId>{2135AAD4-9E3E-4005-BA89-E0CD6B19C030}</a:tableStyleId>
              </a:tblPr>
              <a:tblGrid>
                <a:gridCol w="1307300"/>
                <a:gridCol w="852650"/>
                <a:gridCol w="1135700"/>
                <a:gridCol w="952500"/>
                <a:gridCol w="1286050"/>
                <a:gridCol w="1369225"/>
                <a:gridCol w="1776475"/>
              </a:tblGrid>
              <a:tr h="209550">
                <a:tc>
                  <a:txBody>
                    <a:bodyPr/>
                    <a:lstStyle/>
                    <a:p>
                      <a:pPr indent="0" lvl="0" marL="0" rtl="0" algn="l">
                        <a:spcBef>
                          <a:spcPts val="0"/>
                        </a:spcBef>
                        <a:spcAft>
                          <a:spcPts val="0"/>
                        </a:spcAft>
                        <a:buNone/>
                      </a:pPr>
                      <a:r>
                        <a:t/>
                      </a:r>
                      <a:endParaRPr/>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Calibri"/>
                          <a:ea typeface="Calibri"/>
                          <a:cs typeface="Calibri"/>
                          <a:sym typeface="Calibri"/>
                        </a:rPr>
                        <a:t>Time (min)</a:t>
                      </a:r>
                      <a:endParaRPr b="1" sz="1100">
                        <a:latin typeface="Calibri"/>
                        <a:ea typeface="Calibri"/>
                        <a:cs typeface="Calibri"/>
                        <a:sym typeface="Calibri"/>
                      </a:endParaRPr>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Calibri"/>
                          <a:ea typeface="Calibri"/>
                          <a:cs typeface="Calibri"/>
                          <a:sym typeface="Calibri"/>
                        </a:rPr>
                        <a:t>Voltage (V)</a:t>
                      </a:r>
                      <a:endParaRPr b="1" sz="1100">
                        <a:latin typeface="Calibri"/>
                        <a:ea typeface="Calibri"/>
                        <a:cs typeface="Calibri"/>
                        <a:sym typeface="Calibri"/>
                      </a:endParaRPr>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Calibri"/>
                          <a:ea typeface="Calibri"/>
                          <a:cs typeface="Calibri"/>
                          <a:sym typeface="Calibri"/>
                        </a:rPr>
                        <a:t>Voltage² (V²)</a:t>
                      </a:r>
                      <a:endParaRPr b="1" sz="1100">
                        <a:latin typeface="Calibri"/>
                        <a:ea typeface="Calibri"/>
                        <a:cs typeface="Calibri"/>
                        <a:sym typeface="Calibri"/>
                      </a:endParaRPr>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Calibri"/>
                          <a:ea typeface="Calibri"/>
                          <a:cs typeface="Calibri"/>
                          <a:sym typeface="Calibri"/>
                        </a:rPr>
                        <a:t>Power (W)</a:t>
                      </a:r>
                      <a:endParaRPr b="1" sz="1100">
                        <a:latin typeface="Calibri"/>
                        <a:ea typeface="Calibri"/>
                        <a:cs typeface="Calibri"/>
                        <a:sym typeface="Calibri"/>
                      </a:endParaRPr>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Calibri"/>
                          <a:ea typeface="Calibri"/>
                          <a:cs typeface="Calibri"/>
                          <a:sym typeface="Calibri"/>
                        </a:rPr>
                        <a:t>Energy per Interval (J)</a:t>
                      </a:r>
                      <a:endParaRPr b="1" sz="1100">
                        <a:latin typeface="Calibri"/>
                        <a:ea typeface="Calibri"/>
                        <a:cs typeface="Calibri"/>
                        <a:sym typeface="Calibri"/>
                      </a:endParaRPr>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latin typeface="Calibri"/>
                          <a:ea typeface="Calibri"/>
                          <a:cs typeface="Calibri"/>
                          <a:sym typeface="Calibri"/>
                        </a:rPr>
                        <a:t>Cumulative Energy (J)</a:t>
                      </a:r>
                      <a:endParaRPr b="1" sz="1100">
                        <a:latin typeface="Calibri"/>
                        <a:ea typeface="Calibri"/>
                        <a:cs typeface="Calibri"/>
                        <a:sym typeface="Calibri"/>
                      </a:endParaRPr>
                    </a:p>
                  </a:txBody>
                  <a:tcPr marT="19050" marB="19050" marR="28575" marL="2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rtl="0" algn="l">
                        <a:lnSpc>
                          <a:spcPct val="115000"/>
                        </a:lnSpc>
                        <a:spcBef>
                          <a:spcPts val="0"/>
                        </a:spcBef>
                        <a:spcAft>
                          <a:spcPts val="0"/>
                        </a:spcAft>
                        <a:buNone/>
                      </a:pPr>
                      <a:r>
                        <a:rPr lang="en" sz="1000"/>
                        <a:t>Post-Walk Voltage</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3.819</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14.584761</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0.06629436818</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rtl="0" algn="l">
                        <a:spcBef>
                          <a:spcPts val="0"/>
                        </a:spcBef>
                        <a:spcAft>
                          <a:spcPts val="0"/>
                        </a:spcAft>
                        <a:buNone/>
                      </a:pPr>
                      <a:r>
                        <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10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3.816</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14.561856</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0.06619025455</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39.71415</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39.71415</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rtl="0" algn="l">
                        <a:spcBef>
                          <a:spcPts val="0"/>
                        </a:spcBef>
                        <a:spcAft>
                          <a:spcPts val="0"/>
                        </a:spcAft>
                        <a:buNone/>
                      </a:pPr>
                      <a:r>
                        <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20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3.817</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14.569489</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0.06622495</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39.73497</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79.44912</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rtl="0" algn="l">
                        <a:spcBef>
                          <a:spcPts val="0"/>
                        </a:spcBef>
                        <a:spcAft>
                          <a:spcPts val="0"/>
                        </a:spcAft>
                        <a:buNone/>
                      </a:pPr>
                      <a:r>
                        <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30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3.816</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14.561856</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0.06619025455</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39.71415</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119.16327</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rtl="0" algn="l">
                        <a:spcBef>
                          <a:spcPts val="0"/>
                        </a:spcBef>
                        <a:spcAft>
                          <a:spcPts val="0"/>
                        </a:spcAft>
                        <a:buNone/>
                      </a:pPr>
                      <a:r>
                        <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40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3.815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14.554225</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0.06615556818</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39.69334</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158.85661</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rtl="0" algn="l">
                        <a:spcBef>
                          <a:spcPts val="0"/>
                        </a:spcBef>
                        <a:spcAft>
                          <a:spcPts val="0"/>
                        </a:spcAft>
                        <a:buNone/>
                      </a:pPr>
                      <a:r>
                        <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50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3.816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14.561856</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0.06619025455</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39.71415</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198.57076</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rtl="0" algn="l">
                        <a:spcBef>
                          <a:spcPts val="0"/>
                        </a:spcBef>
                        <a:spcAft>
                          <a:spcPts val="0"/>
                        </a:spcAft>
                        <a:buNone/>
                      </a:pPr>
                      <a:r>
                        <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60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3.815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14.554225</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0.06615556818</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39.69334</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238.2641</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rtl="0" algn="l">
                        <a:spcBef>
                          <a:spcPts val="0"/>
                        </a:spcBef>
                        <a:spcAft>
                          <a:spcPts val="0"/>
                        </a:spcAft>
                        <a:buNone/>
                      </a:pPr>
                      <a:r>
                        <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70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3.814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14.546596</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0.06612089091</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39.67253</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277.93663</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rtl="0" algn="l">
                        <a:spcBef>
                          <a:spcPts val="0"/>
                        </a:spcBef>
                        <a:spcAft>
                          <a:spcPts val="0"/>
                        </a:spcAft>
                        <a:buNone/>
                      </a:pPr>
                      <a:r>
                        <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80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3.814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14.546596</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0.06612089091</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39.67253</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317.60916</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rtl="0" algn="l">
                        <a:spcBef>
                          <a:spcPts val="0"/>
                        </a:spcBef>
                        <a:spcAft>
                          <a:spcPts val="0"/>
                        </a:spcAft>
                        <a:buNone/>
                      </a:pPr>
                      <a:r>
                        <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90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3.814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14.546596</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0.06612089091</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39.67253</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357.28169</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rtl="0" algn="l">
                        <a:spcBef>
                          <a:spcPts val="0"/>
                        </a:spcBef>
                        <a:spcAft>
                          <a:spcPts val="0"/>
                        </a:spcAft>
                        <a:buNone/>
                      </a:pPr>
                      <a:r>
                        <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100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3.814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14.546596</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0.06612089091</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39.67253</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396.95422</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rtl="0" algn="l">
                        <a:spcBef>
                          <a:spcPts val="0"/>
                        </a:spcBef>
                        <a:spcAft>
                          <a:spcPts val="0"/>
                        </a:spcAft>
                        <a:buNone/>
                      </a:pPr>
                      <a:r>
                        <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110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3.813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14.538969</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0.06608622273</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39.65173</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436.60595</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rtl="0" algn="l">
                        <a:spcBef>
                          <a:spcPts val="0"/>
                        </a:spcBef>
                        <a:spcAft>
                          <a:spcPts val="0"/>
                        </a:spcAft>
                        <a:buNone/>
                      </a:pPr>
                      <a:r>
                        <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120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3.813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14.538969</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0.06608622273</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39.65173</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476.25768</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rtl="0" algn="l">
                        <a:spcBef>
                          <a:spcPts val="0"/>
                        </a:spcBef>
                        <a:spcAft>
                          <a:spcPts val="0"/>
                        </a:spcAft>
                        <a:buNone/>
                      </a:pPr>
                      <a:r>
                        <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130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3.812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14.531344</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0.06605156364</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39.63094</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515.88862</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rtl="0" algn="l">
                        <a:spcBef>
                          <a:spcPts val="0"/>
                        </a:spcBef>
                        <a:spcAft>
                          <a:spcPts val="0"/>
                        </a:spcAft>
                        <a:buNone/>
                      </a:pPr>
                      <a:r>
                        <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140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3.813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14.538969</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0.06608622273</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39.65173</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555.54035</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rtl="0" algn="l">
                        <a:spcBef>
                          <a:spcPts val="0"/>
                        </a:spcBef>
                        <a:spcAft>
                          <a:spcPts val="0"/>
                        </a:spcAft>
                        <a:buNone/>
                      </a:pPr>
                      <a:r>
                        <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150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3.811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14.523721</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0.06601691364</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39.61015</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595.1505</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rtl="0" algn="l">
                        <a:spcBef>
                          <a:spcPts val="0"/>
                        </a:spcBef>
                        <a:spcAft>
                          <a:spcPts val="0"/>
                        </a:spcAft>
                        <a:buNone/>
                      </a:pPr>
                      <a:r>
                        <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160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3.811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14.523721</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0.06601691364</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39.61015</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634.76065</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rtl="0" algn="l">
                        <a:lnSpc>
                          <a:spcPct val="115000"/>
                        </a:lnSpc>
                        <a:spcBef>
                          <a:spcPts val="0"/>
                        </a:spcBef>
                        <a:spcAft>
                          <a:spcPts val="0"/>
                        </a:spcAft>
                        <a:buNone/>
                      </a:pPr>
                      <a:r>
                        <a:rPr lang="en" sz="1000"/>
                        <a:t>Initial Battery Voltage</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170</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3.81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14.5161</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0.06598227273</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39.58936</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Calibri"/>
                          <a:ea typeface="Calibri"/>
                          <a:cs typeface="Calibri"/>
                          <a:sym typeface="Calibri"/>
                        </a:rPr>
                        <a:t>674.35001</a:t>
                      </a:r>
                      <a:endParaRPr sz="1000">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9550">
                <a:tc>
                  <a:txBody>
                    <a:bodyPr/>
                    <a:lstStyle/>
                    <a:p>
                      <a:pPr indent="0" lvl="0" marL="0" rtl="0" algn="l">
                        <a:spcBef>
                          <a:spcPts val="0"/>
                        </a:spcBef>
                        <a:spcAft>
                          <a:spcPts val="0"/>
                        </a:spcAft>
                        <a:buNone/>
                      </a:pPr>
                      <a:r>
                        <a:t/>
                      </a:r>
                      <a:endParaRPr sz="1000"/>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rPr b="1" lang="en" sz="1000"/>
                        <a:t>voltage drop</a:t>
                      </a:r>
                      <a:endParaRPr b="1" sz="1000"/>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rPr b="1" lang="en" sz="1000"/>
                        <a:t>battery energy</a:t>
                      </a:r>
                      <a:endParaRPr b="1" sz="1000"/>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rPr b="1" lang="en" sz="1000"/>
                        <a:t>energy drop</a:t>
                      </a:r>
                      <a:endParaRPr b="1" sz="1000"/>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t/>
                      </a:r>
                      <a:endParaRPr sz="1000"/>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t/>
                      </a:r>
                      <a:endParaRPr sz="1000"/>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t/>
                      </a:r>
                      <a:endParaRPr sz="1000"/>
                    </a:p>
                  </a:txBody>
                  <a:tcPr marT="19050" marB="19050" marR="28575" marL="28575" anchor="b">
                    <a:lnT cap="flat" cmpd="sng" w="9525">
                      <a:solidFill>
                        <a:srgbClr val="000000"/>
                      </a:solidFill>
                      <a:prstDash val="solid"/>
                      <a:round/>
                      <a:headEnd len="sm" w="sm" type="none"/>
                      <a:tailEnd len="sm" w="sm" type="none"/>
                    </a:lnT>
                  </a:tcPr>
                </a:tc>
              </a:tr>
              <a:tr h="200025">
                <a:tc>
                  <a:txBody>
                    <a:bodyPr/>
                    <a:lstStyle/>
                    <a:p>
                      <a:pPr indent="0" lvl="0" marL="0" rtl="0" algn="l">
                        <a:spcBef>
                          <a:spcPts val="0"/>
                        </a:spcBef>
                        <a:spcAft>
                          <a:spcPts val="0"/>
                        </a:spcAft>
                        <a:buNone/>
                      </a:pPr>
                      <a:r>
                        <a:t/>
                      </a:r>
                      <a:endParaRPr sz="1000"/>
                    </a:p>
                  </a:txBody>
                  <a:tcPr marT="19050" marB="19050" marR="28575" marL="28575" anchor="b"/>
                </a:tc>
                <a:tc>
                  <a:txBody>
                    <a:bodyPr/>
                    <a:lstStyle/>
                    <a:p>
                      <a:pPr indent="0" lvl="0" marL="0" rtl="0" algn="l">
                        <a:lnSpc>
                          <a:spcPct val="115000"/>
                        </a:lnSpc>
                        <a:spcBef>
                          <a:spcPts val="0"/>
                        </a:spcBef>
                        <a:spcAft>
                          <a:spcPts val="0"/>
                        </a:spcAft>
                        <a:buNone/>
                      </a:pPr>
                      <a:r>
                        <a:rPr lang="en" sz="1000"/>
                        <a:t>0.24%</a:t>
                      </a:r>
                      <a:endParaRPr sz="1000"/>
                    </a:p>
                  </a:txBody>
                  <a:tcPr marT="19050" marB="19050" marR="28575" marL="28575" anchor="b"/>
                </a:tc>
                <a:tc>
                  <a:txBody>
                    <a:bodyPr/>
                    <a:lstStyle/>
                    <a:p>
                      <a:pPr indent="0" lvl="0" marL="0" rtl="0" algn="l">
                        <a:lnSpc>
                          <a:spcPct val="115000"/>
                        </a:lnSpc>
                        <a:spcBef>
                          <a:spcPts val="0"/>
                        </a:spcBef>
                        <a:spcAft>
                          <a:spcPts val="0"/>
                        </a:spcAft>
                        <a:buNone/>
                      </a:pPr>
                      <a:r>
                        <a:rPr lang="en" sz="1000"/>
                        <a:t>26640</a:t>
                      </a:r>
                      <a:endParaRPr sz="1000"/>
                    </a:p>
                  </a:txBody>
                  <a:tcPr marT="19050" marB="19050" marR="28575" marL="28575" anchor="b"/>
                </a:tc>
                <a:tc>
                  <a:txBody>
                    <a:bodyPr/>
                    <a:lstStyle/>
                    <a:p>
                      <a:pPr indent="0" lvl="0" marL="0" rtl="0" algn="l">
                        <a:lnSpc>
                          <a:spcPct val="115000"/>
                        </a:lnSpc>
                        <a:spcBef>
                          <a:spcPts val="0"/>
                        </a:spcBef>
                        <a:spcAft>
                          <a:spcPts val="0"/>
                        </a:spcAft>
                        <a:buNone/>
                      </a:pPr>
                      <a:r>
                        <a:rPr lang="en" sz="1000"/>
                        <a:t>2.53%</a:t>
                      </a:r>
                      <a:endParaRPr sz="1000"/>
                    </a:p>
                  </a:txBody>
                  <a:tcPr marT="19050" marB="19050" marR="28575" marL="28575" anchor="b"/>
                </a:tc>
                <a:tc>
                  <a:txBody>
                    <a:bodyPr/>
                    <a:lstStyle/>
                    <a:p>
                      <a:pPr indent="0" lvl="0" marL="0" rtl="0" algn="l">
                        <a:spcBef>
                          <a:spcPts val="0"/>
                        </a:spcBef>
                        <a:spcAft>
                          <a:spcPts val="0"/>
                        </a:spcAft>
                        <a:buNone/>
                      </a:pPr>
                      <a:r>
                        <a:t/>
                      </a:r>
                      <a:endParaRPr sz="1000"/>
                    </a:p>
                  </a:txBody>
                  <a:tcPr marT="19050" marB="19050" marR="28575" marL="28575" anchor="b"/>
                </a:tc>
                <a:tc>
                  <a:txBody>
                    <a:bodyPr/>
                    <a:lstStyle/>
                    <a:p>
                      <a:pPr indent="0" lvl="0" marL="0" rtl="0" algn="l">
                        <a:spcBef>
                          <a:spcPts val="0"/>
                        </a:spcBef>
                        <a:spcAft>
                          <a:spcPts val="0"/>
                        </a:spcAft>
                        <a:buNone/>
                      </a:pPr>
                      <a:r>
                        <a:t/>
                      </a:r>
                      <a:endParaRPr sz="1000"/>
                    </a:p>
                  </a:txBody>
                  <a:tcPr marT="19050" marB="19050" marR="28575" marL="28575" anchor="b"/>
                </a:tc>
                <a:tc>
                  <a:txBody>
                    <a:bodyPr/>
                    <a:lstStyle/>
                    <a:p>
                      <a:pPr indent="0" lvl="0" marL="0" rtl="0" algn="l">
                        <a:spcBef>
                          <a:spcPts val="0"/>
                        </a:spcBef>
                        <a:spcAft>
                          <a:spcPts val="0"/>
                        </a:spcAft>
                        <a:buNone/>
                      </a:pPr>
                      <a:r>
                        <a:t/>
                      </a:r>
                      <a:endParaRPr sz="1000"/>
                    </a:p>
                  </a:txBody>
                  <a:tcPr marT="19050" marB="19050" marR="28575" marL="28575" anchor="b"/>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322" name="Shape 1322"/>
        <p:cNvGrpSpPr/>
        <p:nvPr/>
      </p:nvGrpSpPr>
      <p:grpSpPr>
        <a:xfrm>
          <a:off x="0" y="0"/>
          <a:ext cx="0" cy="0"/>
          <a:chOff x="0" y="0"/>
          <a:chExt cx="0" cy="0"/>
        </a:xfrm>
      </p:grpSpPr>
      <p:sp>
        <p:nvSpPr>
          <p:cNvPr id="1323" name="Google Shape;1323;p118"/>
          <p:cNvSpPr txBox="1"/>
          <p:nvPr>
            <p:ph type="title"/>
          </p:nvPr>
        </p:nvSpPr>
        <p:spPr>
          <a:xfrm>
            <a:off x="311700" y="0"/>
            <a:ext cx="8520600" cy="399900"/>
          </a:xfrm>
          <a:prstGeom prst="rect">
            <a:avLst/>
          </a:prstGeom>
        </p:spPr>
        <p:txBody>
          <a:bodyPr anchorCtr="0" anchor="b" bIns="0" lIns="0" spcFirstLastPara="1" rIns="0" wrap="square" tIns="0">
            <a:noAutofit/>
          </a:bodyPr>
          <a:lstStyle/>
          <a:p>
            <a:pPr indent="0" lvl="0" marL="0" rtl="0" algn="ctr">
              <a:lnSpc>
                <a:spcPct val="115000"/>
              </a:lnSpc>
              <a:spcBef>
                <a:spcPts val="1200"/>
              </a:spcBef>
              <a:spcAft>
                <a:spcPts val="1200"/>
              </a:spcAft>
              <a:buClr>
                <a:schemeClr val="dk1"/>
              </a:buClr>
              <a:buSzPts val="1100"/>
              <a:buFont typeface="Arial"/>
              <a:buNone/>
            </a:pPr>
            <a:r>
              <a:rPr lang="en" sz="1800"/>
              <a:t>Battery Discharge Test 2: Voltage &amp; Cumulative Energy vs. Time</a:t>
            </a:r>
            <a:endParaRPr sz="1800"/>
          </a:p>
        </p:txBody>
      </p:sp>
      <p:sp>
        <p:nvSpPr>
          <p:cNvPr id="1324" name="Google Shape;1324;p118"/>
          <p:cNvSpPr txBox="1"/>
          <p:nvPr>
            <p:ph idx="1" type="body"/>
          </p:nvPr>
        </p:nvSpPr>
        <p:spPr>
          <a:xfrm>
            <a:off x="526525" y="1198900"/>
            <a:ext cx="4199700" cy="3754500"/>
          </a:xfrm>
          <a:prstGeom prst="rect">
            <a:avLst/>
          </a:prstGeom>
        </p:spPr>
        <p:txBody>
          <a:bodyPr anchorCtr="0" anchor="ctr" bIns="91425" lIns="91425" spcFirstLastPara="1" rIns="91425" wrap="square" tIns="91425">
            <a:noAutofit/>
          </a:bodyPr>
          <a:lstStyle/>
          <a:p>
            <a:pPr indent="0" lvl="0" marL="0" rtl="0" algn="l">
              <a:lnSpc>
                <a:spcPct val="150000"/>
              </a:lnSpc>
              <a:spcBef>
                <a:spcPts val="1200"/>
              </a:spcBef>
              <a:spcAft>
                <a:spcPts val="0"/>
              </a:spcAft>
              <a:buNone/>
            </a:pPr>
            <a:r>
              <a:t/>
            </a:r>
            <a:endParaRPr b="1" sz="1100">
              <a:solidFill>
                <a:schemeClr val="dk1"/>
              </a:solidFill>
            </a:endParaRPr>
          </a:p>
          <a:p>
            <a:pPr indent="0" lvl="0" marL="0" rtl="0" algn="l">
              <a:lnSpc>
                <a:spcPct val="150000"/>
              </a:lnSpc>
              <a:spcBef>
                <a:spcPts val="1200"/>
              </a:spcBef>
              <a:spcAft>
                <a:spcPts val="0"/>
              </a:spcAft>
              <a:buNone/>
            </a:pPr>
            <a:r>
              <a:t/>
            </a:r>
            <a:endParaRPr sz="1200">
              <a:solidFill>
                <a:schemeClr val="dk1"/>
              </a:solidFill>
            </a:endParaRPr>
          </a:p>
          <a:p>
            <a:pPr indent="0" lvl="0" marL="457200" rtl="0" algn="l">
              <a:lnSpc>
                <a:spcPct val="115000"/>
              </a:lnSpc>
              <a:spcBef>
                <a:spcPts val="1200"/>
              </a:spcBef>
              <a:spcAft>
                <a:spcPts val="0"/>
              </a:spcAft>
              <a:buNone/>
            </a:pPr>
            <a:r>
              <a:t/>
            </a:r>
            <a:endParaRPr sz="1100">
              <a:solidFill>
                <a:schemeClr val="dk1"/>
              </a:solidFill>
            </a:endParaRPr>
          </a:p>
          <a:p>
            <a:pPr indent="0" lvl="0" marL="457200" rtl="0" algn="l">
              <a:lnSpc>
                <a:spcPct val="115000"/>
              </a:lnSpc>
              <a:spcBef>
                <a:spcPts val="1200"/>
              </a:spcBef>
              <a:spcAft>
                <a:spcPts val="1200"/>
              </a:spcAft>
              <a:buNone/>
            </a:pPr>
            <a:r>
              <a:t/>
            </a:r>
            <a:endParaRPr b="1" sz="1100">
              <a:solidFill>
                <a:schemeClr val="dk1"/>
              </a:solidFill>
            </a:endParaRPr>
          </a:p>
        </p:txBody>
      </p:sp>
      <p:pic>
        <p:nvPicPr>
          <p:cNvPr id="1325" name="Google Shape;1325;p118"/>
          <p:cNvPicPr preferRelativeResize="0"/>
          <p:nvPr/>
        </p:nvPicPr>
        <p:blipFill>
          <a:blip r:embed="rId3">
            <a:alphaModFix/>
          </a:blip>
          <a:stretch>
            <a:fillRect/>
          </a:stretch>
        </p:blipFill>
        <p:spPr>
          <a:xfrm>
            <a:off x="677525" y="560400"/>
            <a:ext cx="7900574" cy="444254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329" name="Shape 1329"/>
        <p:cNvGrpSpPr/>
        <p:nvPr/>
      </p:nvGrpSpPr>
      <p:grpSpPr>
        <a:xfrm>
          <a:off x="0" y="0"/>
          <a:ext cx="0" cy="0"/>
          <a:chOff x="0" y="0"/>
          <a:chExt cx="0" cy="0"/>
        </a:xfrm>
      </p:grpSpPr>
      <p:sp>
        <p:nvSpPr>
          <p:cNvPr id="1330" name="Google Shape;1330;p119"/>
          <p:cNvSpPr txBox="1"/>
          <p:nvPr>
            <p:ph type="title"/>
          </p:nvPr>
        </p:nvSpPr>
        <p:spPr>
          <a:xfrm>
            <a:off x="311700" y="0"/>
            <a:ext cx="8520600" cy="399900"/>
          </a:xfrm>
          <a:prstGeom prst="rect">
            <a:avLst/>
          </a:prstGeom>
        </p:spPr>
        <p:txBody>
          <a:bodyPr anchorCtr="0" anchor="b" bIns="0" lIns="0" spcFirstLastPara="1" rIns="0" wrap="square" tIns="0">
            <a:noAutofit/>
          </a:bodyPr>
          <a:lstStyle/>
          <a:p>
            <a:pPr indent="0" lvl="0" marL="0" rtl="0" algn="ctr">
              <a:lnSpc>
                <a:spcPct val="115000"/>
              </a:lnSpc>
              <a:spcBef>
                <a:spcPts val="1200"/>
              </a:spcBef>
              <a:spcAft>
                <a:spcPts val="1200"/>
              </a:spcAft>
              <a:buClr>
                <a:schemeClr val="dk1"/>
              </a:buClr>
              <a:buSzPts val="1100"/>
              <a:buFont typeface="Arial"/>
              <a:buNone/>
            </a:pPr>
            <a:r>
              <a:rPr lang="en" sz="1800"/>
              <a:t>B</a:t>
            </a:r>
            <a:r>
              <a:rPr lang="en" sz="1800"/>
              <a:t>attery Discharge Test 2: Voltage vs. Cumulative Energy</a:t>
            </a:r>
            <a:endParaRPr sz="1800"/>
          </a:p>
        </p:txBody>
      </p:sp>
      <p:sp>
        <p:nvSpPr>
          <p:cNvPr id="1331" name="Google Shape;1331;p119"/>
          <p:cNvSpPr txBox="1"/>
          <p:nvPr>
            <p:ph idx="1" type="body"/>
          </p:nvPr>
        </p:nvSpPr>
        <p:spPr>
          <a:xfrm>
            <a:off x="526525" y="1198900"/>
            <a:ext cx="4199700" cy="3754500"/>
          </a:xfrm>
          <a:prstGeom prst="rect">
            <a:avLst/>
          </a:prstGeom>
        </p:spPr>
        <p:txBody>
          <a:bodyPr anchorCtr="0" anchor="ctr" bIns="91425" lIns="91425" spcFirstLastPara="1" rIns="91425" wrap="square" tIns="91425">
            <a:noAutofit/>
          </a:bodyPr>
          <a:lstStyle/>
          <a:p>
            <a:pPr indent="0" lvl="0" marL="0" rtl="0" algn="l">
              <a:lnSpc>
                <a:spcPct val="150000"/>
              </a:lnSpc>
              <a:spcBef>
                <a:spcPts val="1200"/>
              </a:spcBef>
              <a:spcAft>
                <a:spcPts val="0"/>
              </a:spcAft>
              <a:buNone/>
            </a:pPr>
            <a:r>
              <a:t/>
            </a:r>
            <a:endParaRPr b="1" sz="1100">
              <a:solidFill>
                <a:schemeClr val="dk1"/>
              </a:solidFill>
            </a:endParaRPr>
          </a:p>
          <a:p>
            <a:pPr indent="0" lvl="0" marL="0" rtl="0" algn="l">
              <a:lnSpc>
                <a:spcPct val="150000"/>
              </a:lnSpc>
              <a:spcBef>
                <a:spcPts val="1200"/>
              </a:spcBef>
              <a:spcAft>
                <a:spcPts val="0"/>
              </a:spcAft>
              <a:buNone/>
            </a:pPr>
            <a:r>
              <a:t/>
            </a:r>
            <a:endParaRPr sz="1200">
              <a:solidFill>
                <a:schemeClr val="dk1"/>
              </a:solidFill>
            </a:endParaRPr>
          </a:p>
          <a:p>
            <a:pPr indent="0" lvl="0" marL="457200" rtl="0" algn="l">
              <a:lnSpc>
                <a:spcPct val="115000"/>
              </a:lnSpc>
              <a:spcBef>
                <a:spcPts val="1200"/>
              </a:spcBef>
              <a:spcAft>
                <a:spcPts val="0"/>
              </a:spcAft>
              <a:buNone/>
            </a:pPr>
            <a:r>
              <a:t/>
            </a:r>
            <a:endParaRPr sz="1100">
              <a:solidFill>
                <a:schemeClr val="dk1"/>
              </a:solidFill>
            </a:endParaRPr>
          </a:p>
          <a:p>
            <a:pPr indent="0" lvl="0" marL="457200" rtl="0" algn="l">
              <a:lnSpc>
                <a:spcPct val="115000"/>
              </a:lnSpc>
              <a:spcBef>
                <a:spcPts val="1200"/>
              </a:spcBef>
              <a:spcAft>
                <a:spcPts val="1200"/>
              </a:spcAft>
              <a:buNone/>
            </a:pPr>
            <a:r>
              <a:t/>
            </a:r>
            <a:endParaRPr b="1" sz="1100">
              <a:solidFill>
                <a:schemeClr val="dk1"/>
              </a:solidFill>
            </a:endParaRPr>
          </a:p>
        </p:txBody>
      </p:sp>
      <p:pic>
        <p:nvPicPr>
          <p:cNvPr id="1332" name="Google Shape;1332;p119"/>
          <p:cNvPicPr preferRelativeResize="0"/>
          <p:nvPr/>
        </p:nvPicPr>
        <p:blipFill>
          <a:blip r:embed="rId3">
            <a:alphaModFix/>
          </a:blip>
          <a:stretch>
            <a:fillRect/>
          </a:stretch>
        </p:blipFill>
        <p:spPr>
          <a:xfrm>
            <a:off x="610238" y="528000"/>
            <a:ext cx="7923523" cy="448999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6" name="Shape 1336"/>
        <p:cNvGrpSpPr/>
        <p:nvPr/>
      </p:nvGrpSpPr>
      <p:grpSpPr>
        <a:xfrm>
          <a:off x="0" y="0"/>
          <a:ext cx="0" cy="0"/>
          <a:chOff x="0" y="0"/>
          <a:chExt cx="0" cy="0"/>
        </a:xfrm>
      </p:grpSpPr>
      <p:sp>
        <p:nvSpPr>
          <p:cNvPr id="1337" name="Google Shape;1337;p120"/>
          <p:cNvSpPr txBox="1"/>
          <p:nvPr>
            <p:ph type="ctrTitle"/>
          </p:nvPr>
        </p:nvSpPr>
        <p:spPr>
          <a:xfrm>
            <a:off x="538900" y="518000"/>
            <a:ext cx="8285400" cy="555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0"/>
              </a:spcBef>
              <a:spcAft>
                <a:spcPts val="0"/>
              </a:spcAft>
              <a:buNone/>
            </a:pPr>
            <a:r>
              <a:rPr lang="en"/>
              <a:t>Experimental Conclusion</a:t>
            </a:r>
            <a:endParaRPr/>
          </a:p>
        </p:txBody>
      </p:sp>
      <p:sp>
        <p:nvSpPr>
          <p:cNvPr id="1338" name="Google Shape;1338;p120"/>
          <p:cNvSpPr txBox="1"/>
          <p:nvPr>
            <p:ph idx="1" type="subTitle"/>
          </p:nvPr>
        </p:nvSpPr>
        <p:spPr>
          <a:xfrm>
            <a:off x="1885275" y="915950"/>
            <a:ext cx="6364500" cy="3671700"/>
          </a:xfrm>
          <a:prstGeom prst="rect">
            <a:avLst/>
          </a:prstGeom>
        </p:spPr>
        <p:txBody>
          <a:bodyPr anchorCtr="0" anchor="t" bIns="91425" lIns="91425" spcFirstLastPara="1" rIns="91425" wrap="square" tIns="91425">
            <a:noAutofit/>
          </a:bodyPr>
          <a:lstStyle/>
          <a:p>
            <a:pPr indent="0" lvl="0" marL="0" rtl="0" algn="l">
              <a:lnSpc>
                <a:spcPct val="100000"/>
              </a:lnSpc>
              <a:spcBef>
                <a:spcPts val="1400"/>
              </a:spcBef>
              <a:spcAft>
                <a:spcPts val="0"/>
              </a:spcAft>
              <a:buClr>
                <a:schemeClr val="dk1"/>
              </a:buClr>
              <a:buSzPts val="1100"/>
              <a:buFont typeface="Arial"/>
              <a:buNone/>
            </a:pPr>
            <a:r>
              <a:rPr b="1" lang="en" sz="1300">
                <a:latin typeface="Arial"/>
                <a:ea typeface="Arial"/>
                <a:cs typeface="Arial"/>
                <a:sym typeface="Arial"/>
              </a:rPr>
              <a:t>Experiment #1: Open-Circuit Voltage Measurement</a:t>
            </a:r>
            <a:endParaRPr b="1" sz="1300">
              <a:latin typeface="Arial"/>
              <a:ea typeface="Arial"/>
              <a:cs typeface="Arial"/>
              <a:sym typeface="Arial"/>
            </a:endParaRPr>
          </a:p>
          <a:p>
            <a:pPr indent="-298450" lvl="0" marL="457200" rtl="0" algn="l">
              <a:lnSpc>
                <a:spcPct val="100000"/>
              </a:lnSpc>
              <a:spcBef>
                <a:spcPts val="1200"/>
              </a:spcBef>
              <a:spcAft>
                <a:spcPts val="0"/>
              </a:spcAft>
              <a:buSzPts val="1100"/>
              <a:buFont typeface="Arial"/>
              <a:buChar char="●"/>
            </a:pPr>
            <a:r>
              <a:rPr lang="en" sz="1100">
                <a:latin typeface="Arial"/>
                <a:ea typeface="Arial"/>
                <a:cs typeface="Arial"/>
                <a:sym typeface="Arial"/>
              </a:rPr>
              <a:t>Max Voltage Output (AC, no load): 14.48 V</a:t>
            </a:r>
            <a:endParaRPr sz="1100">
              <a:latin typeface="Arial"/>
              <a:ea typeface="Arial"/>
              <a:cs typeface="Arial"/>
              <a:sym typeface="Arial"/>
            </a:endParaRPr>
          </a:p>
          <a:p>
            <a:pPr indent="-298450" lvl="0" marL="457200" rtl="0" algn="l">
              <a:lnSpc>
                <a:spcPct val="100000"/>
              </a:lnSpc>
              <a:spcBef>
                <a:spcPts val="0"/>
              </a:spcBef>
              <a:spcAft>
                <a:spcPts val="0"/>
              </a:spcAft>
              <a:buSzPts val="1100"/>
              <a:buFont typeface="Arial"/>
              <a:buChar char="●"/>
            </a:pPr>
            <a:r>
              <a:rPr lang="en" sz="1100">
                <a:latin typeface="Arial"/>
                <a:ea typeface="Arial"/>
                <a:cs typeface="Arial"/>
                <a:sym typeface="Arial"/>
              </a:rPr>
              <a:t>Confirms that the piezoelectric discs can generate high instantaneous voltage under footstep simulation</a:t>
            </a:r>
            <a:endParaRPr sz="1100">
              <a:latin typeface="Arial"/>
              <a:ea typeface="Arial"/>
              <a:cs typeface="Arial"/>
              <a:sym typeface="Arial"/>
            </a:endParaRPr>
          </a:p>
          <a:p>
            <a:pPr indent="0" lvl="0" marL="0" rtl="0" algn="l">
              <a:lnSpc>
                <a:spcPct val="100000"/>
              </a:lnSpc>
              <a:spcBef>
                <a:spcPts val="1400"/>
              </a:spcBef>
              <a:spcAft>
                <a:spcPts val="0"/>
              </a:spcAft>
              <a:buClr>
                <a:schemeClr val="dk1"/>
              </a:buClr>
              <a:buSzPts val="1100"/>
              <a:buFont typeface="Arial"/>
              <a:buNone/>
            </a:pPr>
            <a:r>
              <a:rPr b="1" lang="en" sz="1300">
                <a:latin typeface="Arial"/>
                <a:ea typeface="Arial"/>
                <a:cs typeface="Arial"/>
                <a:sym typeface="Arial"/>
              </a:rPr>
              <a:t>Experiment #2: Rectified DC Voltage Measurement</a:t>
            </a:r>
            <a:endParaRPr b="1" sz="1300">
              <a:latin typeface="Arial"/>
              <a:ea typeface="Arial"/>
              <a:cs typeface="Arial"/>
              <a:sym typeface="Arial"/>
            </a:endParaRPr>
          </a:p>
          <a:p>
            <a:pPr indent="-298450" lvl="0" marL="457200" rtl="0" algn="l">
              <a:lnSpc>
                <a:spcPct val="100000"/>
              </a:lnSpc>
              <a:spcBef>
                <a:spcPts val="1200"/>
              </a:spcBef>
              <a:spcAft>
                <a:spcPts val="0"/>
              </a:spcAft>
              <a:buSzPts val="1100"/>
              <a:buFont typeface="Arial"/>
              <a:buChar char="●"/>
            </a:pPr>
            <a:r>
              <a:rPr lang="en" sz="1100">
                <a:latin typeface="Arial"/>
                <a:ea typeface="Arial"/>
                <a:cs typeface="Arial"/>
                <a:sym typeface="Arial"/>
              </a:rPr>
              <a:t>Max Voltage After Bridge Rectifier: 9.65 V</a:t>
            </a:r>
            <a:endParaRPr sz="1100">
              <a:latin typeface="Arial"/>
              <a:ea typeface="Arial"/>
              <a:cs typeface="Arial"/>
              <a:sym typeface="Arial"/>
            </a:endParaRPr>
          </a:p>
          <a:p>
            <a:pPr indent="-298450" lvl="0" marL="457200" rtl="0" algn="l">
              <a:lnSpc>
                <a:spcPct val="100000"/>
              </a:lnSpc>
              <a:spcBef>
                <a:spcPts val="0"/>
              </a:spcBef>
              <a:spcAft>
                <a:spcPts val="0"/>
              </a:spcAft>
              <a:buSzPts val="1100"/>
              <a:buFont typeface="Arial"/>
              <a:buChar char="●"/>
            </a:pPr>
            <a:r>
              <a:rPr lang="en" sz="1100">
                <a:latin typeface="Arial"/>
                <a:ea typeface="Arial"/>
                <a:cs typeface="Arial"/>
                <a:sym typeface="Arial"/>
              </a:rPr>
              <a:t>Voltage drop observed due to diode losses (Schottky diode bridge)</a:t>
            </a:r>
            <a:endParaRPr sz="1100">
              <a:latin typeface="Arial"/>
              <a:ea typeface="Arial"/>
              <a:cs typeface="Arial"/>
              <a:sym typeface="Arial"/>
            </a:endParaRPr>
          </a:p>
          <a:p>
            <a:pPr indent="-298450" lvl="0" marL="457200" rtl="0" algn="l">
              <a:lnSpc>
                <a:spcPct val="100000"/>
              </a:lnSpc>
              <a:spcBef>
                <a:spcPts val="0"/>
              </a:spcBef>
              <a:spcAft>
                <a:spcPts val="0"/>
              </a:spcAft>
              <a:buSzPts val="1100"/>
              <a:buFont typeface="Arial"/>
              <a:buChar char="●"/>
            </a:pPr>
            <a:r>
              <a:rPr lang="en" sz="1100">
                <a:latin typeface="Arial"/>
                <a:ea typeface="Arial"/>
                <a:cs typeface="Arial"/>
                <a:sym typeface="Arial"/>
              </a:rPr>
              <a:t>Confirms AC-to-DC conversion works, with expected diode voltage drop (~4.8V total)</a:t>
            </a:r>
            <a:endParaRPr sz="1100">
              <a:latin typeface="Arial"/>
              <a:ea typeface="Arial"/>
              <a:cs typeface="Arial"/>
              <a:sym typeface="Arial"/>
            </a:endParaRPr>
          </a:p>
          <a:p>
            <a:pPr indent="0" lvl="0" marL="0" rtl="0" algn="l">
              <a:lnSpc>
                <a:spcPct val="100000"/>
              </a:lnSpc>
              <a:spcBef>
                <a:spcPts val="1400"/>
              </a:spcBef>
              <a:spcAft>
                <a:spcPts val="0"/>
              </a:spcAft>
              <a:buClr>
                <a:schemeClr val="dk1"/>
              </a:buClr>
              <a:buSzPts val="1100"/>
              <a:buFont typeface="Arial"/>
              <a:buNone/>
            </a:pPr>
            <a:r>
              <a:rPr b="1" lang="en" sz="1300">
                <a:latin typeface="Arial"/>
                <a:ea typeface="Arial"/>
                <a:cs typeface="Arial"/>
                <a:sym typeface="Arial"/>
              </a:rPr>
              <a:t>Experiment #3: Battery Charging &amp; Energy Accumulation</a:t>
            </a:r>
            <a:endParaRPr b="1" sz="1300">
              <a:latin typeface="Arial"/>
              <a:ea typeface="Arial"/>
              <a:cs typeface="Arial"/>
              <a:sym typeface="Arial"/>
            </a:endParaRPr>
          </a:p>
          <a:p>
            <a:pPr indent="-298450" lvl="0" marL="457200" rtl="0" algn="l">
              <a:lnSpc>
                <a:spcPct val="100000"/>
              </a:lnSpc>
              <a:spcBef>
                <a:spcPts val="1200"/>
              </a:spcBef>
              <a:spcAft>
                <a:spcPts val="0"/>
              </a:spcAft>
              <a:buSzPts val="1100"/>
              <a:buFont typeface="Arial"/>
              <a:buChar char="●"/>
            </a:pPr>
            <a:r>
              <a:rPr lang="en" sz="1100">
                <a:latin typeface="Arial"/>
                <a:ea typeface="Arial"/>
                <a:cs typeface="Arial"/>
                <a:sym typeface="Arial"/>
              </a:rPr>
              <a:t>Battery Voltage Increased: from 3.810 V to 3.823 V after 30-minute walk</a:t>
            </a:r>
            <a:endParaRPr sz="1100">
              <a:latin typeface="Arial"/>
              <a:ea typeface="Arial"/>
              <a:cs typeface="Arial"/>
              <a:sym typeface="Arial"/>
            </a:endParaRPr>
          </a:p>
          <a:p>
            <a:pPr indent="-298450" lvl="0" marL="457200" rtl="0" algn="l">
              <a:lnSpc>
                <a:spcPct val="100000"/>
              </a:lnSpc>
              <a:spcBef>
                <a:spcPts val="0"/>
              </a:spcBef>
              <a:spcAft>
                <a:spcPts val="0"/>
              </a:spcAft>
              <a:buSzPts val="1100"/>
              <a:buFont typeface="Arial"/>
              <a:buChar char="●"/>
            </a:pPr>
            <a:r>
              <a:rPr lang="en" sz="1100">
                <a:latin typeface="Arial"/>
                <a:ea typeface="Arial"/>
                <a:cs typeface="Arial"/>
                <a:sym typeface="Arial"/>
              </a:rPr>
              <a:t>Conducted controlled discharge test using 220 Ω resistor</a:t>
            </a:r>
            <a:endParaRPr sz="1100">
              <a:latin typeface="Arial"/>
              <a:ea typeface="Arial"/>
              <a:cs typeface="Arial"/>
              <a:sym typeface="Arial"/>
            </a:endParaRPr>
          </a:p>
          <a:p>
            <a:pPr indent="-298450" lvl="0" marL="457200" rtl="0" algn="l">
              <a:lnSpc>
                <a:spcPct val="100000"/>
              </a:lnSpc>
              <a:spcBef>
                <a:spcPts val="0"/>
              </a:spcBef>
              <a:spcAft>
                <a:spcPts val="0"/>
              </a:spcAft>
              <a:buSzPts val="1100"/>
              <a:buFont typeface="Arial"/>
              <a:buChar char="●"/>
            </a:pPr>
            <a:r>
              <a:rPr lang="en" sz="1100">
                <a:latin typeface="Arial"/>
                <a:ea typeface="Arial"/>
                <a:cs typeface="Arial"/>
                <a:sym typeface="Arial"/>
              </a:rPr>
              <a:t>Integrated energy calculated using:P = V² / R; E = P × t</a:t>
            </a:r>
            <a:endParaRPr sz="1100">
              <a:latin typeface="Arial"/>
              <a:ea typeface="Arial"/>
              <a:cs typeface="Arial"/>
              <a:sym typeface="Arial"/>
            </a:endParaRPr>
          </a:p>
          <a:p>
            <a:pPr indent="-298450" lvl="0" marL="457200" rtl="0" algn="l">
              <a:lnSpc>
                <a:spcPct val="100000"/>
              </a:lnSpc>
              <a:spcBef>
                <a:spcPts val="0"/>
              </a:spcBef>
              <a:spcAft>
                <a:spcPts val="0"/>
              </a:spcAft>
              <a:buSzPts val="1100"/>
              <a:buFont typeface="Arial"/>
              <a:buChar char="●"/>
            </a:pPr>
            <a:r>
              <a:rPr lang="en" sz="1100">
                <a:latin typeface="Arial"/>
                <a:ea typeface="Arial"/>
                <a:cs typeface="Arial"/>
                <a:sym typeface="Arial"/>
              </a:rPr>
              <a:t>Total Energy Measured: ~700 Joules</a:t>
            </a:r>
            <a:endParaRPr sz="1100">
              <a:latin typeface="Arial"/>
              <a:ea typeface="Arial"/>
              <a:cs typeface="Arial"/>
              <a:sym typeface="Arial"/>
            </a:endParaRPr>
          </a:p>
          <a:p>
            <a:pPr indent="0" lvl="0" marL="914400" rtl="0" algn="l">
              <a:lnSpc>
                <a:spcPct val="115000"/>
              </a:lnSpc>
              <a:spcBef>
                <a:spcPts val="1200"/>
              </a:spcBef>
              <a:spcAft>
                <a:spcPts val="1200"/>
              </a:spcAft>
              <a:buNone/>
            </a:pPr>
            <a:r>
              <a:t/>
            </a:r>
            <a:endParaRPr sz="1100">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2" name="Shape 1342"/>
        <p:cNvGrpSpPr/>
        <p:nvPr/>
      </p:nvGrpSpPr>
      <p:grpSpPr>
        <a:xfrm>
          <a:off x="0" y="0"/>
          <a:ext cx="0" cy="0"/>
          <a:chOff x="0" y="0"/>
          <a:chExt cx="0" cy="0"/>
        </a:xfrm>
      </p:grpSpPr>
      <p:sp>
        <p:nvSpPr>
          <p:cNvPr id="1343" name="Google Shape;1343;p121"/>
          <p:cNvSpPr txBox="1"/>
          <p:nvPr>
            <p:ph type="ctrTitle"/>
          </p:nvPr>
        </p:nvSpPr>
        <p:spPr>
          <a:xfrm>
            <a:off x="538900" y="518000"/>
            <a:ext cx="8285400" cy="555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0"/>
              </a:spcBef>
              <a:spcAft>
                <a:spcPts val="0"/>
              </a:spcAft>
              <a:buNone/>
            </a:pPr>
            <a:r>
              <a:rPr lang="en"/>
              <a:t>Conclusion</a:t>
            </a:r>
            <a:endParaRPr/>
          </a:p>
        </p:txBody>
      </p:sp>
      <p:sp>
        <p:nvSpPr>
          <p:cNvPr id="1344" name="Google Shape;1344;p121"/>
          <p:cNvSpPr txBox="1"/>
          <p:nvPr>
            <p:ph idx="1" type="subTitle"/>
          </p:nvPr>
        </p:nvSpPr>
        <p:spPr>
          <a:xfrm>
            <a:off x="259000" y="804800"/>
            <a:ext cx="8721300" cy="3854700"/>
          </a:xfrm>
          <a:prstGeom prst="rect">
            <a:avLst/>
          </a:prstGeom>
        </p:spPr>
        <p:txBody>
          <a:bodyPr anchorCtr="0" anchor="t" bIns="91425" lIns="91425" spcFirstLastPara="1" rIns="91425" wrap="square" tIns="91425">
            <a:noAutofit/>
          </a:bodyPr>
          <a:lstStyle/>
          <a:p>
            <a:pPr indent="-311150" lvl="0" marL="457200" rtl="0" algn="l">
              <a:lnSpc>
                <a:spcPct val="115000"/>
              </a:lnSpc>
              <a:spcBef>
                <a:spcPts val="1200"/>
              </a:spcBef>
              <a:spcAft>
                <a:spcPts val="0"/>
              </a:spcAft>
              <a:buSzPts val="1300"/>
              <a:buFont typeface="Arial"/>
              <a:buChar char="●"/>
            </a:pPr>
            <a:r>
              <a:rPr lang="en" sz="1300">
                <a:latin typeface="Arial"/>
                <a:ea typeface="Arial"/>
                <a:cs typeface="Arial"/>
                <a:sym typeface="Arial"/>
              </a:rPr>
              <a:t>Our 3D shoe sole prototype successfully capture mechanical energy from walking.</a:t>
            </a:r>
            <a:endParaRPr sz="1300">
              <a:latin typeface="Arial"/>
              <a:ea typeface="Arial"/>
              <a:cs typeface="Arial"/>
              <a:sym typeface="Arial"/>
            </a:endParaRPr>
          </a:p>
          <a:p>
            <a:pPr indent="-311150" lvl="0" marL="457200" rtl="0" algn="l">
              <a:lnSpc>
                <a:spcPct val="100000"/>
              </a:lnSpc>
              <a:spcBef>
                <a:spcPts val="0"/>
              </a:spcBef>
              <a:spcAft>
                <a:spcPts val="0"/>
              </a:spcAft>
              <a:buSzPts val="1300"/>
              <a:buFont typeface="Arial"/>
              <a:buChar char="●"/>
            </a:pPr>
            <a:r>
              <a:rPr lang="en" sz="1300">
                <a:latin typeface="Arial"/>
                <a:ea typeface="Arial"/>
                <a:cs typeface="Arial"/>
                <a:sym typeface="Arial"/>
              </a:rPr>
              <a:t>A small voltage increase of about 0.009 V ~ 0.013 V (9 mV ~ 13 mV) indicates our piezoelectric system did indeed harvest and store a measurable amount of energy, albeit very small. The energy generated within 30 minutes of walking is enough to light a standard LED (3V, 20mA) for about 3 hours.</a:t>
            </a:r>
            <a:endParaRPr sz="1300">
              <a:latin typeface="Arial"/>
              <a:ea typeface="Arial"/>
              <a:cs typeface="Arial"/>
              <a:sym typeface="Arial"/>
            </a:endParaRPr>
          </a:p>
          <a:p>
            <a:pPr indent="0" lvl="0" marL="914400" rtl="0" algn="l">
              <a:lnSpc>
                <a:spcPct val="100000"/>
              </a:lnSpc>
              <a:spcBef>
                <a:spcPts val="1200"/>
              </a:spcBef>
              <a:spcAft>
                <a:spcPts val="0"/>
              </a:spcAft>
              <a:buNone/>
            </a:pPr>
            <a:r>
              <a:rPr lang="en" sz="900">
                <a:latin typeface="Arial"/>
                <a:ea typeface="Arial"/>
                <a:cs typeface="Arial"/>
                <a:sym typeface="Arial"/>
              </a:rPr>
              <a:t>Brightness Level		Voltage		Current		Power</a:t>
            </a:r>
            <a:endParaRPr sz="900">
              <a:latin typeface="Arial"/>
              <a:ea typeface="Arial"/>
              <a:cs typeface="Arial"/>
              <a:sym typeface="Arial"/>
            </a:endParaRPr>
          </a:p>
          <a:p>
            <a:pPr indent="0" lvl="0" marL="914400" rtl="0" algn="l">
              <a:lnSpc>
                <a:spcPct val="100000"/>
              </a:lnSpc>
              <a:spcBef>
                <a:spcPts val="1200"/>
              </a:spcBef>
              <a:spcAft>
                <a:spcPts val="0"/>
              </a:spcAft>
              <a:buNone/>
            </a:pPr>
            <a:r>
              <a:rPr i="1" lang="en" sz="900">
                <a:latin typeface="Arial"/>
                <a:ea typeface="Arial"/>
                <a:cs typeface="Arial"/>
                <a:sym typeface="Arial"/>
              </a:rPr>
              <a:t>Standard LED		3V	 	20 mA		0.06 W (60 mW)</a:t>
            </a:r>
            <a:endParaRPr i="1" sz="900">
              <a:latin typeface="Arial"/>
              <a:ea typeface="Arial"/>
              <a:cs typeface="Arial"/>
              <a:sym typeface="Arial"/>
            </a:endParaRPr>
          </a:p>
          <a:p>
            <a:pPr indent="0" lvl="0" marL="914400" rtl="0" algn="l">
              <a:lnSpc>
                <a:spcPct val="100000"/>
              </a:lnSpc>
              <a:spcBef>
                <a:spcPts val="1200"/>
              </a:spcBef>
              <a:spcAft>
                <a:spcPts val="0"/>
              </a:spcAft>
              <a:buNone/>
            </a:pPr>
            <a:r>
              <a:rPr lang="en" sz="900">
                <a:latin typeface="Arial"/>
                <a:ea typeface="Arial"/>
                <a:cs typeface="Arial"/>
                <a:sym typeface="Arial"/>
              </a:rPr>
              <a:t>Time = 700J​/0.06W = 11666.67seconds ≈ 194.4minutes ≈ 3.24hours </a:t>
            </a:r>
            <a:endParaRPr sz="900">
              <a:latin typeface="Arial"/>
              <a:ea typeface="Arial"/>
              <a:cs typeface="Arial"/>
              <a:sym typeface="Arial"/>
            </a:endParaRPr>
          </a:p>
          <a:p>
            <a:pPr indent="-311150" lvl="0" marL="457200" rtl="0" algn="l">
              <a:lnSpc>
                <a:spcPct val="115000"/>
              </a:lnSpc>
              <a:spcBef>
                <a:spcPts val="1200"/>
              </a:spcBef>
              <a:spcAft>
                <a:spcPts val="0"/>
              </a:spcAft>
              <a:buSzPts val="1300"/>
              <a:buFont typeface="Arial"/>
              <a:buChar char="●"/>
            </a:pPr>
            <a:r>
              <a:rPr lang="en" sz="1300">
                <a:latin typeface="Arial"/>
                <a:ea typeface="Arial"/>
                <a:cs typeface="Arial"/>
                <a:sym typeface="Arial"/>
              </a:rPr>
              <a:t>Harvested energy is small but can meaningfully power low-energy wearables, IoT sensors, or emergent lights in low-power applications.</a:t>
            </a:r>
            <a:endParaRPr sz="1300">
              <a:latin typeface="Arial"/>
              <a:ea typeface="Arial"/>
              <a:cs typeface="Arial"/>
              <a:sym typeface="Arial"/>
            </a:endParaRPr>
          </a:p>
          <a:p>
            <a:pPr indent="-311150" lvl="0" marL="457200" rtl="0" algn="l">
              <a:lnSpc>
                <a:spcPct val="115000"/>
              </a:lnSpc>
              <a:spcBef>
                <a:spcPts val="0"/>
              </a:spcBef>
              <a:spcAft>
                <a:spcPts val="0"/>
              </a:spcAft>
              <a:buSzPts val="1300"/>
              <a:buFont typeface="Arial"/>
              <a:buChar char="●"/>
            </a:pPr>
            <a:r>
              <a:rPr lang="en" sz="1300">
                <a:latin typeface="Arial"/>
                <a:ea typeface="Arial"/>
                <a:cs typeface="Arial"/>
                <a:sym typeface="Arial"/>
              </a:rPr>
              <a:t>To power high-energy devices (like a smartphone which requires on average two watts of energy), longer activity time or parallel harvesting mechanisms are required.</a:t>
            </a:r>
            <a:endParaRPr sz="1300">
              <a:latin typeface="Arial"/>
              <a:ea typeface="Arial"/>
              <a:cs typeface="Arial"/>
              <a:sym typeface="Arial"/>
            </a:endParaRPr>
          </a:p>
          <a:p>
            <a:pPr indent="-311150" lvl="0" marL="457200" rtl="0" algn="l">
              <a:lnSpc>
                <a:spcPct val="115000"/>
              </a:lnSpc>
              <a:spcBef>
                <a:spcPts val="0"/>
              </a:spcBef>
              <a:spcAft>
                <a:spcPts val="0"/>
              </a:spcAft>
              <a:buSzPts val="1300"/>
              <a:buFont typeface="Arial"/>
              <a:buChar char="●"/>
            </a:pPr>
            <a:r>
              <a:rPr lang="en" sz="1300">
                <a:latin typeface="Arial"/>
                <a:ea typeface="Arial"/>
                <a:cs typeface="Arial"/>
                <a:sym typeface="Arial"/>
              </a:rPr>
              <a:t>Future improvements of the 3D prototype can be done through: 1) Advanced piezo materials; 2) Optimized energy harvesting circuits.</a:t>
            </a:r>
            <a:endParaRPr sz="1300">
              <a:latin typeface="Arial"/>
              <a:ea typeface="Arial"/>
              <a:cs typeface="Arial"/>
              <a:sym typeface="Arial"/>
            </a:endParaRPr>
          </a:p>
          <a:p>
            <a:pPr indent="0" lvl="0" marL="457200" rtl="0" algn="l">
              <a:lnSpc>
                <a:spcPct val="115000"/>
              </a:lnSpc>
              <a:spcBef>
                <a:spcPts val="1200"/>
              </a:spcBef>
              <a:spcAft>
                <a:spcPts val="0"/>
              </a:spcAft>
              <a:buNone/>
            </a:pPr>
            <a:r>
              <a:t/>
            </a:r>
            <a:endParaRPr sz="1100">
              <a:latin typeface="Arial"/>
              <a:ea typeface="Arial"/>
              <a:cs typeface="Arial"/>
              <a:sym typeface="Arial"/>
            </a:endParaRPr>
          </a:p>
          <a:p>
            <a:pPr indent="0" lvl="0" marL="457200" rtl="0" algn="l">
              <a:lnSpc>
                <a:spcPct val="115000"/>
              </a:lnSpc>
              <a:spcBef>
                <a:spcPts val="1200"/>
              </a:spcBef>
              <a:spcAft>
                <a:spcPts val="1200"/>
              </a:spcAft>
              <a:buNone/>
            </a:pPr>
            <a:r>
              <a:t/>
            </a:r>
            <a:endParaRPr sz="1100">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348" name="Shape 1348"/>
        <p:cNvGrpSpPr/>
        <p:nvPr/>
      </p:nvGrpSpPr>
      <p:grpSpPr>
        <a:xfrm>
          <a:off x="0" y="0"/>
          <a:ext cx="0" cy="0"/>
          <a:chOff x="0" y="0"/>
          <a:chExt cx="0" cy="0"/>
        </a:xfrm>
      </p:grpSpPr>
      <p:sp>
        <p:nvSpPr>
          <p:cNvPr id="1349" name="Google Shape;1349;p122"/>
          <p:cNvSpPr txBox="1"/>
          <p:nvPr>
            <p:ph type="ctrTitle"/>
          </p:nvPr>
        </p:nvSpPr>
        <p:spPr>
          <a:xfrm>
            <a:off x="538900" y="518000"/>
            <a:ext cx="8285400" cy="555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0"/>
              </a:spcBef>
              <a:spcAft>
                <a:spcPts val="0"/>
              </a:spcAft>
              <a:buNone/>
            </a:pPr>
            <a:r>
              <a:rPr lang="en"/>
              <a:t>Trend In Real World</a:t>
            </a:r>
            <a:endParaRPr/>
          </a:p>
        </p:txBody>
      </p:sp>
      <p:sp>
        <p:nvSpPr>
          <p:cNvPr id="1350" name="Google Shape;1350;p122"/>
          <p:cNvSpPr txBox="1"/>
          <p:nvPr>
            <p:ph idx="1" type="subTitle"/>
          </p:nvPr>
        </p:nvSpPr>
        <p:spPr>
          <a:xfrm>
            <a:off x="259000" y="877475"/>
            <a:ext cx="8721300" cy="4071000"/>
          </a:xfrm>
          <a:prstGeom prst="rect">
            <a:avLst/>
          </a:prstGeom>
        </p:spPr>
        <p:txBody>
          <a:bodyPr anchorCtr="0" anchor="t" bIns="91425" lIns="91425" spcFirstLastPara="1" rIns="91425" wrap="square" tIns="91425">
            <a:noAutofit/>
          </a:bodyPr>
          <a:lstStyle/>
          <a:p>
            <a:pPr indent="-298450" lvl="0" marL="457200" rtl="0" algn="l">
              <a:lnSpc>
                <a:spcPct val="100000"/>
              </a:lnSpc>
              <a:spcBef>
                <a:spcPts val="700"/>
              </a:spcBef>
              <a:spcAft>
                <a:spcPts val="0"/>
              </a:spcAft>
              <a:buSzPts val="1100"/>
              <a:buFont typeface="Arial"/>
              <a:buChar char="●"/>
            </a:pPr>
            <a:r>
              <a:rPr b="1" lang="en" sz="1100">
                <a:latin typeface="Arial"/>
                <a:ea typeface="Arial"/>
                <a:cs typeface="Arial"/>
                <a:sym typeface="Arial"/>
              </a:rPr>
              <a:t>Pioneering Research:</a:t>
            </a:r>
            <a:endParaRPr b="1" sz="1100">
              <a:latin typeface="Arial"/>
              <a:ea typeface="Arial"/>
              <a:cs typeface="Arial"/>
              <a:sym typeface="Arial"/>
            </a:endParaRPr>
          </a:p>
          <a:p>
            <a:pPr indent="0" lvl="0" marL="457200" rtl="0" algn="l">
              <a:lnSpc>
                <a:spcPct val="100000"/>
              </a:lnSpc>
              <a:spcBef>
                <a:spcPts val="1200"/>
              </a:spcBef>
              <a:spcAft>
                <a:spcPts val="0"/>
              </a:spcAft>
              <a:buNone/>
            </a:pPr>
            <a:r>
              <a:rPr lang="en" sz="1100">
                <a:latin typeface="Arial"/>
                <a:ea typeface="Arial"/>
                <a:cs typeface="Arial"/>
                <a:sym typeface="Arial"/>
              </a:rPr>
              <a:t>Dr. Rayne Zheng's research team at UC Berkeley is at the forefront of developing advanced </a:t>
            </a:r>
            <a:r>
              <a:rPr b="1" lang="en" sz="1600">
                <a:solidFill>
                  <a:srgbClr val="FF0000"/>
                </a:solidFill>
                <a:latin typeface="Arial"/>
                <a:ea typeface="Arial"/>
                <a:cs typeface="Arial"/>
                <a:sym typeface="Arial"/>
              </a:rPr>
              <a:t>3D-printed piezoelectric materials.</a:t>
            </a:r>
            <a:r>
              <a:rPr lang="en" sz="1100">
                <a:latin typeface="Arial"/>
                <a:ea typeface="Arial"/>
                <a:cs typeface="Arial"/>
                <a:sym typeface="Arial"/>
              </a:rPr>
              <a:t> </a:t>
            </a:r>
            <a:r>
              <a:rPr lang="en" sz="1100" u="sng">
                <a:solidFill>
                  <a:srgbClr val="0000FF"/>
                </a:solidFill>
                <a:latin typeface="Arial"/>
                <a:ea typeface="Arial"/>
                <a:cs typeface="Arial"/>
                <a:sym typeface="Arial"/>
                <a:hlinkClick r:id="rId3">
                  <a:extLst>
                    <a:ext uri="{A12FA001-AC4F-418D-AE19-62706E023703}">
                      <ahyp:hlinkClr val="tx"/>
                    </a:ext>
                  </a:extLst>
                </a:hlinkClick>
              </a:rPr>
              <a:t>https://www.raynexzheng.com/</a:t>
            </a:r>
            <a:r>
              <a:rPr lang="en" sz="1100">
                <a:solidFill>
                  <a:srgbClr val="0000FF"/>
                </a:solidFill>
                <a:latin typeface="Arial"/>
                <a:ea typeface="Arial"/>
                <a:cs typeface="Arial"/>
                <a:sym typeface="Arial"/>
              </a:rPr>
              <a:t>; </a:t>
            </a:r>
            <a:r>
              <a:rPr lang="en" sz="1100" u="sng">
                <a:solidFill>
                  <a:srgbClr val="0000FF"/>
                </a:solidFill>
                <a:latin typeface="Arial"/>
                <a:ea typeface="Arial"/>
                <a:cs typeface="Arial"/>
                <a:sym typeface="Arial"/>
                <a:hlinkClick r:id="rId4">
                  <a:extLst>
                    <a:ext uri="{A12FA001-AC4F-418D-AE19-62706E023703}">
                      <ahyp:hlinkClr val="tx"/>
                    </a:ext>
                  </a:extLst>
                </a:hlinkClick>
              </a:rPr>
              <a:t>https://www.youtube.com/watch?v=HwpPpnEb4Ok</a:t>
            </a:r>
            <a:r>
              <a:rPr lang="en" sz="1100">
                <a:solidFill>
                  <a:srgbClr val="0000FF"/>
                </a:solidFill>
                <a:latin typeface="Arial"/>
                <a:ea typeface="Arial"/>
                <a:cs typeface="Arial"/>
                <a:sym typeface="Arial"/>
              </a:rPr>
              <a:t> </a:t>
            </a:r>
            <a:endParaRPr sz="1100">
              <a:solidFill>
                <a:srgbClr val="0000FF"/>
              </a:solidFill>
              <a:latin typeface="Arial"/>
              <a:ea typeface="Arial"/>
              <a:cs typeface="Arial"/>
              <a:sym typeface="Arial"/>
            </a:endParaRPr>
          </a:p>
          <a:p>
            <a:pPr indent="-298450" lvl="0" marL="457200" rtl="0" algn="l">
              <a:lnSpc>
                <a:spcPct val="115000"/>
              </a:lnSpc>
              <a:spcBef>
                <a:spcPts val="1200"/>
              </a:spcBef>
              <a:spcAft>
                <a:spcPts val="0"/>
              </a:spcAft>
              <a:buSzPts val="1100"/>
              <a:buFont typeface="Arial"/>
              <a:buChar char="●"/>
            </a:pPr>
            <a:r>
              <a:rPr b="1" lang="en" sz="1100">
                <a:latin typeface="Arial"/>
                <a:ea typeface="Arial"/>
                <a:cs typeface="Arial"/>
                <a:sym typeface="Arial"/>
              </a:rPr>
              <a:t>Potential Collaboration:</a:t>
            </a:r>
            <a:endParaRPr b="1" sz="1100">
              <a:latin typeface="Arial"/>
              <a:ea typeface="Arial"/>
              <a:cs typeface="Arial"/>
              <a:sym typeface="Arial"/>
            </a:endParaRPr>
          </a:p>
          <a:p>
            <a:pPr indent="-298450" lvl="1" marL="914400" rtl="0" algn="l">
              <a:lnSpc>
                <a:spcPct val="115000"/>
              </a:lnSpc>
              <a:spcBef>
                <a:spcPts val="0"/>
              </a:spcBef>
              <a:spcAft>
                <a:spcPts val="0"/>
              </a:spcAft>
              <a:buSzPts val="1100"/>
              <a:buFont typeface="Arial"/>
              <a:buChar char="○"/>
            </a:pPr>
            <a:r>
              <a:rPr lang="en" sz="1100">
                <a:latin typeface="Arial"/>
                <a:ea typeface="Arial"/>
                <a:cs typeface="Arial"/>
                <a:sym typeface="Arial"/>
              </a:rPr>
              <a:t>Our project team is actively reaching out to Dr. Zheng’s team for collaboration.</a:t>
            </a:r>
            <a:endParaRPr sz="1100">
              <a:latin typeface="Arial"/>
              <a:ea typeface="Arial"/>
              <a:cs typeface="Arial"/>
              <a:sym typeface="Arial"/>
            </a:endParaRPr>
          </a:p>
          <a:p>
            <a:pPr indent="-298450" lvl="1" marL="914400" rtl="0" algn="l">
              <a:lnSpc>
                <a:spcPct val="115000"/>
              </a:lnSpc>
              <a:spcBef>
                <a:spcPts val="0"/>
              </a:spcBef>
              <a:spcAft>
                <a:spcPts val="0"/>
              </a:spcAft>
              <a:buSzPts val="1100"/>
              <a:buFont typeface="Arial"/>
              <a:buChar char="○"/>
            </a:pPr>
            <a:r>
              <a:rPr lang="en" sz="1100">
                <a:latin typeface="Arial"/>
                <a:ea typeface="Arial"/>
                <a:cs typeface="Arial"/>
                <a:sym typeface="Arial"/>
              </a:rPr>
              <a:t>We aim to gain expert insights, support, and potentially integrate cutting-edge methods from their groundbreaking research.</a:t>
            </a:r>
            <a:endParaRPr sz="1100">
              <a:latin typeface="Arial"/>
              <a:ea typeface="Arial"/>
              <a:cs typeface="Arial"/>
              <a:sym typeface="Arial"/>
            </a:endParaRPr>
          </a:p>
          <a:p>
            <a:pPr indent="0" lvl="0" marL="457200" rtl="0" algn="l">
              <a:spcBef>
                <a:spcPts val="1200"/>
              </a:spcBef>
              <a:spcAft>
                <a:spcPts val="0"/>
              </a:spcAft>
              <a:buNone/>
            </a:pPr>
            <a:r>
              <a:t/>
            </a:r>
            <a:endParaRPr sz="1800">
              <a:latin typeface="Arial"/>
              <a:ea typeface="Arial"/>
              <a:cs typeface="Arial"/>
              <a:sym typeface="Arial"/>
            </a:endParaRPr>
          </a:p>
        </p:txBody>
      </p:sp>
      <p:pic>
        <p:nvPicPr>
          <p:cNvPr id="1351" name="Google Shape;1351;p122"/>
          <p:cNvPicPr preferRelativeResize="0"/>
          <p:nvPr/>
        </p:nvPicPr>
        <p:blipFill>
          <a:blip r:embed="rId5">
            <a:alphaModFix/>
          </a:blip>
          <a:stretch>
            <a:fillRect/>
          </a:stretch>
        </p:blipFill>
        <p:spPr>
          <a:xfrm>
            <a:off x="1135822" y="2870397"/>
            <a:ext cx="2934550" cy="1789025"/>
          </a:xfrm>
          <a:prstGeom prst="rect">
            <a:avLst/>
          </a:prstGeom>
          <a:noFill/>
          <a:ln>
            <a:noFill/>
          </a:ln>
        </p:spPr>
      </p:pic>
      <p:pic>
        <p:nvPicPr>
          <p:cNvPr id="1352" name="Google Shape;1352;p122"/>
          <p:cNvPicPr preferRelativeResize="0"/>
          <p:nvPr/>
        </p:nvPicPr>
        <p:blipFill>
          <a:blip r:embed="rId6">
            <a:alphaModFix/>
          </a:blip>
          <a:stretch>
            <a:fillRect/>
          </a:stretch>
        </p:blipFill>
        <p:spPr>
          <a:xfrm>
            <a:off x="5124775" y="2873550"/>
            <a:ext cx="2934550" cy="178271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6" name="Shape 1356"/>
        <p:cNvGrpSpPr/>
        <p:nvPr/>
      </p:nvGrpSpPr>
      <p:grpSpPr>
        <a:xfrm>
          <a:off x="0" y="0"/>
          <a:ext cx="0" cy="0"/>
          <a:chOff x="0" y="0"/>
          <a:chExt cx="0" cy="0"/>
        </a:xfrm>
      </p:grpSpPr>
      <p:sp>
        <p:nvSpPr>
          <p:cNvPr id="1357" name="Google Shape;1357;p123"/>
          <p:cNvSpPr txBox="1"/>
          <p:nvPr>
            <p:ph type="ctrTitle"/>
          </p:nvPr>
        </p:nvSpPr>
        <p:spPr>
          <a:xfrm>
            <a:off x="523250" y="917275"/>
            <a:ext cx="8285400" cy="555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a:p>
            <a:pPr indent="0" lvl="0" marL="0" rtl="0" algn="l">
              <a:spcBef>
                <a:spcPts val="0"/>
              </a:spcBef>
              <a:spcAft>
                <a:spcPts val="0"/>
              </a:spcAft>
              <a:buNone/>
            </a:pPr>
            <a:r>
              <a:rPr lang="en" sz="2800"/>
              <a:t>                              </a:t>
            </a:r>
            <a:r>
              <a:rPr lang="en" sz="2800"/>
              <a:t>Major References</a:t>
            </a:r>
            <a:endParaRPr sz="2800"/>
          </a:p>
        </p:txBody>
      </p:sp>
      <p:sp>
        <p:nvSpPr>
          <p:cNvPr id="1358" name="Google Shape;1358;p123"/>
          <p:cNvSpPr txBox="1"/>
          <p:nvPr>
            <p:ph idx="1" type="subTitle"/>
          </p:nvPr>
        </p:nvSpPr>
        <p:spPr>
          <a:xfrm>
            <a:off x="2300225" y="1567050"/>
            <a:ext cx="5294400" cy="18945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rgbClr val="1155CC"/>
              </a:buClr>
              <a:buSzPts val="1100"/>
              <a:buFont typeface="Arial"/>
              <a:buChar char="●"/>
            </a:pPr>
            <a:r>
              <a:rPr lang="en" sz="1200" u="sng">
                <a:solidFill>
                  <a:srgbClr val="1155CC"/>
                </a:solidFill>
                <a:latin typeface="Arial"/>
                <a:ea typeface="Arial"/>
                <a:cs typeface="Arial"/>
                <a:sym typeface="Arial"/>
                <a:hlinkClick r:id="rId3">
                  <a:extLst>
                    <a:ext uri="{A12FA001-AC4F-418D-AE19-62706E023703}">
                      <ahyp:hlinkClr val="tx"/>
                    </a:ext>
                  </a:extLst>
                </a:hlinkClick>
              </a:rPr>
              <a:t>https://www.youtube.com/watch?v=PNjc9tUs96Y</a:t>
            </a:r>
            <a:endParaRPr sz="1200" u="sng">
              <a:solidFill>
                <a:srgbClr val="1155CC"/>
              </a:solidFill>
              <a:latin typeface="Arial"/>
              <a:ea typeface="Arial"/>
              <a:cs typeface="Arial"/>
              <a:sym typeface="Arial"/>
            </a:endParaRPr>
          </a:p>
          <a:p>
            <a:pPr indent="-298450" lvl="0" marL="457200" rtl="0" algn="l">
              <a:spcBef>
                <a:spcPts val="0"/>
              </a:spcBef>
              <a:spcAft>
                <a:spcPts val="0"/>
              </a:spcAft>
              <a:buClr>
                <a:srgbClr val="1155CC"/>
              </a:buClr>
              <a:buSzPts val="1100"/>
              <a:buFont typeface="Arial"/>
              <a:buChar char="●"/>
            </a:pPr>
            <a:r>
              <a:rPr lang="en" sz="1200" u="sng">
                <a:solidFill>
                  <a:srgbClr val="1155CC"/>
                </a:solidFill>
                <a:latin typeface="Arial"/>
                <a:ea typeface="Arial"/>
                <a:cs typeface="Arial"/>
                <a:sym typeface="Arial"/>
                <a:hlinkClick r:id="rId4">
                  <a:extLst>
                    <a:ext uri="{A12FA001-AC4F-418D-AE19-62706E023703}">
                      <ahyp:hlinkClr val="tx"/>
                    </a:ext>
                  </a:extLst>
                </a:hlinkClick>
              </a:rPr>
              <a:t>https://www.youtube.com/watch?v=FXyyuW4YoVU</a:t>
            </a:r>
            <a:endParaRPr sz="1200" u="sng">
              <a:solidFill>
                <a:srgbClr val="1155CC"/>
              </a:solidFill>
              <a:latin typeface="Arial"/>
              <a:ea typeface="Arial"/>
              <a:cs typeface="Arial"/>
              <a:sym typeface="Arial"/>
            </a:endParaRPr>
          </a:p>
          <a:p>
            <a:pPr indent="-298450" lvl="0" marL="457200" rtl="0" algn="l">
              <a:spcBef>
                <a:spcPts val="0"/>
              </a:spcBef>
              <a:spcAft>
                <a:spcPts val="0"/>
              </a:spcAft>
              <a:buClr>
                <a:srgbClr val="1155CC"/>
              </a:buClr>
              <a:buSzPts val="1100"/>
              <a:buFont typeface="Arial"/>
              <a:buChar char="●"/>
            </a:pPr>
            <a:r>
              <a:rPr lang="en" sz="1200" u="sng">
                <a:solidFill>
                  <a:srgbClr val="1155CC"/>
                </a:solidFill>
                <a:latin typeface="Arial"/>
                <a:ea typeface="Arial"/>
                <a:cs typeface="Arial"/>
                <a:sym typeface="Arial"/>
                <a:hlinkClick r:id="rId5">
                  <a:extLst>
                    <a:ext uri="{A12FA001-AC4F-418D-AE19-62706E023703}">
                      <ahyp:hlinkClr val="tx"/>
                    </a:ext>
                  </a:extLst>
                </a:hlinkClick>
              </a:rPr>
              <a:t>https://www.youtube.com/watch?v=zA0CCOYpnj4</a:t>
            </a:r>
            <a:endParaRPr sz="1200" u="sng">
              <a:solidFill>
                <a:srgbClr val="1155CC"/>
              </a:solidFill>
              <a:latin typeface="Arial"/>
              <a:ea typeface="Arial"/>
              <a:cs typeface="Arial"/>
              <a:sym typeface="Arial"/>
            </a:endParaRPr>
          </a:p>
          <a:p>
            <a:pPr indent="-298450" lvl="0" marL="457200" rtl="0" algn="l">
              <a:spcBef>
                <a:spcPts val="0"/>
              </a:spcBef>
              <a:spcAft>
                <a:spcPts val="0"/>
              </a:spcAft>
              <a:buClr>
                <a:srgbClr val="1155CC"/>
              </a:buClr>
              <a:buSzPts val="1100"/>
              <a:buFont typeface="Arial"/>
              <a:buChar char="●"/>
            </a:pPr>
            <a:r>
              <a:rPr lang="en" sz="1200" u="sng">
                <a:solidFill>
                  <a:srgbClr val="1155CC"/>
                </a:solidFill>
                <a:latin typeface="Arial"/>
                <a:ea typeface="Arial"/>
                <a:cs typeface="Arial"/>
                <a:sym typeface="Arial"/>
                <a:hlinkClick r:id="rId6">
                  <a:extLst>
                    <a:ext uri="{A12FA001-AC4F-418D-AE19-62706E023703}">
                      <ahyp:hlinkClr val="tx"/>
                    </a:ext>
                  </a:extLst>
                </a:hlinkClick>
              </a:rPr>
              <a:t>https://www.youtube.com/watch?v=p-yxiSrDiqQ</a:t>
            </a:r>
            <a:endParaRPr sz="1200" u="sng">
              <a:solidFill>
                <a:srgbClr val="1155CC"/>
              </a:solidFill>
              <a:latin typeface="Arial"/>
              <a:ea typeface="Arial"/>
              <a:cs typeface="Arial"/>
              <a:sym typeface="Arial"/>
            </a:endParaRPr>
          </a:p>
          <a:p>
            <a:pPr indent="-298450" lvl="0" marL="457200" rtl="0" algn="l">
              <a:spcBef>
                <a:spcPts val="0"/>
              </a:spcBef>
              <a:spcAft>
                <a:spcPts val="0"/>
              </a:spcAft>
              <a:buClr>
                <a:srgbClr val="1155CC"/>
              </a:buClr>
              <a:buSzPts val="1100"/>
              <a:buFont typeface="Arial"/>
              <a:buChar char="●"/>
            </a:pPr>
            <a:r>
              <a:rPr lang="en" sz="1200" u="sng">
                <a:solidFill>
                  <a:srgbClr val="1155CC"/>
                </a:solidFill>
                <a:latin typeface="Arial"/>
                <a:ea typeface="Arial"/>
                <a:cs typeface="Arial"/>
                <a:sym typeface="Arial"/>
                <a:hlinkClick r:id="rId7">
                  <a:extLst>
                    <a:ext uri="{A12FA001-AC4F-418D-AE19-62706E023703}">
                      <ahyp:hlinkClr val="tx"/>
                    </a:ext>
                  </a:extLst>
                </a:hlinkClick>
              </a:rPr>
              <a:t>https://www.youtube.com/watch?v=VcdIR3cuc0U</a:t>
            </a:r>
            <a:endParaRPr sz="1200" u="sng">
              <a:solidFill>
                <a:srgbClr val="1155CC"/>
              </a:solidFill>
              <a:latin typeface="Arial"/>
              <a:ea typeface="Arial"/>
              <a:cs typeface="Arial"/>
              <a:sym typeface="Arial"/>
            </a:endParaRPr>
          </a:p>
          <a:p>
            <a:pPr indent="-298450" lvl="0" marL="457200" rtl="0" algn="l">
              <a:spcBef>
                <a:spcPts val="0"/>
              </a:spcBef>
              <a:spcAft>
                <a:spcPts val="0"/>
              </a:spcAft>
              <a:buClr>
                <a:srgbClr val="1155CC"/>
              </a:buClr>
              <a:buSzPts val="1100"/>
              <a:buFont typeface="Arial"/>
              <a:buChar char="●"/>
            </a:pPr>
            <a:r>
              <a:rPr lang="en" sz="1200" u="sng">
                <a:solidFill>
                  <a:srgbClr val="1155CC"/>
                </a:solidFill>
                <a:latin typeface="Arial"/>
                <a:ea typeface="Arial"/>
                <a:cs typeface="Arial"/>
                <a:sym typeface="Arial"/>
                <a:hlinkClick r:id="rId8">
                  <a:extLst>
                    <a:ext uri="{A12FA001-AC4F-418D-AE19-62706E023703}">
                      <ahyp:hlinkClr val="tx"/>
                    </a:ext>
                  </a:extLst>
                </a:hlinkClick>
              </a:rPr>
              <a:t>https://www.youtube.com/watch?v=jYLG9XTBL94</a:t>
            </a:r>
            <a:endParaRPr sz="1200" u="sng">
              <a:solidFill>
                <a:srgbClr val="1155CC"/>
              </a:solidFill>
              <a:latin typeface="Arial"/>
              <a:ea typeface="Arial"/>
              <a:cs typeface="Arial"/>
              <a:sym typeface="Arial"/>
            </a:endParaRPr>
          </a:p>
          <a:p>
            <a:pPr indent="-298450" lvl="0" marL="457200" rtl="0" algn="l">
              <a:spcBef>
                <a:spcPts val="0"/>
              </a:spcBef>
              <a:spcAft>
                <a:spcPts val="0"/>
              </a:spcAft>
              <a:buClr>
                <a:srgbClr val="1155CC"/>
              </a:buClr>
              <a:buSzPts val="1100"/>
              <a:buFont typeface="Arial"/>
              <a:buChar char="●"/>
            </a:pPr>
            <a:r>
              <a:rPr lang="en" sz="1200" u="sng">
                <a:solidFill>
                  <a:srgbClr val="1155CC"/>
                </a:solidFill>
                <a:latin typeface="Arial"/>
                <a:ea typeface="Arial"/>
                <a:cs typeface="Arial"/>
                <a:sym typeface="Arial"/>
                <a:hlinkClick r:id="rId9">
                  <a:extLst>
                    <a:ext uri="{A12FA001-AC4F-418D-AE19-62706E023703}">
                      <ahyp:hlinkClr val="tx"/>
                    </a:ext>
                  </a:extLst>
                </a:hlinkClick>
              </a:rPr>
              <a:t>https://www.youtube.com/watch?v=svK6Gv7oM6U</a:t>
            </a:r>
            <a:endParaRPr sz="1200" u="sng">
              <a:solidFill>
                <a:srgbClr val="1155CC"/>
              </a:solidFill>
              <a:latin typeface="Arial"/>
              <a:ea typeface="Arial"/>
              <a:cs typeface="Arial"/>
              <a:sym typeface="Arial"/>
            </a:endParaRPr>
          </a:p>
          <a:p>
            <a:pPr indent="0" lvl="0" marL="0" rtl="0" algn="l">
              <a:lnSpc>
                <a:spcPct val="115000"/>
              </a:lnSpc>
              <a:spcBef>
                <a:spcPts val="1200"/>
              </a:spcBef>
              <a:spcAft>
                <a:spcPts val="1200"/>
              </a:spcAft>
              <a:buNone/>
            </a:pPr>
            <a:r>
              <a:t/>
            </a:r>
            <a:endParaRPr sz="1100">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Lesson 2">
  <a:themeElements>
    <a:clrScheme name="Simple Light">
      <a:dk1>
        <a:srgbClr val="000000"/>
      </a:dk1>
      <a:lt1>
        <a:srgbClr val="F4F3F0"/>
      </a:lt1>
      <a:dk2>
        <a:srgbClr val="FFC700"/>
      </a:dk2>
      <a:lt2>
        <a:srgbClr val="0EAA57"/>
      </a:lt2>
      <a:accent1>
        <a:srgbClr val="349EEA"/>
      </a:accent1>
      <a:accent2>
        <a:srgbClr val="C6B9FF"/>
      </a:accent2>
      <a:accent3>
        <a:srgbClr val="F66F6F"/>
      </a:accent3>
      <a:accent4>
        <a:srgbClr val="8E7CC3"/>
      </a:accent4>
      <a:accent5>
        <a:srgbClr val="FFE599"/>
      </a:accent5>
      <a:accent6>
        <a:srgbClr val="A4C2F4"/>
      </a:accent6>
      <a:hlink>
        <a:srgbClr val="FFC7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Lesson 2">
  <a:themeElements>
    <a:clrScheme name="Simple Light">
      <a:dk1>
        <a:srgbClr val="000000"/>
      </a:dk1>
      <a:lt1>
        <a:srgbClr val="F4F3F0"/>
      </a:lt1>
      <a:dk2>
        <a:srgbClr val="FFC700"/>
      </a:dk2>
      <a:lt2>
        <a:srgbClr val="0EAA57"/>
      </a:lt2>
      <a:accent1>
        <a:srgbClr val="349EEA"/>
      </a:accent1>
      <a:accent2>
        <a:srgbClr val="C6B9FF"/>
      </a:accent2>
      <a:accent3>
        <a:srgbClr val="F66F6F"/>
      </a:accent3>
      <a:accent4>
        <a:srgbClr val="8E7CC3"/>
      </a:accent4>
      <a:accent5>
        <a:srgbClr val="FFE599"/>
      </a:accent5>
      <a:accent6>
        <a:srgbClr val="A4C2F4"/>
      </a:accent6>
      <a:hlink>
        <a:srgbClr val="FFC7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